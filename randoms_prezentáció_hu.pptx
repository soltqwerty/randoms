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  <p:sldId id="262" r:id="rId5"/>
    <p:sldId id="261" r:id="rId6"/>
    <p:sldId id="264" r:id="rId7"/>
    <p:sldId id="267" r:id="rId8"/>
    <p:sldId id="263" r:id="rId9"/>
    <p:sldId id="272" r:id="rId10"/>
    <p:sldId id="269" r:id="rId11"/>
    <p:sldId id="274" r:id="rId12"/>
    <p:sldId id="266" r:id="rId13"/>
    <p:sldId id="265" r:id="rId14"/>
    <p:sldId id="268" r:id="rId15"/>
    <p:sldId id="270" r:id="rId16"/>
    <p:sldId id="275" r:id="rId17"/>
    <p:sldId id="271" r:id="rId18"/>
    <p:sldId id="273" r:id="rId1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AD273E-B398-33FB-3713-01FC6B44EA6F}" v="2" dt="2026-01-26T10:13:18.776"/>
    <p1510:client id="{BF3C397F-8A55-5493-29EA-7E82F7AA6386}" v="6" dt="2026-01-26T12:51:14.273"/>
    <p1510:client id="{DBCE1DCB-0D2B-497E-91CC-2BE211288EC4}" v="45" dt="2026-01-27T09:16:17.557"/>
    <p1510:client id="{DE845FA4-CCEF-84F2-07F7-E43C925CB31A}" v="238" dt="2026-01-26T13:10:56.774"/>
    <p1510:client id="{F98A086D-6AE0-4B14-A400-6A78ED8E5135}" v="27" dt="2026-01-27T09:21:07.2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Alcím mintájának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31746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0502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6358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695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29168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9783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8127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3084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83066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63091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2255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F1901C-D33B-4565-A7E4-5DF903098DB6}" type="datetimeFigureOut">
              <a:rPr lang="hu-HU" smtClean="0"/>
              <a:t>2026. 01. 27.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98062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99050EE-26AF-4253-BD50-F0FCD965A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284" y="575361"/>
            <a:ext cx="5707277" cy="5707277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1C48148-EB53-1FFC-A653-F44830931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48452"/>
            <a:ext cx="4974771" cy="3587786"/>
          </a:xfrm>
        </p:spPr>
        <p:txBody>
          <a:bodyPr>
            <a:normAutofit/>
          </a:bodyPr>
          <a:lstStyle/>
          <a:p>
            <a:pPr algn="ctr"/>
            <a:r>
              <a:rPr lang="hu-HU" err="1">
                <a:solidFill>
                  <a:schemeClr val="bg1"/>
                </a:solidFill>
                <a:latin typeface="Arial"/>
                <a:cs typeface="Arial"/>
              </a:rPr>
              <a:t>Randoms</a:t>
            </a:r>
            <a:r>
              <a:rPr lang="hu-HU">
                <a:solidFill>
                  <a:schemeClr val="bg1"/>
                </a:solidFill>
                <a:latin typeface="Arial"/>
                <a:cs typeface="Arial"/>
              </a:rPr>
              <a:t> Vizsgaremek bemutató - </a:t>
            </a:r>
            <a:br>
              <a:rPr lang="hu-HU">
                <a:solidFill>
                  <a:schemeClr val="bg1"/>
                </a:solidFill>
                <a:latin typeface="Arial"/>
                <a:cs typeface="Arial"/>
              </a:rPr>
            </a:br>
            <a:r>
              <a:rPr lang="hu-HU" err="1">
                <a:solidFill>
                  <a:schemeClr val="bg1"/>
                </a:solidFill>
                <a:latin typeface="Arial"/>
                <a:cs typeface="Arial"/>
              </a:rPr>
              <a:t>Innotech</a:t>
            </a:r>
            <a:r>
              <a:rPr lang="hu-HU">
                <a:solidFill>
                  <a:schemeClr val="bg1"/>
                </a:solidFill>
                <a:latin typeface="Arial"/>
                <a:cs typeface="Arial"/>
              </a:rPr>
              <a:t> Kft.</a:t>
            </a:r>
          </a:p>
        </p:txBody>
      </p:sp>
      <p:grpSp>
        <p:nvGrpSpPr>
          <p:cNvPr id="12" name="Graphic 190">
            <a:extLst>
              <a:ext uri="{FF2B5EF4-FFF2-40B4-BE49-F238E27FC236}">
                <a16:creationId xmlns:a16="http://schemas.microsoft.com/office/drawing/2014/main" id="{00E015F5-1A99-4E40-BC3D-770780299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93117" y="1193254"/>
            <a:ext cx="1291642" cy="429215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E6F571-2BB7-46DA-A3D9-B32ADDC16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905CC16-753C-4B9F-B3E2-C456795AE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6" name="Graphic 212">
            <a:extLst>
              <a:ext uri="{FF2B5EF4-FFF2-40B4-BE49-F238E27FC236}">
                <a16:creationId xmlns:a16="http://schemas.microsoft.com/office/drawing/2014/main" id="{D0C78466-EB6E-45A0-99A6-A00789ACD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7727" y="421588"/>
            <a:ext cx="1291468" cy="1291468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8" name="Graphic 212">
            <a:extLst>
              <a:ext uri="{FF2B5EF4-FFF2-40B4-BE49-F238E27FC236}">
                <a16:creationId xmlns:a16="http://schemas.microsoft.com/office/drawing/2014/main" id="{E99F76E4-5DFD-4DBE-B042-66FBCD118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7727" y="421588"/>
            <a:ext cx="1291468" cy="1291468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20" name="Graphic 4">
            <a:extLst>
              <a:ext uri="{FF2B5EF4-FFF2-40B4-BE49-F238E27FC236}">
                <a16:creationId xmlns:a16="http://schemas.microsoft.com/office/drawing/2014/main" id="{5468B3A9-705E-43C3-A742-0619B0D8F2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0915" y="4748271"/>
            <a:ext cx="1330536" cy="1330521"/>
            <a:chOff x="5734037" y="3067039"/>
            <a:chExt cx="724483" cy="724489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9D439AD-5D67-497C-B831-D17FC3E59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3F54BF2-C71C-45C5-9408-3B5E011B0F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BBABE17-DB56-44AB-934B-63C07C79F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B483D20-A128-4076-AF54-88646172B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5EFA818-FDDA-49E9-B11F-E9DC1854A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A1F8728-F8F7-4828-A718-A15E7663EA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8DA1F73F-AA1D-41D7-BAAB-292FD94A3E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441DEA-C85E-4B9C-A48D-8437854C4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5EBAA20-1368-4495-8D7C-820FAD8E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FB92591-626C-4D2B-A3E6-EC8742D67B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392448D-513F-4528-9D8D-A151982041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1946BAE-1546-4EA4-A108-A799BF5D2C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2A8EC93-6A35-4D37-A8CB-59362BF875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FC3ECA2-E914-4D83-ABF9-B9FFD96E92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12B1108-9AAC-4F10-A64F-0D6963E518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84CDA0C-B2AB-4791-83B1-C053C061D6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F857BF6B-E0CA-49C0-8827-B44CE8B92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D7B06A7-ADDF-4F27-B11F-08422FC18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8B0DA6C-71D7-4FCB-AE4C-035E0ADB50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B078173-ADFB-480D-91A4-4D71C0109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AAA4027A-C97B-4C9A-B04C-EBE2112200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C06DA92D-C6D0-4C7D-98CF-D9576912E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6601653-3941-4C9B-BD39-62EECE23AE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BC4A394-4FFE-4BFE-9A59-2B624E071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B4EABA5-FDCF-4F6F-8FF1-6FDFF5058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0F3C940-2320-488A-B24C-AB0A4FB53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F525BA82-37D8-47ED-AFF6-AE57124A4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2D78955-C80F-4DA3-83AA-D28A5A6FA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C23DAAC-7C06-4012-8CBB-8E3126B68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0D19F80-DC80-49EC-8EDD-7889092C18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11F50BB3-EA39-4693-BAE1-1101EF0A4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0EFD45B-69A8-47F6-A5BF-779F7EB49F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9E53C464-7272-4EBC-830B-CB29A9698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B6BF10CE-C2AD-487A-9402-8D5C746ECF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064C7FE-F8EB-47EF-97FA-348A520599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991C553-06A1-4F26-BBBC-80F7E11E7A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CE9C081-2191-4C84-956E-F106BB015C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292F6F03-BC34-40C6-8F17-7A169CD72F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5101B80-7351-4F0F-AB7D-3E40B4D266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570EE1D-95AC-4660-8E96-7C8A36FEB6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85D9A56-2D15-4E0A-B981-E168F0906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28D0BA2F-9273-4EAA-AD17-C4EFE11403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512CC54E-7976-4DC9-984C-45C2A23A7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C8A3FC72-9FF9-41F6-97E0-45A0FEE94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48918C16-C9B6-40D5-93A0-DB547B644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A05612C6-4858-4854-A3D3-90CF1E1C75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A8E88D77-C726-4008-849C-DA7361F885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4CFE7CA-C955-4365-90C3-6272CB9A3C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8B43FC8-B81C-490A-A346-4C6235DA8A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14D0221-0C97-4C71-B535-7506956EF8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ED0C44EA-BD25-49A3-9EB8-9D8DED7C1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3C9CCF2-15CC-4F7D-87F5-7FFEBAC9C2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AA321D8-1D2C-472C-A2DB-EBB74498DD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4680C1-4BB5-45DB-A558-82514418C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C94F4CEF-82DD-4CFB-8EE3-4AB115F6A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4F186C9C-C620-4426-A674-E40F808F66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929942C-BA3F-40EF-94DD-4A5C22C5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D234974B-3555-465B-95A7-1C63CE7386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0E38F9FD-48AC-4C3E-9E75-D1C0B555E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3AA72E26-5C3D-4231-9042-E00AE43E80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6684433D-3C9E-4C19-A801-D51CF3064F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ADB0C3D-A021-4F40-93B3-76B61334F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1781C18-F408-401D-8A86-99FFBB9895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9D958D9F-E4B0-48B1-ADA4-3053AFB5D9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3EFCD46-F0FB-499C-81B9-3508FE5C8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B6A130F-CB85-4BDA-8DDF-8DAAB2F7D0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359DA40-CA94-4B1F-9BE6-C800BEEC77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73304FCD-8DAD-4BC8-A16E-84DDCA07FF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CB4864C-8F67-4BE7-89CC-664EA25EC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45F543D-67FC-4640-A2A1-69DA6D0528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DBDB2A9C-60E5-4F7E-BA2B-4DD1595FB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2B10DA2-D88E-4952-BDB5-102E61B4B2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AC5F5BED-3698-4F52-9977-D8CA2DC031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E19CCEBC-AD20-45B2-A751-42B40BB31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3A978AD9-9A35-4B89-B3BC-61E54AD9EB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77D8C808-AFC9-42DD-B253-0048903791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EECD0BF1-7C64-407E-8306-4C447B1D3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953B0F94-AC35-4CB2-878D-1DC7D68BE9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8EA50C2-BB5F-4368-AA91-67B207C1AB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DE45A7FE-0A45-45F6-8417-EBDA5A12D8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DA8B8DC8-F88C-432E-A8C2-8D13FE874F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02C5430-233D-49F7-B852-181D2B2F61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6DB286F-9E15-441C-8697-57007B76C1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34DC0EE-15B7-44AE-A7DC-8B5E22688A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4FBE9900-F640-4248-9C4C-EDBE5E00AF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37FF04AF-F86B-49F8-AAB5-DA696591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10DCFEA-4572-47A3-A6BE-7B21F5758C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A42ED8E-CCC8-478F-9EF4-625B63307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46DF8F4-DF09-4E6C-887F-C9269E56A5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7FF3916E-5C82-4956-A88B-81BFAC91B8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7E5CF7AE-ED45-4AB5-9AEB-56FC964BFA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CFB132C-BEB1-4897-B1A4-97422811F6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EE49F21-E336-41BC-8256-85A9AB59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C62510EE-BDCD-4393-9AD7-2D0C9A722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2420F94B-4F00-4C6C-97E3-BA5B5E687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712560A-A110-4132-85D5-21BBBFA8C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D1E3102B-23D5-43AE-A67D-583AAA52B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9D5ABE4E-EB80-423C-BBCE-9C1B77D9B0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BEB8CCC5-38F5-4892-A00B-14B645BBDF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8860175F-F7D5-4464-AD61-5B435528FE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E28C20B0-98AA-4A5B-8CE1-236A3F6CAA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A56719F-13F0-4B75-8C04-DAACD8FD86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30555DA-285C-4859-83DE-B16FF6DB13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67AF00E9-C8D6-41C4-9703-5468F51639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07F88BD-A2E8-4F25-BB43-9372C6C9F3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DFAE35DA-8283-4F4B-8C00-FF8EFE39B3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4340DEBE-A255-48E2-B7B2-AE881651CE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FE968FB9-507A-4F2E-B346-15995081B1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4DA99BD8-9C2B-46BF-AA27-ED405540D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50C84F67-D2C2-48DF-8537-DF99C60240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5CAEB9A-26A6-4FBF-916B-19FC9B0BFC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E4DEDE1B-4819-4E4B-849E-330D7DF56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C441B73E-F19C-4313-8F46-F600603B36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14FE805-EF51-4859-A6DF-CF75F9A0F5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624CF2A5-BD9E-4570-8560-063BC70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6BEC415C-7946-43B2-9AC8-348B6B5CD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B615AD5-3365-43D4-8E16-377A2A2F97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9D184DFD-DD33-491E-90FF-6E4ECA2668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31B62FE1-0262-4B09-ABEA-8AA010137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20C539C6-FAA9-4EBE-93D9-1F946E1449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8C6EF3FF-09E5-4099-A49B-CA364A6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B3C5E06F-8F1E-4771-AAE4-B34B1D6A3D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538D5AE9-76CC-4AE4-B026-656EDCB01B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30F1A9B9-52AB-4527-BD4A-1802F7C960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6A57D78-C020-4EEF-971D-0C8802889A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7666D7A3-5ABF-4EDE-A0C5-F2099B2D86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13BC460A-E0FF-4658-A2FD-A3AF4D51DF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26467CC2-3AB3-4D37-8323-385B7399F7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63A1F58-33CE-4EDF-B902-3F43F69DA2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DCFAB2F-7E88-4A57-999A-2506A1FE7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571BEB66-3787-441F-BB54-80C05C6F13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641DC095-611E-4979-8664-6C0EB878F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210B9ECF-D859-4919-A9D6-3208548F00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4FBC31D4-7E98-452C-8A87-822DE0432C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302346C-F328-435B-87ED-447C6F8542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94F507E-9E94-432E-AE8A-A6CB2C5D05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1FFAC4F0-FD7F-4943-B60E-E276F8B23F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A8A5D871-92FD-43C3-BF94-0B524FA7D3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6A79A241-1665-453E-ADD4-18892D4F8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81EABE18-4189-4E07-93C9-9B76673E3E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B658A0EE-6F09-4EF7-B5E7-F23A556BD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5EB019C-C95B-4DE3-BD17-DC20F8007A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2948B3ED-79C1-47C8-B712-0BFB5536C3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13387DB9-900B-422D-90F7-C5C7EB5D5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48FDCCF3-E6D6-4CD0-9D47-02FE785C7A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BC14E8F6-33F6-47CE-9A24-EA71D71496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78CC38F-63FC-4552-B17B-8D79D3C8F8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89042823-A002-49CE-B03D-ED1291DC13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96EFC6CE-198B-489B-B1EE-72CE842628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49FEA23D-54D9-45D7-9325-1E2F638C9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DB04EE3-370F-49CE-BCFE-C2999C3CF2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8BCBCC34-797D-41A8-8AD1-7E03E1BBFF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AFF5C1F8-0EDE-4835-89E6-1FCB2EA39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6171D504-6300-457C-AFCC-064DBB3FC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62ACE739-C8C4-4495-B04C-C3AFC4481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3F4771CD-CDCA-4FFE-8EF5-E42D1781E7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A10C0BFE-A8F9-4E21-9DFD-37A4D26C62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4D8D4EF9-4EF7-4538-A4AE-439F9335EA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7E0500AB-5662-43B9-95C2-2EC80CC54F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84021AD-A6A2-4CDA-A953-72FBA7598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FD1FBF47-CAC8-4385-9DC7-C9BB6167E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FBAEE482-005F-4288-8D66-09EA246C45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2C5DCF49-33DE-4AFF-818E-42F59F2804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66903F3-208B-46D5-925B-254DC74291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2550D219-E342-4A38-BB89-575C1EE7A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5B5485FC-95D0-4660-9594-2C9BD3B776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2EA358DA-C7E8-4DF8-B7D6-CC58295655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7990E8BB-4369-4845-8436-A6F3FE1D1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D6C050C5-1951-434B-A7FE-D271E73F8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91" name="Graphic 4">
            <a:extLst>
              <a:ext uri="{FF2B5EF4-FFF2-40B4-BE49-F238E27FC236}">
                <a16:creationId xmlns:a16="http://schemas.microsoft.com/office/drawing/2014/main" id="{773717CC-ECEE-4ABF-BA61-C59F468017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0915" y="4748271"/>
            <a:ext cx="1330536" cy="1330521"/>
            <a:chOff x="5734037" y="3067039"/>
            <a:chExt cx="724483" cy="724489"/>
          </a:xfrm>
          <a:solidFill>
            <a:schemeClr val="bg1">
              <a:alpha val="60000"/>
            </a:schemeClr>
          </a:solidFill>
        </p:grpSpPr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9A4FAE41-62DF-4B8E-BD66-8EC206E0E3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564C7F1F-5546-40DC-A16B-C9A3E45777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45583216-FC24-4B75-9703-DBEC401FF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2FD0A70D-2E7E-4048-8145-0F45EDBBCE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B703C78E-D176-4455-B7B5-2DB4F418DB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AD23B98E-D1FB-4BD9-BA4A-060BC8266E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541992-EEDB-4D6B-BDA9-B66E58A17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08072B3B-B852-4186-ACFE-F61425132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7B5DD2CA-BCBA-4F3E-B472-84006768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C7335DFE-05E4-4D45-B035-1D85E7648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ADCF9375-A092-491A-960D-A4DBB376C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95341599-7E99-490F-9AF8-07EAE5C8DB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E1C55EB0-818A-46E6-8D53-5503100290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319B036C-5BD8-4F3B-8935-96D50F410D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A8445880-106C-4DC8-A250-D132F0D6F3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952AA1DD-5DBE-43CD-9B85-63C762692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2A412466-ED73-4944-83CE-224B1769C2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807E195A-10DB-494C-A547-E1D0C6F616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4CD4AECE-734D-4B90-984F-B2ABFA2B6F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2927072E-8001-4AD1-A4C4-2EDBA3BF87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499D6F50-E593-46A3-81D8-73389276B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7A96E600-84B4-452B-AE40-295FC5807E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CBBA17AC-C1AB-4BFC-A051-457275D1D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488E850C-90D5-4D0F-A57D-7809327EF3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9F98D808-AB13-4D8D-B4C5-9D32153462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95AFFBC0-FF37-4117-86FA-21ABDA17A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ED0AC42A-17B0-4154-968C-CAE2A04C28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4A7A31A0-8490-4B9D-B9CC-7FF28053EB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8188899C-6A74-43D8-B36C-F86B278C89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1537EAA6-95B6-4674-A7B9-40F9AB7F59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F4B29507-C08F-4764-B703-0EB33A0FAC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4200E500-6A99-47FC-A30F-FA4C85DA8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9558677C-76AD-451F-AEEE-C5FEE4179C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79E472E5-A81A-44E7-AEBA-C3A593497B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5CD54F54-9E41-4635-A533-6CC6515E1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B22D6F46-74C0-49D9-8CD8-BC125E973D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C6FAA6EC-EDF6-4522-ACD8-8D4F7FF872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5F8364DC-ED1A-482D-A418-7941B199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1896D361-70A8-4528-940B-F306550F88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4D1CB00A-0CE1-4E25-ADCE-9562845F54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E1B6761E-B7C6-4218-B95F-F6DEC0066D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CA081177-DAC3-4667-91A1-4CC885D4A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435007DC-BB8D-43BA-9598-AE79AA262E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46628B8A-02EC-44EF-B52C-5EBAFBCF9C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2DACEC99-8F4C-495C-8EAA-670A3A02ED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C8EFEAD4-1425-4357-9D8A-F326DABC6E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FDA70E94-A082-47D4-B4F8-142AEF1DC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10E96E8A-1EEA-4F1D-8CFE-12DC9B9E7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B12D7CC4-A548-4FF7-A6B2-9151CFA9E3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B3F1C68-B597-4669-87F8-C80124ABE0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A57037D2-0958-4F34-815F-C8CA7F86AE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30AF3969-3F11-4157-B4B9-33B1314623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1D613E3-18F5-4426-ADEB-DEC123E16B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DC25548-A3A9-4018-A29B-6972D353F9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EDE6372-94D2-435D-BD43-A20072D80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729575A6-77E2-4199-8F0A-27C89330A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12EB506D-59AD-4011-80F8-36A2BDB954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92FD46FA-14EB-46A2-B4A3-ECD1F49BAC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1CD84E07-49A9-40E3-B34C-91C156C9C6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F3090306-C384-44A0-8C38-77397133BA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3515E97E-31A4-4273-AB55-8EAD74CB9E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792F63CA-0494-43E2-A0AA-37C35C8326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5389A040-E4CC-4CE7-8B9F-40ECA9ACE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1BA51B23-705C-49BE-B606-8A9B623E0A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B16EF17A-F451-4B5B-9052-33A9116E9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1B20B7D1-27D7-4E1A-A317-E9E7A105A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1E3FADAF-FD1D-45B2-A40D-EBDD536E7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301257BA-BCE2-4479-A04F-A9DBFAF92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619D0ABC-04D9-405A-A52F-5EEC01762A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123AE5C7-608A-47A7-B7A1-55662B70BF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957BDA1A-3081-45EB-A31E-3F98EC6DC3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683DDA50-C794-4DC5-8297-CFDEB8DCB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FA42024A-A832-4635-9CE6-B968232CE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564D00AA-3E68-4F56-80A0-08D5DFFB6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988A711-E3E8-4172-AFE1-60E93FF10A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7A89FF34-EE34-461C-A3EF-73AC3801B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80D55E43-BE59-444D-B32B-9C0306A126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639C823F-B16B-4DF7-BA6E-0D832AAB27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E623C08-172F-41EA-90CB-59ED0D583B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94C0577F-0FF9-47D5-8C6D-FC7B4CC31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30C80E9D-7909-4C52-ACAD-80FF874F99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2B9598CE-4E74-4A54-BAB8-59379D2114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E7188EAA-47E1-4B73-8682-C74A0421BE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36900E8B-61F2-411F-B29F-A9CDC6E81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0A25598A-334A-487D-9604-4753EAE81E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C8DBE472-045A-491C-AB7C-4153EE2B00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2F6DD374-5D5F-48BB-8135-8F37EE2C2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386B8A5A-00D0-4291-937B-931B3F19CD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9C10BFA-8067-495D-810E-1F4085F7B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51F94E69-8294-4AB3-A457-3BD4ACF085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AD2859C5-45C5-4EE2-8272-0FA7A0235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14AFB321-1B9D-41AF-9686-8C689A3F4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5C4403F4-D893-4E4C-8DFE-E79AE6A62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A894316-677B-4B51-AF19-0D3FAF96A7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07FDE9AD-8F5A-44B0-AC7E-30148150D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A4D0E6BA-489D-4EA4-994E-225F7D078B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7EDFBCCB-EC92-4860-BBDB-2EC6355FE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459DBA8E-2EB0-4C51-A161-2C595B89D4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FB1BA285-9A95-49B7-A098-F38400D92B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D29C405E-90F5-4AB5-8B5F-3CA2F1815A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F7214FFD-3321-412F-9CA5-4BC6E874F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5F16C3D8-64A1-443D-92A7-EA97518A63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7E4EFAB9-436A-4B6B-A16B-8DA3F614A8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37DDFC3-D7A5-443D-8417-D723296DA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253AC142-F4B4-47E8-BBEE-F7D0F8547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890AAA82-94E2-41D0-AE92-9C87195CC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FD33B856-EF4E-40FC-BDA0-9E26203D0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24AEBF58-C8A2-4D00-9AFB-B5012AEA36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21270E55-4211-4529-BDC3-29B80BDF50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16DD7E91-EFBB-4DD7-B30F-4A13C20BED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96260F31-66FB-4E2C-801E-701C2B859A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B5FEE1C9-3961-4400-AD3E-B5AD93A474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34E1BE05-269F-4A13-99FE-2A973A0E77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2D591FBD-65C6-46C4-AF19-875D652DC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85F7E635-CB45-4346-BBFB-10FF0576A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3BDAC885-F0B3-4D66-8587-438465298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3427A7E1-71C9-42CC-9CAF-53642DC4D0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20BF60C4-2E5D-473E-96B6-D22BB8536F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C4703732-1088-4448-ACC0-D8BD901B2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6777D706-23BF-4962-98D3-D5AE7DF4E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783FF777-4C59-44D0-9441-2B40E0A70E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2037F33C-65F4-44B6-9CB2-D32D1552C6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E73BA403-F3FD-4D76-A516-5698375D64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AF0D29B-415A-4327-A4B4-B5DC8F0AC0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374A9388-F55E-4F94-817D-5BFF0B59E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30C52183-F223-4E0A-B713-C91589CEB8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A6BEE030-DC6B-4CB1-A01B-95CC82552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2D41CF67-37BB-443C-85CF-2A05174FD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65A449CF-396F-45B8-B268-6824A4E89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9C20A7EF-7013-4D6C-ADD8-868A931DF2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F787692C-3BA9-4D4D-82F8-E497797AAE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A6D539D6-A55E-40F5-83AC-A77340524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D4D7922F-CA55-4202-B99F-ED303E7044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4120C846-A602-4B6C-9C07-11D2B0F8A4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84B5D527-4684-45F5-84CE-73642492DB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FF31CF21-8169-4D45-A115-9CF8D37189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DA8762B9-9CD8-4676-93F5-6C9358A94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A183E80A-70D1-4F52-A92D-D396648CCB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83FBB0F7-E17E-4890-9B66-3625BA1468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708E7BF1-2D4D-44AB-A5CC-0ED91B846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4B468C4E-6F63-4172-AE1F-8965744DBC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974C7149-F567-4D55-8F48-511DCF3A81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54A551FA-7E10-4D28-9A10-B9A06C0780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1D04F3C0-CE2C-4B8D-A5BD-0E994FD8D9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D2EA9230-DD52-48A9-B268-56744EA506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043A05F5-A8CF-4D01-AF12-95D1ECAE46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1F47C6BC-BD1A-4291-B018-05E5A72E4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E5B89844-FD17-4048-A3F5-35E390C6E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B5593F34-8B0E-4D34-9781-B594E2F5D7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4428E4BB-2263-4D19-8254-C9B54B85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2366216E-6EA2-4872-8370-C5EC22520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D66F8E3F-BF33-4F99-A1F0-EB5885BF2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EB506747-ED9D-43EA-BD67-DF7971849E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AC803CE8-FFF7-40EA-AF62-102724C324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7EF6FFCA-06CC-4395-AEB0-425719A42D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0D95F285-AAC0-4F32-8665-2677878BD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DFCCA2E-BF12-4D26-A5A4-A03387546A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2ABEAC60-6AC3-4D6A-95F9-2E79F6BE00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FA6015B7-49FE-4729-B2F4-585F0F305F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D611DEB1-76FE-4625-9449-88E52D15F4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97F031C1-1AA7-4CA7-ADD3-E0577626E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96F5D0CB-22E6-4536-8403-F42527F31F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A32718AB-7401-4F66-9C77-E06C3CF7CD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85B6B5F1-D1E4-45A3-8117-348D02D2A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534869FD-184C-42DB-B9DA-293DB67E5E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A781504F-CAFD-4201-B288-8B4A809B43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D9FC8348-2BA6-4631-8AA7-D63CD898C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C1AF95A2-64EA-45E2-A43B-1EBD569109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CFC80050-240D-434A-BFCB-DE4DA4FAFB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4CC9FAC-A714-0C66-3A12-E6B42A3AD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77426" y="5249630"/>
            <a:ext cx="1662811" cy="94973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hu-HU" sz="1800" b="1">
                <a:solidFill>
                  <a:schemeClr val="bg1"/>
                </a:solidFill>
                <a:latin typeface="Arial"/>
                <a:cs typeface="Arial"/>
              </a:rPr>
              <a:t>Bálint Zsolt</a:t>
            </a:r>
          </a:p>
          <a:p>
            <a:pPr marL="0" indent="0">
              <a:buNone/>
            </a:pPr>
            <a:r>
              <a:rPr lang="hu-HU" sz="1800" b="1">
                <a:solidFill>
                  <a:schemeClr val="bg1"/>
                </a:solidFill>
                <a:latin typeface="Arial"/>
                <a:cs typeface="Arial"/>
              </a:rPr>
              <a:t>Jenei Dávid</a:t>
            </a:r>
          </a:p>
          <a:p>
            <a:pPr marL="0" indent="0">
              <a:buNone/>
            </a:pPr>
            <a:endParaRPr lang="hu-HU" sz="1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BBFD03AC-8072-B4C8-BDF9-737D1003686F}"/>
              </a:ext>
            </a:extLst>
          </p:cNvPr>
          <p:cNvSpPr txBox="1"/>
          <p:nvPr/>
        </p:nvSpPr>
        <p:spPr>
          <a:xfrm>
            <a:off x="8974666" y="6200587"/>
            <a:ext cx="274319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>
                <a:solidFill>
                  <a:schemeClr val="bg1"/>
                </a:solidFill>
              </a:rPr>
              <a:t>TMSZC Perczel Mór Technikum és Kollégium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72EF5558-FFC3-08BF-1C40-A35F3EC8D5BA}"/>
              </a:ext>
            </a:extLst>
          </p:cNvPr>
          <p:cNvSpPr txBox="1"/>
          <p:nvPr/>
        </p:nvSpPr>
        <p:spPr>
          <a:xfrm>
            <a:off x="129491" y="6340038"/>
            <a:ext cx="508398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hu-HU">
                <a:solidFill>
                  <a:schemeClr val="bg1"/>
                </a:solidFill>
              </a:rPr>
              <a:t>Informatikai rendszer- és alkalmazás-üzemeltető</a:t>
            </a:r>
          </a:p>
        </p:txBody>
      </p:sp>
    </p:spTree>
    <p:extLst>
      <p:ext uri="{BB962C8B-B14F-4D97-AF65-F5344CB8AC3E}">
        <p14:creationId xmlns:p14="http://schemas.microsoft.com/office/powerpoint/2010/main" val="1833189776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745D2AD-DDBC-1DD4-DE83-3D7094D68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388" y="1608551"/>
            <a:ext cx="4030132" cy="3215373"/>
          </a:xfrm>
        </p:spPr>
        <p:txBody>
          <a:bodyPr>
            <a:normAutofit/>
          </a:bodyPr>
          <a:lstStyle/>
          <a:p>
            <a:pPr algn="ctr"/>
            <a:r>
              <a:rPr lang="hu-HU" b="1">
                <a:solidFill>
                  <a:schemeClr val="bg1"/>
                </a:solidFill>
                <a:latin typeface="Arial"/>
                <a:cs typeface="Arial"/>
              </a:rPr>
              <a:t>Jenei Dávid</a:t>
            </a:r>
            <a:r>
              <a:rPr lang="hu-HU">
                <a:solidFill>
                  <a:schemeClr val="bg1"/>
                </a:solidFill>
                <a:latin typeface="Arial"/>
                <a:cs typeface="Arial"/>
              </a:rPr>
              <a:t> munkái és elvégzett feladatai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90791" cy="717514"/>
            <a:chOff x="0" y="377893"/>
            <a:chExt cx="1890791" cy="717514"/>
          </a:xfrm>
          <a:solidFill>
            <a:schemeClr val="bg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8937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20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50C07EB-72EC-3EFD-54DC-1E180BC71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029996"/>
            <a:ext cx="5956759" cy="445218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Hálózati topológia és architektúra megtervezése</a:t>
            </a:r>
          </a:p>
          <a:p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Hálózati infrastruktúra kialakítása (megfelelő eszközök kiválasztása, kábelezési technológia, vezeték nélküli megoldások</a:t>
            </a:r>
          </a:p>
          <a:p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Kábelezés elvégzése vagy vezeték nélküli hálózat létrehozása</a:t>
            </a:r>
          </a:p>
          <a:p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Tesztelés</a:t>
            </a:r>
          </a:p>
          <a:p>
            <a:pPr lvl="1">
              <a:buFont typeface="Wingdings" panose="020B0604020202020204" pitchFamily="34" charset="0"/>
              <a:buChar char="Ø"/>
            </a:pPr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Teszt esetek felvétele</a:t>
            </a:r>
          </a:p>
          <a:p>
            <a:pPr lvl="1">
              <a:buFont typeface="Wingdings" panose="020B0604020202020204" pitchFamily="34" charset="0"/>
              <a:buChar char="Ø"/>
            </a:pPr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Hibák naplózása</a:t>
            </a:r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812239" y="61394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27886865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4619FD3-2A1C-7302-3F09-184757B9E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1877492"/>
            <a:ext cx="4030132" cy="3215373"/>
          </a:xfrm>
        </p:spPr>
        <p:txBody>
          <a:bodyPr>
            <a:normAutofit/>
          </a:bodyPr>
          <a:lstStyle/>
          <a:p>
            <a:pPr algn="ctr"/>
            <a:r>
              <a:rPr lang="hu-HU" b="1">
                <a:solidFill>
                  <a:schemeClr val="bg1"/>
                </a:solidFill>
                <a:latin typeface="Arial"/>
                <a:cs typeface="Arial"/>
              </a:rPr>
              <a:t>Bálint Zsolt</a:t>
            </a:r>
            <a:r>
              <a:rPr lang="hu-HU">
                <a:solidFill>
                  <a:schemeClr val="bg1"/>
                </a:solidFill>
                <a:latin typeface="Arial"/>
                <a:cs typeface="Arial"/>
              </a:rPr>
              <a:t> munkái és elvégzett feladatai</a:t>
            </a:r>
          </a:p>
          <a:p>
            <a:pPr algn="ctr"/>
            <a:endParaRPr lang="hu-HU">
              <a:solidFill>
                <a:schemeClr val="bg1"/>
              </a:solidFill>
              <a:latin typeface="Arial"/>
              <a:cs typeface="Arial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bg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20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3C3B780-1716-FF9E-A098-C3113C3A21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6702" y="934120"/>
            <a:ext cx="5385261" cy="5183063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A projekt egészének irányítása és felügyelete</a:t>
            </a:r>
          </a:p>
          <a:p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Projektterv és idővonal kidolgozása</a:t>
            </a:r>
          </a:p>
          <a:p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Hálózati eszközök konfigurálása, telepítése</a:t>
            </a:r>
          </a:p>
          <a:p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Biztonsági protokollok </a:t>
            </a:r>
            <a:r>
              <a:rPr lang="hu-HU" err="1">
                <a:solidFill>
                  <a:schemeClr val="bg1"/>
                </a:solidFill>
                <a:latin typeface="Arial"/>
                <a:cs typeface="Times New Roman"/>
              </a:rPr>
              <a:t>kidolgozá-sa</a:t>
            </a:r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 </a:t>
            </a:r>
          </a:p>
          <a:p>
            <a:r>
              <a:rPr lang="hu-HU">
                <a:solidFill>
                  <a:schemeClr val="bg1"/>
                </a:solidFill>
                <a:latin typeface="Arial"/>
                <a:cs typeface="Arial"/>
              </a:rPr>
              <a:t>Dokumentálás</a:t>
            </a:r>
            <a:endParaRPr lang="hu-HU">
              <a:solidFill>
                <a:schemeClr val="bg1"/>
              </a:solidFill>
              <a:latin typeface="Arial"/>
              <a:cs typeface="Times New Roman"/>
            </a:endParaRPr>
          </a:p>
          <a:p>
            <a:r>
              <a:rPr lang="hu-HU">
                <a:solidFill>
                  <a:schemeClr val="bg1"/>
                </a:solidFill>
                <a:latin typeface="Arial"/>
                <a:cs typeface="Times New Roman"/>
              </a:rPr>
              <a:t>Egyéb protokollok</a:t>
            </a:r>
          </a:p>
          <a:p>
            <a:pPr lvl="1">
              <a:buFont typeface="Wingdings" panose="020B0604020202020204" pitchFamily="34" charset="0"/>
              <a:buChar char="Ø"/>
            </a:pPr>
            <a:r>
              <a:rPr lang="hu-HU" sz="2800">
                <a:solidFill>
                  <a:schemeClr val="bg1"/>
                </a:solidFill>
                <a:latin typeface="Arial"/>
                <a:cs typeface="Times New Roman"/>
              </a:rPr>
              <a:t>Telnet, SSH</a:t>
            </a:r>
          </a:p>
          <a:p>
            <a:pPr lvl="1">
              <a:buFont typeface="Wingdings" panose="020B0604020202020204" pitchFamily="34" charset="0"/>
              <a:buChar char="Ø"/>
            </a:pPr>
            <a:r>
              <a:rPr lang="hu-HU" sz="2800" err="1">
                <a:solidFill>
                  <a:schemeClr val="bg1"/>
                </a:solidFill>
                <a:latin typeface="Arial"/>
                <a:cs typeface="Times New Roman"/>
              </a:rPr>
              <a:t>Domain</a:t>
            </a:r>
          </a:p>
          <a:p>
            <a:pPr marL="457200" lvl="1" indent="0">
              <a:buNone/>
            </a:pPr>
            <a:endParaRPr lang="hu-HU" sz="2800">
              <a:solidFill>
                <a:schemeClr val="bg1"/>
              </a:solidFill>
              <a:latin typeface="Arial"/>
              <a:cs typeface="Times New Roman"/>
            </a:endParaRPr>
          </a:p>
          <a:p>
            <a:pPr lvl="1">
              <a:buFont typeface="Wingdings" panose="020B0604020202020204" pitchFamily="34" charset="0"/>
              <a:buChar char="Ø"/>
            </a:pPr>
            <a:endParaRPr lang="hu-HU" sz="2800">
              <a:solidFill>
                <a:schemeClr val="bg1"/>
              </a:solidFill>
              <a:latin typeface="Arial"/>
              <a:cs typeface="Times New Roman"/>
            </a:endParaRPr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812239" y="61394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67435683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22">
            <a:extLst>
              <a:ext uri="{FF2B5EF4-FFF2-40B4-BE49-F238E27FC236}">
                <a16:creationId xmlns:a16="http://schemas.microsoft.com/office/drawing/2014/main" id="{C3D6EC93-F369-413E-AA67-5D4104161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048E875-91D9-A977-31BF-6149AF3EB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641752"/>
            <a:ext cx="4394200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Hálózat felépítése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7FA4A1B1-B3EE-D6D7-A4C8-EACD74F4BC3B}"/>
              </a:ext>
            </a:extLst>
          </p:cNvPr>
          <p:cNvSpPr txBox="1"/>
          <p:nvPr/>
        </p:nvSpPr>
        <p:spPr>
          <a:xfrm>
            <a:off x="838201" y="3146400"/>
            <a:ext cx="4394200" cy="2454300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bg1">
                    <a:alpha val="80000"/>
                  </a:schemeClr>
                </a:solidFill>
              </a:rPr>
              <a:t>Nagy kiterjedésű hálózat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bg1">
                    <a:alpha val="80000"/>
                  </a:schemeClr>
                </a:solidFill>
              </a:rPr>
              <a:t>10 telephely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bg1">
                    <a:alpha val="80000"/>
                  </a:schemeClr>
                </a:solidFill>
              </a:rPr>
              <a:t>Telephelyenként több munkafolyamat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bg1">
                    <a:alpha val="80000"/>
                  </a:schemeClr>
                </a:solidFill>
              </a:rPr>
              <a:t>Átlátható, letisztult felépítés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chemeClr val="bg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chemeClr val="bg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chemeClr val="bg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chemeClr val="bg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chemeClr val="bg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chemeClr val="bg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pic>
        <p:nvPicPr>
          <p:cNvPr id="4" name="Tartalom helye 3" descr="A képen szöveg, diagram, sor, Téglalap látható&#10;&#10;Lehet, hogy az AI által létrehozott tartalom helytelen.">
            <a:extLst>
              <a:ext uri="{FF2B5EF4-FFF2-40B4-BE49-F238E27FC236}">
                <a16:creationId xmlns:a16="http://schemas.microsoft.com/office/drawing/2014/main" id="{6FBCA368-7E79-3C51-35C7-4CDD5A88B2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-1" b="4421"/>
          <a:stretch>
            <a:fillRect/>
          </a:stretch>
        </p:blipFill>
        <p:spPr>
          <a:xfrm>
            <a:off x="5752193" y="10"/>
            <a:ext cx="6439807" cy="6857989"/>
          </a:xfrm>
          <a:custGeom>
            <a:avLst/>
            <a:gdLst/>
            <a:ahLst/>
            <a:cxnLst/>
            <a:rect l="l" t="t" r="r" b="b"/>
            <a:pathLst>
              <a:path w="6439807" h="6857999">
                <a:moveTo>
                  <a:pt x="752157" y="6118149"/>
                </a:moveTo>
                <a:cubicBezTo>
                  <a:pt x="745608" y="6124102"/>
                  <a:pt x="737987" y="6129341"/>
                  <a:pt x="730938" y="6133722"/>
                </a:cubicBezTo>
                <a:cubicBezTo>
                  <a:pt x="723794" y="6138152"/>
                  <a:pt x="718448" y="6143474"/>
                  <a:pt x="714778" y="6149379"/>
                </a:cubicBezTo>
                <a:lnTo>
                  <a:pt x="709303" y="6166562"/>
                </a:lnTo>
                <a:lnTo>
                  <a:pt x="714778" y="6149380"/>
                </a:lnTo>
                <a:cubicBezTo>
                  <a:pt x="718448" y="6143474"/>
                  <a:pt x="723794" y="6138152"/>
                  <a:pt x="730938" y="6133723"/>
                </a:cubicBezTo>
                <a:cubicBezTo>
                  <a:pt x="737987" y="6129341"/>
                  <a:pt x="745608" y="6124102"/>
                  <a:pt x="752157" y="6118149"/>
                </a:cubicBezTo>
                <a:close/>
                <a:moveTo>
                  <a:pt x="844000" y="4941372"/>
                </a:moveTo>
                <a:lnTo>
                  <a:pt x="840670" y="4950868"/>
                </a:lnTo>
                <a:lnTo>
                  <a:pt x="830985" y="4991382"/>
                </a:lnTo>
                <a:lnTo>
                  <a:pt x="840670" y="4950869"/>
                </a:lnTo>
                <a:close/>
                <a:moveTo>
                  <a:pt x="840061" y="4749807"/>
                </a:moveTo>
                <a:cubicBezTo>
                  <a:pt x="852197" y="4762827"/>
                  <a:pt x="853054" y="4781365"/>
                  <a:pt x="854768" y="4799797"/>
                </a:cubicBezTo>
                <a:cubicBezTo>
                  <a:pt x="853054" y="4781365"/>
                  <a:pt x="852197" y="4762826"/>
                  <a:pt x="840061" y="4749807"/>
                </a:cubicBezTo>
                <a:close/>
                <a:moveTo>
                  <a:pt x="822263" y="4543185"/>
                </a:moveTo>
                <a:lnTo>
                  <a:pt x="816857" y="4557091"/>
                </a:lnTo>
                <a:cubicBezTo>
                  <a:pt x="805236" y="4573618"/>
                  <a:pt x="796449" y="4588275"/>
                  <a:pt x="790493" y="4602021"/>
                </a:cubicBezTo>
                <a:cubicBezTo>
                  <a:pt x="796449" y="4588275"/>
                  <a:pt x="805236" y="4573618"/>
                  <a:pt x="816857" y="4557092"/>
                </a:cubicBezTo>
                <a:cubicBezTo>
                  <a:pt x="819238" y="4553662"/>
                  <a:pt x="821286" y="4548281"/>
                  <a:pt x="822263" y="4543185"/>
                </a:cubicBezTo>
                <a:close/>
                <a:moveTo>
                  <a:pt x="356045" y="2819253"/>
                </a:moveTo>
                <a:lnTo>
                  <a:pt x="344401" y="2827483"/>
                </a:lnTo>
                <a:lnTo>
                  <a:pt x="344399" y="2827486"/>
                </a:lnTo>
                <a:lnTo>
                  <a:pt x="325551" y="2842392"/>
                </a:lnTo>
                <a:lnTo>
                  <a:pt x="315896" y="2861156"/>
                </a:lnTo>
                <a:lnTo>
                  <a:pt x="344399" y="2827486"/>
                </a:lnTo>
                <a:lnTo>
                  <a:pt x="344401" y="2827484"/>
                </a:lnTo>
                <a:close/>
                <a:moveTo>
                  <a:pt x="425699" y="1974015"/>
                </a:moveTo>
                <a:cubicBezTo>
                  <a:pt x="427224" y="1991685"/>
                  <a:pt x="433462" y="2008497"/>
                  <a:pt x="449941" y="2023547"/>
                </a:cubicBezTo>
                <a:cubicBezTo>
                  <a:pt x="441702" y="2016020"/>
                  <a:pt x="436022" y="2008056"/>
                  <a:pt x="432213" y="1999763"/>
                </a:cubicBezTo>
                <a:close/>
                <a:moveTo>
                  <a:pt x="442893" y="1768838"/>
                </a:moveTo>
                <a:cubicBezTo>
                  <a:pt x="451656" y="1779981"/>
                  <a:pt x="453942" y="1790986"/>
                  <a:pt x="452275" y="1801558"/>
                </a:cubicBezTo>
                <a:lnTo>
                  <a:pt x="451495" y="1785412"/>
                </a:lnTo>
                <a:cubicBezTo>
                  <a:pt x="450037" y="1779948"/>
                  <a:pt x="447274" y="1774411"/>
                  <a:pt x="442893" y="1768838"/>
                </a:cubicBezTo>
                <a:close/>
                <a:moveTo>
                  <a:pt x="333304" y="520953"/>
                </a:moveTo>
                <a:cubicBezTo>
                  <a:pt x="333742" y="528850"/>
                  <a:pt x="335479" y="536547"/>
                  <a:pt x="337867" y="544146"/>
                </a:cubicBezTo>
                <a:lnTo>
                  <a:pt x="340032" y="549926"/>
                </a:lnTo>
                <a:lnTo>
                  <a:pt x="340448" y="551717"/>
                </a:lnTo>
                <a:lnTo>
                  <a:pt x="346286" y="566616"/>
                </a:lnTo>
                <a:lnTo>
                  <a:pt x="346338" y="566754"/>
                </a:lnTo>
                <a:lnTo>
                  <a:pt x="352655" y="583595"/>
                </a:lnTo>
                <a:lnTo>
                  <a:pt x="359451" y="612658"/>
                </a:lnTo>
                <a:cubicBezTo>
                  <a:pt x="358988" y="604728"/>
                  <a:pt x="357231" y="597005"/>
                  <a:pt x="354829" y="589388"/>
                </a:cubicBezTo>
                <a:lnTo>
                  <a:pt x="352655" y="583595"/>
                </a:lnTo>
                <a:lnTo>
                  <a:pt x="352236" y="581804"/>
                </a:lnTo>
                <a:lnTo>
                  <a:pt x="346286" y="566616"/>
                </a:lnTo>
                <a:lnTo>
                  <a:pt x="340032" y="549926"/>
                </a:lnTo>
                <a:close/>
                <a:moveTo>
                  <a:pt x="384407" y="268794"/>
                </a:moveTo>
                <a:lnTo>
                  <a:pt x="387837" y="328017"/>
                </a:lnTo>
                <a:cubicBezTo>
                  <a:pt x="389527" y="318646"/>
                  <a:pt x="389932" y="309031"/>
                  <a:pt x="389283" y="299164"/>
                </a:cubicBezTo>
                <a:cubicBezTo>
                  <a:pt x="388634" y="289296"/>
                  <a:pt x="386932" y="279176"/>
                  <a:pt x="384407" y="268794"/>
                </a:cubicBezTo>
                <a:close/>
                <a:moveTo>
                  <a:pt x="66991" y="0"/>
                </a:moveTo>
                <a:lnTo>
                  <a:pt x="6439807" y="0"/>
                </a:lnTo>
                <a:lnTo>
                  <a:pt x="6439807" y="6857999"/>
                </a:lnTo>
                <a:lnTo>
                  <a:pt x="149318" y="6857999"/>
                </a:lnTo>
                <a:lnTo>
                  <a:pt x="149318" y="6857457"/>
                </a:lnTo>
                <a:lnTo>
                  <a:pt x="22079" y="6857457"/>
                </a:lnTo>
                <a:lnTo>
                  <a:pt x="26851" y="6796804"/>
                </a:lnTo>
                <a:cubicBezTo>
                  <a:pt x="32162" y="6777207"/>
                  <a:pt x="39591" y="6758011"/>
                  <a:pt x="44354" y="6738388"/>
                </a:cubicBezTo>
                <a:cubicBezTo>
                  <a:pt x="48736" y="6720103"/>
                  <a:pt x="58832" y="6702955"/>
                  <a:pt x="67214" y="6685617"/>
                </a:cubicBezTo>
                <a:cubicBezTo>
                  <a:pt x="83217" y="6652472"/>
                  <a:pt x="73120" y="6617036"/>
                  <a:pt x="77310" y="6583128"/>
                </a:cubicBezTo>
                <a:cubicBezTo>
                  <a:pt x="78646" y="6572269"/>
                  <a:pt x="80168" y="6561411"/>
                  <a:pt x="82837" y="6550742"/>
                </a:cubicBezTo>
                <a:cubicBezTo>
                  <a:pt x="89885" y="6521593"/>
                  <a:pt x="95981" y="6491874"/>
                  <a:pt x="105698" y="6463490"/>
                </a:cubicBezTo>
                <a:cubicBezTo>
                  <a:pt x="116555" y="6431292"/>
                  <a:pt x="131034" y="6400429"/>
                  <a:pt x="146085" y="6363664"/>
                </a:cubicBezTo>
                <a:cubicBezTo>
                  <a:pt x="142274" y="6350899"/>
                  <a:pt x="131986" y="6331277"/>
                  <a:pt x="131034" y="6311084"/>
                </a:cubicBezTo>
                <a:cubicBezTo>
                  <a:pt x="127795" y="6246121"/>
                  <a:pt x="145512" y="6185351"/>
                  <a:pt x="173519" y="6127247"/>
                </a:cubicBezTo>
                <a:cubicBezTo>
                  <a:pt x="181900" y="6109530"/>
                  <a:pt x="187424" y="6090477"/>
                  <a:pt x="195616" y="6072569"/>
                </a:cubicBezTo>
                <a:cubicBezTo>
                  <a:pt x="198472" y="6066284"/>
                  <a:pt x="204569" y="6058092"/>
                  <a:pt x="210287" y="6056948"/>
                </a:cubicBezTo>
                <a:cubicBezTo>
                  <a:pt x="243432" y="6050282"/>
                  <a:pt x="242862" y="6025515"/>
                  <a:pt x="244766" y="5999796"/>
                </a:cubicBezTo>
                <a:cubicBezTo>
                  <a:pt x="247051" y="5969124"/>
                  <a:pt x="252386" y="5938836"/>
                  <a:pt x="256958" y="5908355"/>
                </a:cubicBezTo>
                <a:cubicBezTo>
                  <a:pt x="257530" y="5904353"/>
                  <a:pt x="261530" y="5900735"/>
                  <a:pt x="264199" y="5897114"/>
                </a:cubicBezTo>
                <a:cubicBezTo>
                  <a:pt x="268199" y="5891590"/>
                  <a:pt x="274296" y="5886447"/>
                  <a:pt x="275818" y="5880348"/>
                </a:cubicBezTo>
                <a:cubicBezTo>
                  <a:pt x="283249" y="5849107"/>
                  <a:pt x="289535" y="5817674"/>
                  <a:pt x="296393" y="5786239"/>
                </a:cubicBezTo>
                <a:cubicBezTo>
                  <a:pt x="297919" y="5779191"/>
                  <a:pt x="299822" y="5771953"/>
                  <a:pt x="302870" y="5765474"/>
                </a:cubicBezTo>
                <a:cubicBezTo>
                  <a:pt x="305728" y="5759378"/>
                  <a:pt x="310682" y="5754234"/>
                  <a:pt x="313730" y="5748136"/>
                </a:cubicBezTo>
                <a:cubicBezTo>
                  <a:pt x="321921" y="5731564"/>
                  <a:pt x="329541" y="5714607"/>
                  <a:pt x="338685" y="5695178"/>
                </a:cubicBezTo>
                <a:cubicBezTo>
                  <a:pt x="321541" y="5684320"/>
                  <a:pt x="331258" y="5669647"/>
                  <a:pt x="339449" y="5651360"/>
                </a:cubicBezTo>
                <a:cubicBezTo>
                  <a:pt x="347831" y="5632691"/>
                  <a:pt x="350497" y="5611164"/>
                  <a:pt x="353546" y="5590590"/>
                </a:cubicBezTo>
                <a:cubicBezTo>
                  <a:pt x="359070" y="5552869"/>
                  <a:pt x="362499" y="5514957"/>
                  <a:pt x="367451" y="5477239"/>
                </a:cubicBezTo>
                <a:cubicBezTo>
                  <a:pt x="368595" y="5469236"/>
                  <a:pt x="370690" y="5460092"/>
                  <a:pt x="375454" y="5453995"/>
                </a:cubicBezTo>
                <a:cubicBezTo>
                  <a:pt x="407459" y="5412276"/>
                  <a:pt x="416411" y="5361598"/>
                  <a:pt x="413366" y="5313403"/>
                </a:cubicBezTo>
                <a:cubicBezTo>
                  <a:pt x="411078" y="5275491"/>
                  <a:pt x="409363" y="5238343"/>
                  <a:pt x="412601" y="5200813"/>
                </a:cubicBezTo>
                <a:cubicBezTo>
                  <a:pt x="412793" y="5197955"/>
                  <a:pt x="412411" y="5194145"/>
                  <a:pt x="410887" y="5192051"/>
                </a:cubicBezTo>
                <a:cubicBezTo>
                  <a:pt x="400791" y="5179097"/>
                  <a:pt x="400029" y="5165570"/>
                  <a:pt x="398315" y="5148995"/>
                </a:cubicBezTo>
                <a:cubicBezTo>
                  <a:pt x="395837" y="5125562"/>
                  <a:pt x="397553" y="5104036"/>
                  <a:pt x="401743" y="5082317"/>
                </a:cubicBezTo>
                <a:cubicBezTo>
                  <a:pt x="404791" y="5066505"/>
                  <a:pt x="411078" y="5050504"/>
                  <a:pt x="419080" y="5036405"/>
                </a:cubicBezTo>
                <a:cubicBezTo>
                  <a:pt x="430320" y="5016785"/>
                  <a:pt x="434701" y="4997922"/>
                  <a:pt x="419841" y="4979253"/>
                </a:cubicBezTo>
                <a:cubicBezTo>
                  <a:pt x="404029" y="4959061"/>
                  <a:pt x="409553" y="4936201"/>
                  <a:pt x="408983" y="4913909"/>
                </a:cubicBezTo>
                <a:cubicBezTo>
                  <a:pt x="408791" y="4904195"/>
                  <a:pt x="409174" y="4893907"/>
                  <a:pt x="406697" y="4884572"/>
                </a:cubicBezTo>
                <a:cubicBezTo>
                  <a:pt x="399647" y="4857522"/>
                  <a:pt x="388978" y="4831420"/>
                  <a:pt x="384216" y="4803988"/>
                </a:cubicBezTo>
                <a:cubicBezTo>
                  <a:pt x="381551" y="4788747"/>
                  <a:pt x="386312" y="4771793"/>
                  <a:pt x="389741" y="4755980"/>
                </a:cubicBezTo>
                <a:cubicBezTo>
                  <a:pt x="393361" y="4739978"/>
                  <a:pt x="398885" y="4724167"/>
                  <a:pt x="404601" y="4708734"/>
                </a:cubicBezTo>
                <a:cubicBezTo>
                  <a:pt x="408411" y="4698258"/>
                  <a:pt x="412031" y="4686828"/>
                  <a:pt x="418889" y="4678445"/>
                </a:cubicBezTo>
                <a:cubicBezTo>
                  <a:pt x="434510" y="4659393"/>
                  <a:pt x="437178" y="4639772"/>
                  <a:pt x="428986" y="4617291"/>
                </a:cubicBezTo>
                <a:cubicBezTo>
                  <a:pt x="427651" y="4613864"/>
                  <a:pt x="427651" y="4609863"/>
                  <a:pt x="427462" y="4606053"/>
                </a:cubicBezTo>
                <a:cubicBezTo>
                  <a:pt x="423462" y="4545086"/>
                  <a:pt x="420984" y="4484127"/>
                  <a:pt x="414888" y="4423545"/>
                </a:cubicBezTo>
                <a:cubicBezTo>
                  <a:pt x="412411" y="4398972"/>
                  <a:pt x="401553" y="4375349"/>
                  <a:pt x="394695" y="4351154"/>
                </a:cubicBezTo>
                <a:cubicBezTo>
                  <a:pt x="393361" y="4346201"/>
                  <a:pt x="391265" y="4340674"/>
                  <a:pt x="392218" y="4335722"/>
                </a:cubicBezTo>
                <a:cubicBezTo>
                  <a:pt x="401743" y="4281810"/>
                  <a:pt x="387837" y="4231324"/>
                  <a:pt x="369547" y="4181603"/>
                </a:cubicBezTo>
                <a:cubicBezTo>
                  <a:pt x="367642" y="4176461"/>
                  <a:pt x="368214" y="4170174"/>
                  <a:pt x="368595" y="4164458"/>
                </a:cubicBezTo>
                <a:cubicBezTo>
                  <a:pt x="369928" y="4148453"/>
                  <a:pt x="376597" y="4131119"/>
                  <a:pt x="372597" y="4116641"/>
                </a:cubicBezTo>
                <a:cubicBezTo>
                  <a:pt x="361545" y="4078159"/>
                  <a:pt x="348211" y="4040058"/>
                  <a:pt x="331447" y="4003861"/>
                </a:cubicBezTo>
                <a:cubicBezTo>
                  <a:pt x="314493" y="3967091"/>
                  <a:pt x="300203" y="3932993"/>
                  <a:pt x="317350" y="3890891"/>
                </a:cubicBezTo>
                <a:cubicBezTo>
                  <a:pt x="324589" y="3872985"/>
                  <a:pt x="319445" y="3849362"/>
                  <a:pt x="317541" y="3828785"/>
                </a:cubicBezTo>
                <a:cubicBezTo>
                  <a:pt x="316016" y="3813737"/>
                  <a:pt x="307442" y="3799258"/>
                  <a:pt x="307442" y="3784397"/>
                </a:cubicBezTo>
                <a:cubicBezTo>
                  <a:pt x="307442" y="3744770"/>
                  <a:pt x="297346" y="3709529"/>
                  <a:pt x="276771" y="3675238"/>
                </a:cubicBezTo>
                <a:cubicBezTo>
                  <a:pt x="268770" y="3661899"/>
                  <a:pt x="274105" y="3641134"/>
                  <a:pt x="272009" y="3623799"/>
                </a:cubicBezTo>
                <a:cubicBezTo>
                  <a:pt x="269533" y="3605509"/>
                  <a:pt x="267247" y="3586653"/>
                  <a:pt x="261721" y="3569124"/>
                </a:cubicBezTo>
                <a:cubicBezTo>
                  <a:pt x="247242" y="3523785"/>
                  <a:pt x="230859" y="3479015"/>
                  <a:pt x="215618" y="3433866"/>
                </a:cubicBezTo>
                <a:cubicBezTo>
                  <a:pt x="203045" y="3396719"/>
                  <a:pt x="212952" y="3360139"/>
                  <a:pt x="218285" y="3323372"/>
                </a:cubicBezTo>
                <a:cubicBezTo>
                  <a:pt x="221716" y="3300319"/>
                  <a:pt x="229907" y="3278795"/>
                  <a:pt x="217715" y="3252885"/>
                </a:cubicBezTo>
                <a:cubicBezTo>
                  <a:pt x="206093" y="3228119"/>
                  <a:pt x="208761" y="3196686"/>
                  <a:pt x="202474" y="3168870"/>
                </a:cubicBezTo>
                <a:cubicBezTo>
                  <a:pt x="197141" y="3145436"/>
                  <a:pt x="188566" y="3122770"/>
                  <a:pt x="180184" y="3100099"/>
                </a:cubicBezTo>
                <a:cubicBezTo>
                  <a:pt x="168753" y="3069235"/>
                  <a:pt x="156753" y="3038756"/>
                  <a:pt x="162468" y="3005035"/>
                </a:cubicBezTo>
                <a:cubicBezTo>
                  <a:pt x="168946" y="2966742"/>
                  <a:pt x="144561" y="2940455"/>
                  <a:pt x="128367" y="2910353"/>
                </a:cubicBezTo>
                <a:cubicBezTo>
                  <a:pt x="117318" y="2889587"/>
                  <a:pt x="109126" y="2866918"/>
                  <a:pt x="102267" y="2844248"/>
                </a:cubicBezTo>
                <a:cubicBezTo>
                  <a:pt x="93313" y="2813958"/>
                  <a:pt x="87978" y="2782716"/>
                  <a:pt x="79217" y="2752235"/>
                </a:cubicBezTo>
                <a:cubicBezTo>
                  <a:pt x="66072" y="2706131"/>
                  <a:pt x="55784" y="2659455"/>
                  <a:pt x="63024" y="2611450"/>
                </a:cubicBezTo>
                <a:cubicBezTo>
                  <a:pt x="66262" y="2589352"/>
                  <a:pt x="66072" y="2568774"/>
                  <a:pt x="61307" y="2546678"/>
                </a:cubicBezTo>
                <a:cubicBezTo>
                  <a:pt x="53497" y="2510483"/>
                  <a:pt x="52545" y="2473333"/>
                  <a:pt x="23399" y="2444184"/>
                </a:cubicBezTo>
                <a:cubicBezTo>
                  <a:pt x="13111" y="2433897"/>
                  <a:pt x="10446" y="2415420"/>
                  <a:pt x="5110" y="2400369"/>
                </a:cubicBezTo>
                <a:cubicBezTo>
                  <a:pt x="-1178" y="2383032"/>
                  <a:pt x="2062" y="2370270"/>
                  <a:pt x="20352" y="2360933"/>
                </a:cubicBezTo>
                <a:cubicBezTo>
                  <a:pt x="28541" y="2356744"/>
                  <a:pt x="36543" y="2344741"/>
                  <a:pt x="37878" y="2335405"/>
                </a:cubicBezTo>
                <a:cubicBezTo>
                  <a:pt x="41877" y="2307402"/>
                  <a:pt x="35972" y="2281683"/>
                  <a:pt x="23017" y="2254633"/>
                </a:cubicBezTo>
                <a:cubicBezTo>
                  <a:pt x="10825" y="2229296"/>
                  <a:pt x="12159" y="2197670"/>
                  <a:pt x="7395" y="2168903"/>
                </a:cubicBezTo>
                <a:cubicBezTo>
                  <a:pt x="5681" y="2158712"/>
                  <a:pt x="3062" y="2148519"/>
                  <a:pt x="871" y="2138304"/>
                </a:cubicBezTo>
                <a:lnTo>
                  <a:pt x="0" y="2131532"/>
                </a:lnTo>
                <a:lnTo>
                  <a:pt x="0" y="2072225"/>
                </a:lnTo>
                <a:lnTo>
                  <a:pt x="251" y="2069340"/>
                </a:lnTo>
                <a:cubicBezTo>
                  <a:pt x="2061" y="2056600"/>
                  <a:pt x="4156" y="2043835"/>
                  <a:pt x="5299" y="2030977"/>
                </a:cubicBezTo>
                <a:cubicBezTo>
                  <a:pt x="7203" y="2010974"/>
                  <a:pt x="6442" y="1990589"/>
                  <a:pt x="8729" y="1970586"/>
                </a:cubicBezTo>
                <a:cubicBezTo>
                  <a:pt x="10446" y="1954202"/>
                  <a:pt x="14826" y="1938009"/>
                  <a:pt x="18445" y="1921817"/>
                </a:cubicBezTo>
                <a:cubicBezTo>
                  <a:pt x="19779" y="1915912"/>
                  <a:pt x="24922" y="1910004"/>
                  <a:pt x="24161" y="1904673"/>
                </a:cubicBezTo>
                <a:cubicBezTo>
                  <a:pt x="15970" y="1851709"/>
                  <a:pt x="52545" y="1813610"/>
                  <a:pt x="68738" y="1768838"/>
                </a:cubicBezTo>
                <a:cubicBezTo>
                  <a:pt x="85885" y="1721785"/>
                  <a:pt x="112174" y="1676253"/>
                  <a:pt x="104364" y="1623675"/>
                </a:cubicBezTo>
                <a:cubicBezTo>
                  <a:pt x="99601" y="1591859"/>
                  <a:pt x="88551" y="1561189"/>
                  <a:pt x="81883" y="1529563"/>
                </a:cubicBezTo>
                <a:cubicBezTo>
                  <a:pt x="79597" y="1518324"/>
                  <a:pt x="79979" y="1505751"/>
                  <a:pt x="82264" y="1494509"/>
                </a:cubicBezTo>
                <a:cubicBezTo>
                  <a:pt x="92744" y="1440216"/>
                  <a:pt x="94267" y="1386684"/>
                  <a:pt x="77120" y="1333341"/>
                </a:cubicBezTo>
                <a:cubicBezTo>
                  <a:pt x="74262" y="1324198"/>
                  <a:pt x="71597" y="1314483"/>
                  <a:pt x="71597" y="1304955"/>
                </a:cubicBezTo>
                <a:cubicBezTo>
                  <a:pt x="71597" y="1252757"/>
                  <a:pt x="75597" y="1201512"/>
                  <a:pt x="94267" y="1151600"/>
                </a:cubicBezTo>
                <a:cubicBezTo>
                  <a:pt x="100554" y="1134834"/>
                  <a:pt x="96553" y="1114449"/>
                  <a:pt x="98078" y="1095972"/>
                </a:cubicBezTo>
                <a:cubicBezTo>
                  <a:pt x="99409" y="1078826"/>
                  <a:pt x="99981" y="1061298"/>
                  <a:pt x="104364" y="1044725"/>
                </a:cubicBezTo>
                <a:cubicBezTo>
                  <a:pt x="110839" y="1020529"/>
                  <a:pt x="111601" y="998052"/>
                  <a:pt x="105887" y="973095"/>
                </a:cubicBezTo>
                <a:cubicBezTo>
                  <a:pt x="100554" y="949281"/>
                  <a:pt x="103220" y="923562"/>
                  <a:pt x="103029" y="898797"/>
                </a:cubicBezTo>
                <a:cubicBezTo>
                  <a:pt x="102839" y="871173"/>
                  <a:pt x="102649" y="843552"/>
                  <a:pt x="103601" y="815929"/>
                </a:cubicBezTo>
                <a:cubicBezTo>
                  <a:pt x="103981" y="804877"/>
                  <a:pt x="111601" y="792306"/>
                  <a:pt x="108553" y="783158"/>
                </a:cubicBezTo>
                <a:cubicBezTo>
                  <a:pt x="98267" y="753633"/>
                  <a:pt x="110649" y="724104"/>
                  <a:pt x="105127" y="694576"/>
                </a:cubicBezTo>
                <a:cubicBezTo>
                  <a:pt x="102267" y="680096"/>
                  <a:pt x="110078" y="663713"/>
                  <a:pt x="110839" y="648092"/>
                </a:cubicBezTo>
                <a:cubicBezTo>
                  <a:pt x="112174" y="622564"/>
                  <a:pt x="111601" y="597037"/>
                  <a:pt x="111983" y="571508"/>
                </a:cubicBezTo>
                <a:cubicBezTo>
                  <a:pt x="112174" y="563125"/>
                  <a:pt x="112936" y="554933"/>
                  <a:pt x="113318" y="546552"/>
                </a:cubicBezTo>
                <a:cubicBezTo>
                  <a:pt x="113697" y="539121"/>
                  <a:pt x="115411" y="531310"/>
                  <a:pt x="114081" y="524262"/>
                </a:cubicBezTo>
                <a:cubicBezTo>
                  <a:pt x="109315" y="498733"/>
                  <a:pt x="101505" y="473587"/>
                  <a:pt x="98457" y="447870"/>
                </a:cubicBezTo>
                <a:cubicBezTo>
                  <a:pt x="95792" y="425581"/>
                  <a:pt x="99409" y="402529"/>
                  <a:pt x="97505" y="380050"/>
                </a:cubicBezTo>
                <a:cubicBezTo>
                  <a:pt x="94267" y="340425"/>
                  <a:pt x="88551" y="300800"/>
                  <a:pt x="84930" y="261173"/>
                </a:cubicBezTo>
                <a:cubicBezTo>
                  <a:pt x="84168" y="252600"/>
                  <a:pt x="88934" y="243648"/>
                  <a:pt x="89314" y="234883"/>
                </a:cubicBezTo>
                <a:cubicBezTo>
                  <a:pt x="90266" y="207450"/>
                  <a:pt x="90457" y="180017"/>
                  <a:pt x="91027" y="152584"/>
                </a:cubicBezTo>
                <a:cubicBezTo>
                  <a:pt x="91218" y="136963"/>
                  <a:pt x="90647" y="121150"/>
                  <a:pt x="92361" y="105718"/>
                </a:cubicBezTo>
                <a:cubicBezTo>
                  <a:pt x="94647" y="85336"/>
                  <a:pt x="98078" y="66857"/>
                  <a:pt x="83217" y="47806"/>
                </a:cubicBezTo>
                <a:cubicBezTo>
                  <a:pt x="77453" y="40471"/>
                  <a:pt x="73691" y="32636"/>
                  <a:pt x="71207" y="24480"/>
                </a:cubicBezTo>
                <a:close/>
              </a:path>
            </a:pathLst>
          </a:custGeom>
          <a:effectLst>
            <a:outerShdw blurRad="381000" dist="152400" dir="10800000" algn="tr" rotWithShape="0">
              <a:prstClr val="black">
                <a:alpha val="10000"/>
              </a:prstClr>
            </a:outerShdw>
          </a:effectLst>
        </p:spPr>
      </p:pic>
      <p:grpSp>
        <p:nvGrpSpPr>
          <p:cNvPr id="34" name="Group 24">
            <a:extLst>
              <a:ext uri="{FF2B5EF4-FFF2-40B4-BE49-F238E27FC236}">
                <a16:creationId xmlns:a16="http://schemas.microsoft.com/office/drawing/2014/main" id="{4EA04677-6B2C-40F4-975C-ED9196552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32356" y="0"/>
            <a:ext cx="874718" cy="6857455"/>
            <a:chOff x="5632356" y="0"/>
            <a:chExt cx="874718" cy="6857455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3F1ABE2E-F19F-4BD3-B0FA-8A2D8885B9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2640986" y="2991370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8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8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: Shape 26">
              <a:extLst>
                <a:ext uri="{FF2B5EF4-FFF2-40B4-BE49-F238E27FC236}">
                  <a16:creationId xmlns:a16="http://schemas.microsoft.com/office/drawing/2014/main" id="{C86D0F14-D449-4833-830D-A382829E2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2640988" y="2991370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7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7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blipFill dpi="0" rotWithShape="1">
              <a:blip r:embed="rId3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Freeform: Shape 16">
            <a:extLst>
              <a:ext uri="{FF2B5EF4-FFF2-40B4-BE49-F238E27FC236}">
                <a16:creationId xmlns:a16="http://schemas.microsoft.com/office/drawing/2014/main" id="{F276D7A3-5E75-384C-341D-AC92A61AD9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943387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b="1"/>
          </a:p>
        </p:txBody>
      </p:sp>
      <p:sp>
        <p:nvSpPr>
          <p:cNvPr id="20" name="Freeform: Shape 16">
            <a:extLst>
              <a:ext uri="{FF2B5EF4-FFF2-40B4-BE49-F238E27FC236}">
                <a16:creationId xmlns:a16="http://schemas.microsoft.com/office/drawing/2014/main" id="{EFAC5354-C2CD-C424-C574-5E983BBF8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38855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721359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482AF9D-F61E-A036-E60E-AD0E90BF7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7767" y="379449"/>
            <a:ext cx="5248221" cy="1067209"/>
          </a:xfrm>
        </p:spPr>
        <p:txBody>
          <a:bodyPr>
            <a:normAutofit/>
          </a:bodyPr>
          <a:lstStyle/>
          <a:p>
            <a:r>
              <a:rPr lang="hu-HU" sz="3400">
                <a:solidFill>
                  <a:schemeClr val="bg1"/>
                </a:solidFill>
                <a:latin typeface="Arial"/>
                <a:cs typeface="Arial"/>
              </a:rPr>
              <a:t>Fiktív cégünk - </a:t>
            </a:r>
            <a:r>
              <a:rPr lang="hu-HU" sz="3400" err="1">
                <a:solidFill>
                  <a:schemeClr val="bg1"/>
                </a:solidFill>
                <a:latin typeface="Arial"/>
                <a:cs typeface="Arial"/>
              </a:rPr>
              <a:t>Innotech</a:t>
            </a:r>
            <a:r>
              <a:rPr lang="hu-HU" sz="3400">
                <a:solidFill>
                  <a:schemeClr val="bg1"/>
                </a:solidFill>
                <a:latin typeface="Arial"/>
                <a:cs typeface="Arial"/>
              </a:rPr>
              <a:t> Kft.</a:t>
            </a:r>
          </a:p>
        </p:txBody>
      </p:sp>
      <p:pic>
        <p:nvPicPr>
          <p:cNvPr id="4" name="Kép 3" descr="A képen vázlat, rajz, szöveg, illusztráció látható&#10;&#10;Lehet, hogy az AI által létrehozott tartalom helytelen.">
            <a:extLst>
              <a:ext uri="{FF2B5EF4-FFF2-40B4-BE49-F238E27FC236}">
                <a16:creationId xmlns:a16="http://schemas.microsoft.com/office/drawing/2014/main" id="{25B7BE6E-A01E-9460-0183-92BD304FAC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3" b="-3"/>
          <a:stretch>
            <a:fillRect/>
          </a:stretch>
        </p:blipFill>
        <p:spPr>
          <a:xfrm rot="300000">
            <a:off x="739959" y="1095407"/>
            <a:ext cx="4754947" cy="4754947"/>
          </a:xfrm>
          <a:custGeom>
            <a:avLst/>
            <a:gdLst/>
            <a:ahLst/>
            <a:cxnLst/>
            <a:rect l="l" t="t" r="r" b="b"/>
            <a:pathLst>
              <a:path w="2388070" h="2388070">
                <a:moveTo>
                  <a:pt x="1194035" y="0"/>
                </a:moveTo>
                <a:cubicBezTo>
                  <a:pt x="1853482" y="0"/>
                  <a:pt x="2388070" y="534588"/>
                  <a:pt x="2388070" y="1194035"/>
                </a:cubicBezTo>
                <a:cubicBezTo>
                  <a:pt x="2388070" y="1853482"/>
                  <a:pt x="1853482" y="2388070"/>
                  <a:pt x="1194035" y="2388070"/>
                </a:cubicBezTo>
                <a:cubicBezTo>
                  <a:pt x="534588" y="2388070"/>
                  <a:pt x="0" y="1853482"/>
                  <a:pt x="0" y="1194035"/>
                </a:cubicBezTo>
                <a:cubicBezTo>
                  <a:pt x="0" y="534588"/>
                  <a:pt x="534588" y="0"/>
                  <a:pt x="1194035" y="0"/>
                </a:cubicBezTo>
                <a:close/>
              </a:path>
            </a:pathLst>
          </a:custGeom>
          <a:ln w="28575">
            <a:noFill/>
          </a:ln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B894EFA8-F425-4D19-A94B-445388B31E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bg1"/>
          </a:solidFill>
        </p:grpSpPr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32E37E6-04F7-AB0C-0C6F-6409094822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820369"/>
            <a:ext cx="5217173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>
                <a:solidFill>
                  <a:schemeClr val="bg1"/>
                </a:solidFill>
                <a:latin typeface="Arial"/>
                <a:cs typeface="Arial"/>
              </a:rPr>
              <a:t>Cégünk egy fiktív játékfejlesztő cég</a:t>
            </a:r>
          </a:p>
          <a:p>
            <a:r>
              <a:rPr lang="hu-HU">
                <a:solidFill>
                  <a:schemeClr val="bg1"/>
                </a:solidFill>
                <a:latin typeface="Arial"/>
                <a:cs typeface="Arial"/>
              </a:rPr>
              <a:t>Telephelyenként több munkafázis végzése:</a:t>
            </a:r>
          </a:p>
          <a:p>
            <a:pPr lvl="1">
              <a:buFont typeface="Wingdings" panose="020B0604020202020204" pitchFamily="34" charset="0"/>
              <a:buChar char="Ø"/>
            </a:pPr>
            <a:r>
              <a:rPr lang="hu-HU" err="1">
                <a:solidFill>
                  <a:schemeClr val="bg1"/>
                </a:solidFill>
                <a:latin typeface="Arial"/>
                <a:cs typeface="Arial"/>
              </a:rPr>
              <a:t>Engineering</a:t>
            </a:r>
            <a:endParaRPr lang="hu-HU">
              <a:solidFill>
                <a:schemeClr val="bg1"/>
              </a:solidFill>
              <a:latin typeface="Arial"/>
              <a:cs typeface="Arial"/>
            </a:endParaRPr>
          </a:p>
          <a:p>
            <a:pPr lvl="1">
              <a:buFont typeface="Wingdings" panose="020B0604020202020204" pitchFamily="34" charset="0"/>
              <a:buChar char="Ø"/>
            </a:pPr>
            <a:r>
              <a:rPr lang="hu-HU">
                <a:solidFill>
                  <a:schemeClr val="bg1"/>
                </a:solidFill>
                <a:latin typeface="Arial"/>
                <a:cs typeface="Arial"/>
              </a:rPr>
              <a:t>Game Design</a:t>
            </a:r>
          </a:p>
          <a:p>
            <a:pPr lvl="1">
              <a:buFont typeface="Wingdings" panose="020B0604020202020204" pitchFamily="34" charset="0"/>
              <a:buChar char="Ø"/>
            </a:pPr>
            <a:r>
              <a:rPr lang="hu-HU" err="1">
                <a:solidFill>
                  <a:schemeClr val="bg1"/>
                </a:solidFill>
                <a:latin typeface="Arial"/>
                <a:cs typeface="Arial"/>
              </a:rPr>
              <a:t>Sound</a:t>
            </a:r>
            <a:r>
              <a:rPr lang="hu-HU">
                <a:solidFill>
                  <a:schemeClr val="bg1"/>
                </a:solidFill>
                <a:latin typeface="Arial"/>
                <a:cs typeface="Arial"/>
              </a:rPr>
              <a:t> and VFX</a:t>
            </a:r>
          </a:p>
          <a:p>
            <a:pPr lvl="1">
              <a:buFont typeface="Wingdings" panose="020B0604020202020204" pitchFamily="34" charset="0"/>
              <a:buChar char="Ø"/>
            </a:pPr>
            <a:r>
              <a:rPr lang="hu-HU">
                <a:solidFill>
                  <a:schemeClr val="bg1"/>
                </a:solidFill>
                <a:latin typeface="Arial"/>
                <a:cs typeface="Arial"/>
              </a:rPr>
              <a:t>Marketing</a:t>
            </a:r>
          </a:p>
          <a:p>
            <a:pPr lvl="1">
              <a:buFont typeface="Wingdings" panose="020B0604020202020204" pitchFamily="34" charset="0"/>
              <a:buChar char="Ø"/>
            </a:pPr>
            <a:r>
              <a:rPr lang="hu-HU">
                <a:solidFill>
                  <a:schemeClr val="bg1"/>
                </a:solidFill>
                <a:latin typeface="Arial"/>
                <a:cs typeface="Arial"/>
              </a:rPr>
              <a:t>Media Management</a:t>
            </a:r>
          </a:p>
        </p:txBody>
      </p:sp>
      <p:grpSp>
        <p:nvGrpSpPr>
          <p:cNvPr id="42" name="Graphic 185">
            <a:extLst>
              <a:ext uri="{FF2B5EF4-FFF2-40B4-BE49-F238E27FC236}">
                <a16:creationId xmlns:a16="http://schemas.microsoft.com/office/drawing/2014/main" id="{582A903B-6B78-4F0A-B7C9-3D8049902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510EA93-8F64-42C8-A630-D449506E9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6CB53FC-E4DA-4001-928B-9998A85EA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D210B969-4FDF-4AAC-9397-63D5434958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570B3EF0-84EA-4F47-86A3-1EA1F644A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259369A8-EF57-42A1-8EC8-F6A9F92A3A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51864150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1C56A0E-1D42-E2A0-D274-669957E96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6521" y="396117"/>
            <a:ext cx="5217172" cy="11588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Központi szerverszoba</a:t>
            </a:r>
          </a:p>
        </p:txBody>
      </p:sp>
      <p:sp>
        <p:nvSpPr>
          <p:cNvPr id="31" name="Graphic 212">
            <a:extLst>
              <a:ext uri="{FF2B5EF4-FFF2-40B4-BE49-F238E27FC236}">
                <a16:creationId xmlns:a16="http://schemas.microsoft.com/office/drawing/2014/main" id="{52D7FCC1-2D52-49CE-A986-EE6E0CA64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91258" y="619275"/>
            <a:ext cx="932200" cy="932200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3" name="Graphic 212">
            <a:extLst>
              <a:ext uri="{FF2B5EF4-FFF2-40B4-BE49-F238E27FC236}">
                <a16:creationId xmlns:a16="http://schemas.microsoft.com/office/drawing/2014/main" id="{28C3CACD-E5A7-4AAC-AE47-75CF7D30F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91258" y="619275"/>
            <a:ext cx="932200" cy="932200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D2B990B-A590-3222-1DA8-D210469E416F}"/>
              </a:ext>
            </a:extLst>
          </p:cNvPr>
          <p:cNvSpPr txBox="1"/>
          <p:nvPr/>
        </p:nvSpPr>
        <p:spPr>
          <a:xfrm>
            <a:off x="946520" y="2051246"/>
            <a:ext cx="5217173" cy="4351338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err="1">
                <a:solidFill>
                  <a:schemeClr val="bg1"/>
                </a:solidFill>
              </a:rPr>
              <a:t>Tűzfalas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védelem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az</a:t>
            </a:r>
            <a:r>
              <a:rPr lang="en-US" sz="2000">
                <a:solidFill>
                  <a:schemeClr val="bg1"/>
                </a:solidFill>
              </a:rPr>
              <a:t> Internet site </a:t>
            </a:r>
            <a:r>
              <a:rPr lang="en-US" sz="2000" err="1">
                <a:solidFill>
                  <a:schemeClr val="bg1"/>
                </a:solidFill>
              </a:rPr>
              <a:t>felől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jövő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kérésekhez</a:t>
            </a:r>
            <a:endParaRPr lang="en-US" sz="200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bg1"/>
                </a:solidFill>
              </a:rPr>
              <a:t>WEB, HTTP, MAIL, DNS </a:t>
            </a:r>
            <a:r>
              <a:rPr lang="en-US" sz="2000" err="1">
                <a:solidFill>
                  <a:schemeClr val="bg1"/>
                </a:solidFill>
              </a:rPr>
              <a:t>szerver</a:t>
            </a:r>
            <a:endParaRPr lang="en-US" sz="200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err="1">
                <a:solidFill>
                  <a:schemeClr val="bg1"/>
                </a:solidFill>
              </a:rPr>
              <a:t>Központi</a:t>
            </a:r>
            <a:r>
              <a:rPr lang="en-US" sz="2000">
                <a:solidFill>
                  <a:schemeClr val="bg1"/>
                </a:solidFill>
              </a:rPr>
              <a:t> Admin PC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err="1">
                <a:solidFill>
                  <a:schemeClr val="bg1"/>
                </a:solidFill>
              </a:rPr>
              <a:t>Központi</a:t>
            </a:r>
            <a:r>
              <a:rPr lang="en-US" sz="2000">
                <a:solidFill>
                  <a:schemeClr val="bg1"/>
                </a:solidFill>
              </a:rPr>
              <a:t> router </a:t>
            </a:r>
            <a:r>
              <a:rPr lang="en-US" sz="2000" err="1">
                <a:solidFill>
                  <a:schemeClr val="bg1"/>
                </a:solidFill>
              </a:rPr>
              <a:t>telnetes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elérése</a:t>
            </a:r>
            <a:endParaRPr lang="en-US" sz="200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bg1"/>
                </a:solidFill>
              </a:rPr>
              <a:t>A </a:t>
            </a:r>
            <a:r>
              <a:rPr lang="en-US" sz="2000" err="1">
                <a:solidFill>
                  <a:schemeClr val="bg1"/>
                </a:solidFill>
              </a:rPr>
              <a:t>cég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weboldala</a:t>
            </a:r>
            <a:r>
              <a:rPr lang="en-US" sz="2000">
                <a:solidFill>
                  <a:schemeClr val="bg1"/>
                </a:solidFill>
              </a:rPr>
              <a:t> is </a:t>
            </a:r>
            <a:r>
              <a:rPr lang="en-US" sz="2000" err="1">
                <a:solidFill>
                  <a:schemeClr val="bg1"/>
                </a:solidFill>
              </a:rPr>
              <a:t>innen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fut</a:t>
            </a:r>
            <a:r>
              <a:rPr lang="en-US" sz="2000">
                <a:solidFill>
                  <a:schemeClr val="bg1"/>
                </a:solidFill>
              </a:rPr>
              <a:t> (innotech.hu)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A35C15A-135A-4FD3-BA11-A046CFA39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491531" y="1226111"/>
            <a:ext cx="1598829" cy="531293"/>
            <a:chOff x="6491531" y="1420258"/>
            <a:chExt cx="1598829" cy="531293"/>
          </a:xfrm>
          <a:solidFill>
            <a:schemeClr val="bg1"/>
          </a:solidFill>
        </p:grpSpPr>
        <p:grpSp>
          <p:nvGrpSpPr>
            <p:cNvPr id="36" name="Graphic 190">
              <a:extLst>
                <a:ext uri="{FF2B5EF4-FFF2-40B4-BE49-F238E27FC236}">
                  <a16:creationId xmlns:a16="http://schemas.microsoft.com/office/drawing/2014/main" id="{61E65A99-85A2-448D-AA1F-7690BD01A7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491531" y="1420258"/>
              <a:ext cx="1598829" cy="531293"/>
              <a:chOff x="2504802" y="1755501"/>
              <a:chExt cx="1598829" cy="531293"/>
            </a:xfrm>
            <a:grpFill/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A127EC05-3250-408F-8F9F-A73F8B9B1D7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2113855"/>
                <a:ext cx="1598614" cy="172939"/>
              </a:xfrm>
              <a:custGeom>
                <a:avLst/>
                <a:gdLst>
                  <a:gd name="connsiteX0" fmla="*/ 1248648 w 1598614"/>
                  <a:gd name="connsiteY0" fmla="*/ 172939 h 172939"/>
                  <a:gd name="connsiteX1" fmla="*/ 1123031 w 1598614"/>
                  <a:gd name="connsiteY1" fmla="*/ 92708 h 172939"/>
                  <a:gd name="connsiteX2" fmla="*/ 1024085 w 1598614"/>
                  <a:gd name="connsiteY2" fmla="*/ 29469 h 172939"/>
                  <a:gd name="connsiteX3" fmla="*/ 925140 w 1598614"/>
                  <a:gd name="connsiteY3" fmla="*/ 92708 h 172939"/>
                  <a:gd name="connsiteX4" fmla="*/ 799522 w 1598614"/>
                  <a:gd name="connsiteY4" fmla="*/ 172939 h 172939"/>
                  <a:gd name="connsiteX5" fmla="*/ 799522 w 1598614"/>
                  <a:gd name="connsiteY5" fmla="*/ 172939 h 172939"/>
                  <a:gd name="connsiteX6" fmla="*/ 673905 w 1598614"/>
                  <a:gd name="connsiteY6" fmla="*/ 92708 h 172939"/>
                  <a:gd name="connsiteX7" fmla="*/ 574959 w 1598614"/>
                  <a:gd name="connsiteY7" fmla="*/ 29469 h 172939"/>
                  <a:gd name="connsiteX8" fmla="*/ 476014 w 1598614"/>
                  <a:gd name="connsiteY8" fmla="*/ 92708 h 172939"/>
                  <a:gd name="connsiteX9" fmla="*/ 350396 w 1598614"/>
                  <a:gd name="connsiteY9" fmla="*/ 172939 h 172939"/>
                  <a:gd name="connsiteX10" fmla="*/ 224778 w 1598614"/>
                  <a:gd name="connsiteY10" fmla="*/ 92708 h 172939"/>
                  <a:gd name="connsiteX11" fmla="*/ 125833 w 1598614"/>
                  <a:gd name="connsiteY11" fmla="*/ 29469 h 172939"/>
                  <a:gd name="connsiteX12" fmla="*/ 26887 w 1598614"/>
                  <a:gd name="connsiteY12" fmla="*/ 92708 h 172939"/>
                  <a:gd name="connsiteX13" fmla="*/ 0 w 1598614"/>
                  <a:gd name="connsiteY13" fmla="*/ 80232 h 172939"/>
                  <a:gd name="connsiteX14" fmla="*/ 125618 w 1598614"/>
                  <a:gd name="connsiteY14" fmla="*/ 0 h 172939"/>
                  <a:gd name="connsiteX15" fmla="*/ 251235 w 1598614"/>
                  <a:gd name="connsiteY15" fmla="*/ 80232 h 172939"/>
                  <a:gd name="connsiteX16" fmla="*/ 350181 w 1598614"/>
                  <a:gd name="connsiteY16" fmla="*/ 143471 h 172939"/>
                  <a:gd name="connsiteX17" fmla="*/ 449126 w 1598614"/>
                  <a:gd name="connsiteY17" fmla="*/ 80232 h 172939"/>
                  <a:gd name="connsiteX18" fmla="*/ 574744 w 1598614"/>
                  <a:gd name="connsiteY18" fmla="*/ 0 h 172939"/>
                  <a:gd name="connsiteX19" fmla="*/ 700362 w 1598614"/>
                  <a:gd name="connsiteY19" fmla="*/ 80232 h 172939"/>
                  <a:gd name="connsiteX20" fmla="*/ 799307 w 1598614"/>
                  <a:gd name="connsiteY20" fmla="*/ 143471 h 172939"/>
                  <a:gd name="connsiteX21" fmla="*/ 799307 w 1598614"/>
                  <a:gd name="connsiteY21" fmla="*/ 143471 h 172939"/>
                  <a:gd name="connsiteX22" fmla="*/ 898253 w 1598614"/>
                  <a:gd name="connsiteY22" fmla="*/ 80232 h 172939"/>
                  <a:gd name="connsiteX23" fmla="*/ 1023870 w 1598614"/>
                  <a:gd name="connsiteY23" fmla="*/ 0 h 172939"/>
                  <a:gd name="connsiteX24" fmla="*/ 1149488 w 1598614"/>
                  <a:gd name="connsiteY24" fmla="*/ 80232 h 172939"/>
                  <a:gd name="connsiteX25" fmla="*/ 1248433 w 1598614"/>
                  <a:gd name="connsiteY25" fmla="*/ 143471 h 172939"/>
                  <a:gd name="connsiteX26" fmla="*/ 1347379 w 1598614"/>
                  <a:gd name="connsiteY26" fmla="*/ 80232 h 172939"/>
                  <a:gd name="connsiteX27" fmla="*/ 1472997 w 1598614"/>
                  <a:gd name="connsiteY27" fmla="*/ 0 h 172939"/>
                  <a:gd name="connsiteX28" fmla="*/ 1598614 w 1598614"/>
                  <a:gd name="connsiteY28" fmla="*/ 80232 h 172939"/>
                  <a:gd name="connsiteX29" fmla="*/ 1571942 w 1598614"/>
                  <a:gd name="connsiteY29" fmla="*/ 92708 h 172939"/>
                  <a:gd name="connsiteX30" fmla="*/ 1472997 w 1598614"/>
                  <a:gd name="connsiteY30" fmla="*/ 29469 h 172939"/>
                  <a:gd name="connsiteX31" fmla="*/ 1374051 w 1598614"/>
                  <a:gd name="connsiteY31" fmla="*/ 92708 h 172939"/>
                  <a:gd name="connsiteX32" fmla="*/ 1248648 w 1598614"/>
                  <a:gd name="connsiteY32" fmla="*/ 172939 h 1729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614" h="172939">
                    <a:moveTo>
                      <a:pt x="1248648" y="172939"/>
                    </a:moveTo>
                    <a:cubicBezTo>
                      <a:pt x="1194229" y="172939"/>
                      <a:pt x="1146046" y="142180"/>
                      <a:pt x="1123031" y="92708"/>
                    </a:cubicBezTo>
                    <a:cubicBezTo>
                      <a:pt x="1104962" y="53775"/>
                      <a:pt x="1067105" y="29469"/>
                      <a:pt x="1024085" y="29469"/>
                    </a:cubicBezTo>
                    <a:cubicBezTo>
                      <a:pt x="981066" y="29469"/>
                      <a:pt x="943208" y="53775"/>
                      <a:pt x="925140" y="92708"/>
                    </a:cubicBezTo>
                    <a:cubicBezTo>
                      <a:pt x="902124" y="142180"/>
                      <a:pt x="853942" y="172939"/>
                      <a:pt x="799522" y="172939"/>
                    </a:cubicBezTo>
                    <a:cubicBezTo>
                      <a:pt x="799522" y="172939"/>
                      <a:pt x="799522" y="172939"/>
                      <a:pt x="799522" y="172939"/>
                    </a:cubicBezTo>
                    <a:cubicBezTo>
                      <a:pt x="744887" y="172939"/>
                      <a:pt x="696920" y="142180"/>
                      <a:pt x="673905" y="92708"/>
                    </a:cubicBezTo>
                    <a:cubicBezTo>
                      <a:pt x="655836" y="53775"/>
                      <a:pt x="617979" y="29469"/>
                      <a:pt x="574959" y="29469"/>
                    </a:cubicBezTo>
                    <a:cubicBezTo>
                      <a:pt x="531939" y="29469"/>
                      <a:pt x="494082" y="53775"/>
                      <a:pt x="476014" y="92708"/>
                    </a:cubicBezTo>
                    <a:cubicBezTo>
                      <a:pt x="452998" y="142180"/>
                      <a:pt x="405031" y="172939"/>
                      <a:pt x="350396" y="172939"/>
                    </a:cubicBezTo>
                    <a:cubicBezTo>
                      <a:pt x="295976" y="172939"/>
                      <a:pt x="247794" y="142180"/>
                      <a:pt x="224778" y="92708"/>
                    </a:cubicBezTo>
                    <a:cubicBezTo>
                      <a:pt x="206710" y="53775"/>
                      <a:pt x="168853" y="29469"/>
                      <a:pt x="125833" y="29469"/>
                    </a:cubicBezTo>
                    <a:cubicBezTo>
                      <a:pt x="82813" y="29469"/>
                      <a:pt x="44956" y="53775"/>
                      <a:pt x="26887" y="92708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268" y="30759"/>
                      <a:pt x="969235" y="0"/>
                      <a:pt x="1023870" y="0"/>
                    </a:cubicBezTo>
                    <a:cubicBezTo>
                      <a:pt x="1078505" y="0"/>
                      <a:pt x="1126472" y="30759"/>
                      <a:pt x="1149488" y="80232"/>
                    </a:cubicBezTo>
                    <a:cubicBezTo>
                      <a:pt x="1167556" y="119165"/>
                      <a:pt x="1205414" y="143471"/>
                      <a:pt x="1248433" y="143471"/>
                    </a:cubicBezTo>
                    <a:cubicBezTo>
                      <a:pt x="1291453" y="143471"/>
                      <a:pt x="1329311" y="119165"/>
                      <a:pt x="1347379" y="80232"/>
                    </a:cubicBezTo>
                    <a:cubicBezTo>
                      <a:pt x="1370394" y="30759"/>
                      <a:pt x="1418361" y="0"/>
                      <a:pt x="1472997" y="0"/>
                    </a:cubicBezTo>
                    <a:cubicBezTo>
                      <a:pt x="1527632" y="0"/>
                      <a:pt x="1575814" y="30759"/>
                      <a:pt x="1598614" y="80232"/>
                    </a:cubicBezTo>
                    <a:lnTo>
                      <a:pt x="1571942" y="92708"/>
                    </a:lnTo>
                    <a:cubicBezTo>
                      <a:pt x="1553874" y="53775"/>
                      <a:pt x="1515801" y="29469"/>
                      <a:pt x="1472997" y="29469"/>
                    </a:cubicBezTo>
                    <a:cubicBezTo>
                      <a:pt x="1429977" y="29469"/>
                      <a:pt x="1392119" y="53775"/>
                      <a:pt x="1374051" y="92708"/>
                    </a:cubicBezTo>
                    <a:cubicBezTo>
                      <a:pt x="1351251" y="142180"/>
                      <a:pt x="1303069" y="172939"/>
                      <a:pt x="1248648" y="172939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E6D9B8D4-23BB-4CD2-A0FF-95423AFEB0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1755501"/>
                <a:ext cx="1598829" cy="172724"/>
              </a:xfrm>
              <a:custGeom>
                <a:avLst/>
                <a:gdLst>
                  <a:gd name="connsiteX0" fmla="*/ 1248648 w 1598829"/>
                  <a:gd name="connsiteY0" fmla="*/ 172724 h 172724"/>
                  <a:gd name="connsiteX1" fmla="*/ 1123031 w 1598829"/>
                  <a:gd name="connsiteY1" fmla="*/ 92492 h 172724"/>
                  <a:gd name="connsiteX2" fmla="*/ 1024085 w 1598829"/>
                  <a:gd name="connsiteY2" fmla="*/ 29253 h 172724"/>
                  <a:gd name="connsiteX3" fmla="*/ 925140 w 1598829"/>
                  <a:gd name="connsiteY3" fmla="*/ 92492 h 172724"/>
                  <a:gd name="connsiteX4" fmla="*/ 799522 w 1598829"/>
                  <a:gd name="connsiteY4" fmla="*/ 172724 h 172724"/>
                  <a:gd name="connsiteX5" fmla="*/ 799522 w 1598829"/>
                  <a:gd name="connsiteY5" fmla="*/ 172724 h 172724"/>
                  <a:gd name="connsiteX6" fmla="*/ 673905 w 1598829"/>
                  <a:gd name="connsiteY6" fmla="*/ 92492 h 172724"/>
                  <a:gd name="connsiteX7" fmla="*/ 574959 w 1598829"/>
                  <a:gd name="connsiteY7" fmla="*/ 29253 h 172724"/>
                  <a:gd name="connsiteX8" fmla="*/ 476014 w 1598829"/>
                  <a:gd name="connsiteY8" fmla="*/ 92492 h 172724"/>
                  <a:gd name="connsiteX9" fmla="*/ 350396 w 1598829"/>
                  <a:gd name="connsiteY9" fmla="*/ 172724 h 172724"/>
                  <a:gd name="connsiteX10" fmla="*/ 224778 w 1598829"/>
                  <a:gd name="connsiteY10" fmla="*/ 92492 h 172724"/>
                  <a:gd name="connsiteX11" fmla="*/ 125833 w 1598829"/>
                  <a:gd name="connsiteY11" fmla="*/ 29253 h 172724"/>
                  <a:gd name="connsiteX12" fmla="*/ 26887 w 1598829"/>
                  <a:gd name="connsiteY12" fmla="*/ 92492 h 172724"/>
                  <a:gd name="connsiteX13" fmla="*/ 0 w 1598829"/>
                  <a:gd name="connsiteY13" fmla="*/ 80232 h 172724"/>
                  <a:gd name="connsiteX14" fmla="*/ 125618 w 1598829"/>
                  <a:gd name="connsiteY14" fmla="*/ 0 h 172724"/>
                  <a:gd name="connsiteX15" fmla="*/ 251235 w 1598829"/>
                  <a:gd name="connsiteY15" fmla="*/ 80232 h 172724"/>
                  <a:gd name="connsiteX16" fmla="*/ 350181 w 1598829"/>
                  <a:gd name="connsiteY16" fmla="*/ 143471 h 172724"/>
                  <a:gd name="connsiteX17" fmla="*/ 449126 w 1598829"/>
                  <a:gd name="connsiteY17" fmla="*/ 80232 h 172724"/>
                  <a:gd name="connsiteX18" fmla="*/ 574744 w 1598829"/>
                  <a:gd name="connsiteY18" fmla="*/ 0 h 172724"/>
                  <a:gd name="connsiteX19" fmla="*/ 700362 w 1598829"/>
                  <a:gd name="connsiteY19" fmla="*/ 80232 h 172724"/>
                  <a:gd name="connsiteX20" fmla="*/ 799307 w 1598829"/>
                  <a:gd name="connsiteY20" fmla="*/ 143471 h 172724"/>
                  <a:gd name="connsiteX21" fmla="*/ 799307 w 1598829"/>
                  <a:gd name="connsiteY21" fmla="*/ 143471 h 172724"/>
                  <a:gd name="connsiteX22" fmla="*/ 898253 w 1598829"/>
                  <a:gd name="connsiteY22" fmla="*/ 80232 h 172724"/>
                  <a:gd name="connsiteX23" fmla="*/ 1024085 w 1598829"/>
                  <a:gd name="connsiteY23" fmla="*/ 0 h 172724"/>
                  <a:gd name="connsiteX24" fmla="*/ 1149703 w 1598829"/>
                  <a:gd name="connsiteY24" fmla="*/ 80232 h 172724"/>
                  <a:gd name="connsiteX25" fmla="*/ 1248648 w 1598829"/>
                  <a:gd name="connsiteY25" fmla="*/ 143471 h 172724"/>
                  <a:gd name="connsiteX26" fmla="*/ 1347594 w 1598829"/>
                  <a:gd name="connsiteY26" fmla="*/ 80232 h 172724"/>
                  <a:gd name="connsiteX27" fmla="*/ 1473212 w 1598829"/>
                  <a:gd name="connsiteY27" fmla="*/ 0 h 172724"/>
                  <a:gd name="connsiteX28" fmla="*/ 1598829 w 1598829"/>
                  <a:gd name="connsiteY28" fmla="*/ 80232 h 172724"/>
                  <a:gd name="connsiteX29" fmla="*/ 1572157 w 1598829"/>
                  <a:gd name="connsiteY29" fmla="*/ 92492 h 172724"/>
                  <a:gd name="connsiteX30" fmla="*/ 1473212 w 1598829"/>
                  <a:gd name="connsiteY30" fmla="*/ 29253 h 172724"/>
                  <a:gd name="connsiteX31" fmla="*/ 1374266 w 1598829"/>
                  <a:gd name="connsiteY31" fmla="*/ 92492 h 172724"/>
                  <a:gd name="connsiteX32" fmla="*/ 1248648 w 1598829"/>
                  <a:gd name="connsiteY32" fmla="*/ 172724 h 172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829" h="172724">
                    <a:moveTo>
                      <a:pt x="1248648" y="172724"/>
                    </a:moveTo>
                    <a:cubicBezTo>
                      <a:pt x="1194229" y="172724"/>
                      <a:pt x="1146046" y="141965"/>
                      <a:pt x="1123031" y="92492"/>
                    </a:cubicBezTo>
                    <a:cubicBezTo>
                      <a:pt x="1104962" y="53560"/>
                      <a:pt x="1067105" y="29253"/>
                      <a:pt x="1024085" y="29253"/>
                    </a:cubicBezTo>
                    <a:cubicBezTo>
                      <a:pt x="981066" y="29253"/>
                      <a:pt x="943208" y="53560"/>
                      <a:pt x="925140" y="92492"/>
                    </a:cubicBezTo>
                    <a:cubicBezTo>
                      <a:pt x="902124" y="141965"/>
                      <a:pt x="853942" y="172724"/>
                      <a:pt x="799522" y="172724"/>
                    </a:cubicBezTo>
                    <a:cubicBezTo>
                      <a:pt x="799522" y="172724"/>
                      <a:pt x="799522" y="172724"/>
                      <a:pt x="799522" y="172724"/>
                    </a:cubicBezTo>
                    <a:cubicBezTo>
                      <a:pt x="744887" y="172724"/>
                      <a:pt x="696920" y="141965"/>
                      <a:pt x="673905" y="92492"/>
                    </a:cubicBezTo>
                    <a:cubicBezTo>
                      <a:pt x="655836" y="53560"/>
                      <a:pt x="617979" y="29253"/>
                      <a:pt x="574959" y="29253"/>
                    </a:cubicBezTo>
                    <a:cubicBezTo>
                      <a:pt x="531939" y="29253"/>
                      <a:pt x="494082" y="53560"/>
                      <a:pt x="476014" y="92492"/>
                    </a:cubicBezTo>
                    <a:cubicBezTo>
                      <a:pt x="452998" y="141965"/>
                      <a:pt x="405031" y="172724"/>
                      <a:pt x="350396" y="172724"/>
                    </a:cubicBezTo>
                    <a:cubicBezTo>
                      <a:pt x="295976" y="172724"/>
                      <a:pt x="247794" y="141965"/>
                      <a:pt x="224778" y="92492"/>
                    </a:cubicBezTo>
                    <a:cubicBezTo>
                      <a:pt x="206710" y="53560"/>
                      <a:pt x="168853" y="29253"/>
                      <a:pt x="125833" y="29253"/>
                    </a:cubicBezTo>
                    <a:cubicBezTo>
                      <a:pt x="82813" y="29253"/>
                      <a:pt x="44956" y="53560"/>
                      <a:pt x="26887" y="92492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483" y="30759"/>
                      <a:pt x="969450" y="0"/>
                      <a:pt x="1024085" y="0"/>
                    </a:cubicBezTo>
                    <a:cubicBezTo>
                      <a:pt x="1078720" y="0"/>
                      <a:pt x="1126688" y="30759"/>
                      <a:pt x="1149703" y="80232"/>
                    </a:cubicBezTo>
                    <a:cubicBezTo>
                      <a:pt x="1167771" y="119165"/>
                      <a:pt x="1205629" y="143471"/>
                      <a:pt x="1248648" y="143471"/>
                    </a:cubicBezTo>
                    <a:cubicBezTo>
                      <a:pt x="1291668" y="143471"/>
                      <a:pt x="1329526" y="119165"/>
                      <a:pt x="1347594" y="80232"/>
                    </a:cubicBezTo>
                    <a:cubicBezTo>
                      <a:pt x="1370610" y="30759"/>
                      <a:pt x="1418792" y="0"/>
                      <a:pt x="1473212" y="0"/>
                    </a:cubicBezTo>
                    <a:cubicBezTo>
                      <a:pt x="1527847" y="0"/>
                      <a:pt x="1576029" y="30759"/>
                      <a:pt x="1598829" y="80232"/>
                    </a:cubicBezTo>
                    <a:lnTo>
                      <a:pt x="1572157" y="92492"/>
                    </a:lnTo>
                    <a:cubicBezTo>
                      <a:pt x="1554089" y="53560"/>
                      <a:pt x="1516016" y="29253"/>
                      <a:pt x="1473212" y="29253"/>
                    </a:cubicBezTo>
                    <a:cubicBezTo>
                      <a:pt x="1430192" y="29253"/>
                      <a:pt x="1392335" y="53560"/>
                      <a:pt x="1374266" y="92492"/>
                    </a:cubicBezTo>
                    <a:cubicBezTo>
                      <a:pt x="1351251" y="141965"/>
                      <a:pt x="1303069" y="172724"/>
                      <a:pt x="1248648" y="172724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" name="Graphic 190">
              <a:extLst>
                <a:ext uri="{FF2B5EF4-FFF2-40B4-BE49-F238E27FC236}">
                  <a16:creationId xmlns:a16="http://schemas.microsoft.com/office/drawing/2014/main" id="{91DC38B0-ED19-4BAC-A009-485461F23D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491531" y="1420258"/>
              <a:ext cx="1598829" cy="531293"/>
              <a:chOff x="2504802" y="1755501"/>
              <a:chExt cx="1598829" cy="531293"/>
            </a:xfrm>
            <a:grpFill/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1A2C10C3-E625-41E2-8047-2AE4A87F33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2113855"/>
                <a:ext cx="1598614" cy="172939"/>
              </a:xfrm>
              <a:custGeom>
                <a:avLst/>
                <a:gdLst>
                  <a:gd name="connsiteX0" fmla="*/ 1248648 w 1598614"/>
                  <a:gd name="connsiteY0" fmla="*/ 172939 h 172939"/>
                  <a:gd name="connsiteX1" fmla="*/ 1123031 w 1598614"/>
                  <a:gd name="connsiteY1" fmla="*/ 92708 h 172939"/>
                  <a:gd name="connsiteX2" fmla="*/ 1024085 w 1598614"/>
                  <a:gd name="connsiteY2" fmla="*/ 29469 h 172939"/>
                  <a:gd name="connsiteX3" fmla="*/ 925140 w 1598614"/>
                  <a:gd name="connsiteY3" fmla="*/ 92708 h 172939"/>
                  <a:gd name="connsiteX4" fmla="*/ 799522 w 1598614"/>
                  <a:gd name="connsiteY4" fmla="*/ 172939 h 172939"/>
                  <a:gd name="connsiteX5" fmla="*/ 799522 w 1598614"/>
                  <a:gd name="connsiteY5" fmla="*/ 172939 h 172939"/>
                  <a:gd name="connsiteX6" fmla="*/ 673905 w 1598614"/>
                  <a:gd name="connsiteY6" fmla="*/ 92708 h 172939"/>
                  <a:gd name="connsiteX7" fmla="*/ 574959 w 1598614"/>
                  <a:gd name="connsiteY7" fmla="*/ 29469 h 172939"/>
                  <a:gd name="connsiteX8" fmla="*/ 476014 w 1598614"/>
                  <a:gd name="connsiteY8" fmla="*/ 92708 h 172939"/>
                  <a:gd name="connsiteX9" fmla="*/ 350396 w 1598614"/>
                  <a:gd name="connsiteY9" fmla="*/ 172939 h 172939"/>
                  <a:gd name="connsiteX10" fmla="*/ 224778 w 1598614"/>
                  <a:gd name="connsiteY10" fmla="*/ 92708 h 172939"/>
                  <a:gd name="connsiteX11" fmla="*/ 125833 w 1598614"/>
                  <a:gd name="connsiteY11" fmla="*/ 29469 h 172939"/>
                  <a:gd name="connsiteX12" fmla="*/ 26887 w 1598614"/>
                  <a:gd name="connsiteY12" fmla="*/ 92708 h 172939"/>
                  <a:gd name="connsiteX13" fmla="*/ 0 w 1598614"/>
                  <a:gd name="connsiteY13" fmla="*/ 80232 h 172939"/>
                  <a:gd name="connsiteX14" fmla="*/ 125618 w 1598614"/>
                  <a:gd name="connsiteY14" fmla="*/ 0 h 172939"/>
                  <a:gd name="connsiteX15" fmla="*/ 251235 w 1598614"/>
                  <a:gd name="connsiteY15" fmla="*/ 80232 h 172939"/>
                  <a:gd name="connsiteX16" fmla="*/ 350181 w 1598614"/>
                  <a:gd name="connsiteY16" fmla="*/ 143471 h 172939"/>
                  <a:gd name="connsiteX17" fmla="*/ 449126 w 1598614"/>
                  <a:gd name="connsiteY17" fmla="*/ 80232 h 172939"/>
                  <a:gd name="connsiteX18" fmla="*/ 574744 w 1598614"/>
                  <a:gd name="connsiteY18" fmla="*/ 0 h 172939"/>
                  <a:gd name="connsiteX19" fmla="*/ 700362 w 1598614"/>
                  <a:gd name="connsiteY19" fmla="*/ 80232 h 172939"/>
                  <a:gd name="connsiteX20" fmla="*/ 799307 w 1598614"/>
                  <a:gd name="connsiteY20" fmla="*/ 143471 h 172939"/>
                  <a:gd name="connsiteX21" fmla="*/ 799307 w 1598614"/>
                  <a:gd name="connsiteY21" fmla="*/ 143471 h 172939"/>
                  <a:gd name="connsiteX22" fmla="*/ 898253 w 1598614"/>
                  <a:gd name="connsiteY22" fmla="*/ 80232 h 172939"/>
                  <a:gd name="connsiteX23" fmla="*/ 1023870 w 1598614"/>
                  <a:gd name="connsiteY23" fmla="*/ 0 h 172939"/>
                  <a:gd name="connsiteX24" fmla="*/ 1149488 w 1598614"/>
                  <a:gd name="connsiteY24" fmla="*/ 80232 h 172939"/>
                  <a:gd name="connsiteX25" fmla="*/ 1248433 w 1598614"/>
                  <a:gd name="connsiteY25" fmla="*/ 143471 h 172939"/>
                  <a:gd name="connsiteX26" fmla="*/ 1347379 w 1598614"/>
                  <a:gd name="connsiteY26" fmla="*/ 80232 h 172939"/>
                  <a:gd name="connsiteX27" fmla="*/ 1472997 w 1598614"/>
                  <a:gd name="connsiteY27" fmla="*/ 0 h 172939"/>
                  <a:gd name="connsiteX28" fmla="*/ 1598614 w 1598614"/>
                  <a:gd name="connsiteY28" fmla="*/ 80232 h 172939"/>
                  <a:gd name="connsiteX29" fmla="*/ 1571942 w 1598614"/>
                  <a:gd name="connsiteY29" fmla="*/ 92708 h 172939"/>
                  <a:gd name="connsiteX30" fmla="*/ 1472997 w 1598614"/>
                  <a:gd name="connsiteY30" fmla="*/ 29469 h 172939"/>
                  <a:gd name="connsiteX31" fmla="*/ 1374051 w 1598614"/>
                  <a:gd name="connsiteY31" fmla="*/ 92708 h 172939"/>
                  <a:gd name="connsiteX32" fmla="*/ 1248648 w 1598614"/>
                  <a:gd name="connsiteY32" fmla="*/ 172939 h 1729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614" h="172939">
                    <a:moveTo>
                      <a:pt x="1248648" y="172939"/>
                    </a:moveTo>
                    <a:cubicBezTo>
                      <a:pt x="1194229" y="172939"/>
                      <a:pt x="1146046" y="142180"/>
                      <a:pt x="1123031" y="92708"/>
                    </a:cubicBezTo>
                    <a:cubicBezTo>
                      <a:pt x="1104962" y="53775"/>
                      <a:pt x="1067105" y="29469"/>
                      <a:pt x="1024085" y="29469"/>
                    </a:cubicBezTo>
                    <a:cubicBezTo>
                      <a:pt x="981066" y="29469"/>
                      <a:pt x="943208" y="53775"/>
                      <a:pt x="925140" y="92708"/>
                    </a:cubicBezTo>
                    <a:cubicBezTo>
                      <a:pt x="902124" y="142180"/>
                      <a:pt x="853942" y="172939"/>
                      <a:pt x="799522" y="172939"/>
                    </a:cubicBezTo>
                    <a:cubicBezTo>
                      <a:pt x="799522" y="172939"/>
                      <a:pt x="799522" y="172939"/>
                      <a:pt x="799522" y="172939"/>
                    </a:cubicBezTo>
                    <a:cubicBezTo>
                      <a:pt x="744887" y="172939"/>
                      <a:pt x="696920" y="142180"/>
                      <a:pt x="673905" y="92708"/>
                    </a:cubicBezTo>
                    <a:cubicBezTo>
                      <a:pt x="655836" y="53775"/>
                      <a:pt x="617979" y="29469"/>
                      <a:pt x="574959" y="29469"/>
                    </a:cubicBezTo>
                    <a:cubicBezTo>
                      <a:pt x="531939" y="29469"/>
                      <a:pt x="494082" y="53775"/>
                      <a:pt x="476014" y="92708"/>
                    </a:cubicBezTo>
                    <a:cubicBezTo>
                      <a:pt x="452998" y="142180"/>
                      <a:pt x="405031" y="172939"/>
                      <a:pt x="350396" y="172939"/>
                    </a:cubicBezTo>
                    <a:cubicBezTo>
                      <a:pt x="295976" y="172939"/>
                      <a:pt x="247794" y="142180"/>
                      <a:pt x="224778" y="92708"/>
                    </a:cubicBezTo>
                    <a:cubicBezTo>
                      <a:pt x="206710" y="53775"/>
                      <a:pt x="168853" y="29469"/>
                      <a:pt x="125833" y="29469"/>
                    </a:cubicBezTo>
                    <a:cubicBezTo>
                      <a:pt x="82813" y="29469"/>
                      <a:pt x="44956" y="53775"/>
                      <a:pt x="26887" y="92708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268" y="30759"/>
                      <a:pt x="969235" y="0"/>
                      <a:pt x="1023870" y="0"/>
                    </a:cubicBezTo>
                    <a:cubicBezTo>
                      <a:pt x="1078505" y="0"/>
                      <a:pt x="1126472" y="30759"/>
                      <a:pt x="1149488" y="80232"/>
                    </a:cubicBezTo>
                    <a:cubicBezTo>
                      <a:pt x="1167556" y="119165"/>
                      <a:pt x="1205414" y="143471"/>
                      <a:pt x="1248433" y="143471"/>
                    </a:cubicBezTo>
                    <a:cubicBezTo>
                      <a:pt x="1291453" y="143471"/>
                      <a:pt x="1329311" y="119165"/>
                      <a:pt x="1347379" y="80232"/>
                    </a:cubicBezTo>
                    <a:cubicBezTo>
                      <a:pt x="1370394" y="30759"/>
                      <a:pt x="1418361" y="0"/>
                      <a:pt x="1472997" y="0"/>
                    </a:cubicBezTo>
                    <a:cubicBezTo>
                      <a:pt x="1527632" y="0"/>
                      <a:pt x="1575814" y="30759"/>
                      <a:pt x="1598614" y="80232"/>
                    </a:cubicBezTo>
                    <a:lnTo>
                      <a:pt x="1571942" y="92708"/>
                    </a:lnTo>
                    <a:cubicBezTo>
                      <a:pt x="1553874" y="53775"/>
                      <a:pt x="1515801" y="29469"/>
                      <a:pt x="1472997" y="29469"/>
                    </a:cubicBezTo>
                    <a:cubicBezTo>
                      <a:pt x="1429977" y="29469"/>
                      <a:pt x="1392119" y="53775"/>
                      <a:pt x="1374051" y="92708"/>
                    </a:cubicBezTo>
                    <a:cubicBezTo>
                      <a:pt x="1351251" y="142180"/>
                      <a:pt x="1303069" y="172939"/>
                      <a:pt x="1248648" y="172939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F0340A9-BD8A-4ABB-9AC1-7A14DF22EE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1755501"/>
                <a:ext cx="1598829" cy="172724"/>
              </a:xfrm>
              <a:custGeom>
                <a:avLst/>
                <a:gdLst>
                  <a:gd name="connsiteX0" fmla="*/ 1248648 w 1598829"/>
                  <a:gd name="connsiteY0" fmla="*/ 172724 h 172724"/>
                  <a:gd name="connsiteX1" fmla="*/ 1123031 w 1598829"/>
                  <a:gd name="connsiteY1" fmla="*/ 92492 h 172724"/>
                  <a:gd name="connsiteX2" fmla="*/ 1024085 w 1598829"/>
                  <a:gd name="connsiteY2" fmla="*/ 29253 h 172724"/>
                  <a:gd name="connsiteX3" fmla="*/ 925140 w 1598829"/>
                  <a:gd name="connsiteY3" fmla="*/ 92492 h 172724"/>
                  <a:gd name="connsiteX4" fmla="*/ 799522 w 1598829"/>
                  <a:gd name="connsiteY4" fmla="*/ 172724 h 172724"/>
                  <a:gd name="connsiteX5" fmla="*/ 799522 w 1598829"/>
                  <a:gd name="connsiteY5" fmla="*/ 172724 h 172724"/>
                  <a:gd name="connsiteX6" fmla="*/ 673905 w 1598829"/>
                  <a:gd name="connsiteY6" fmla="*/ 92492 h 172724"/>
                  <a:gd name="connsiteX7" fmla="*/ 574959 w 1598829"/>
                  <a:gd name="connsiteY7" fmla="*/ 29253 h 172724"/>
                  <a:gd name="connsiteX8" fmla="*/ 476014 w 1598829"/>
                  <a:gd name="connsiteY8" fmla="*/ 92492 h 172724"/>
                  <a:gd name="connsiteX9" fmla="*/ 350396 w 1598829"/>
                  <a:gd name="connsiteY9" fmla="*/ 172724 h 172724"/>
                  <a:gd name="connsiteX10" fmla="*/ 224778 w 1598829"/>
                  <a:gd name="connsiteY10" fmla="*/ 92492 h 172724"/>
                  <a:gd name="connsiteX11" fmla="*/ 125833 w 1598829"/>
                  <a:gd name="connsiteY11" fmla="*/ 29253 h 172724"/>
                  <a:gd name="connsiteX12" fmla="*/ 26887 w 1598829"/>
                  <a:gd name="connsiteY12" fmla="*/ 92492 h 172724"/>
                  <a:gd name="connsiteX13" fmla="*/ 0 w 1598829"/>
                  <a:gd name="connsiteY13" fmla="*/ 80232 h 172724"/>
                  <a:gd name="connsiteX14" fmla="*/ 125618 w 1598829"/>
                  <a:gd name="connsiteY14" fmla="*/ 0 h 172724"/>
                  <a:gd name="connsiteX15" fmla="*/ 251235 w 1598829"/>
                  <a:gd name="connsiteY15" fmla="*/ 80232 h 172724"/>
                  <a:gd name="connsiteX16" fmla="*/ 350181 w 1598829"/>
                  <a:gd name="connsiteY16" fmla="*/ 143471 h 172724"/>
                  <a:gd name="connsiteX17" fmla="*/ 449126 w 1598829"/>
                  <a:gd name="connsiteY17" fmla="*/ 80232 h 172724"/>
                  <a:gd name="connsiteX18" fmla="*/ 574744 w 1598829"/>
                  <a:gd name="connsiteY18" fmla="*/ 0 h 172724"/>
                  <a:gd name="connsiteX19" fmla="*/ 700362 w 1598829"/>
                  <a:gd name="connsiteY19" fmla="*/ 80232 h 172724"/>
                  <a:gd name="connsiteX20" fmla="*/ 799307 w 1598829"/>
                  <a:gd name="connsiteY20" fmla="*/ 143471 h 172724"/>
                  <a:gd name="connsiteX21" fmla="*/ 799307 w 1598829"/>
                  <a:gd name="connsiteY21" fmla="*/ 143471 h 172724"/>
                  <a:gd name="connsiteX22" fmla="*/ 898253 w 1598829"/>
                  <a:gd name="connsiteY22" fmla="*/ 80232 h 172724"/>
                  <a:gd name="connsiteX23" fmla="*/ 1024085 w 1598829"/>
                  <a:gd name="connsiteY23" fmla="*/ 0 h 172724"/>
                  <a:gd name="connsiteX24" fmla="*/ 1149703 w 1598829"/>
                  <a:gd name="connsiteY24" fmla="*/ 80232 h 172724"/>
                  <a:gd name="connsiteX25" fmla="*/ 1248648 w 1598829"/>
                  <a:gd name="connsiteY25" fmla="*/ 143471 h 172724"/>
                  <a:gd name="connsiteX26" fmla="*/ 1347594 w 1598829"/>
                  <a:gd name="connsiteY26" fmla="*/ 80232 h 172724"/>
                  <a:gd name="connsiteX27" fmla="*/ 1473212 w 1598829"/>
                  <a:gd name="connsiteY27" fmla="*/ 0 h 172724"/>
                  <a:gd name="connsiteX28" fmla="*/ 1598829 w 1598829"/>
                  <a:gd name="connsiteY28" fmla="*/ 80232 h 172724"/>
                  <a:gd name="connsiteX29" fmla="*/ 1572157 w 1598829"/>
                  <a:gd name="connsiteY29" fmla="*/ 92492 h 172724"/>
                  <a:gd name="connsiteX30" fmla="*/ 1473212 w 1598829"/>
                  <a:gd name="connsiteY30" fmla="*/ 29253 h 172724"/>
                  <a:gd name="connsiteX31" fmla="*/ 1374266 w 1598829"/>
                  <a:gd name="connsiteY31" fmla="*/ 92492 h 172724"/>
                  <a:gd name="connsiteX32" fmla="*/ 1248648 w 1598829"/>
                  <a:gd name="connsiteY32" fmla="*/ 172724 h 172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829" h="172724">
                    <a:moveTo>
                      <a:pt x="1248648" y="172724"/>
                    </a:moveTo>
                    <a:cubicBezTo>
                      <a:pt x="1194229" y="172724"/>
                      <a:pt x="1146046" y="141965"/>
                      <a:pt x="1123031" y="92492"/>
                    </a:cubicBezTo>
                    <a:cubicBezTo>
                      <a:pt x="1104962" y="53560"/>
                      <a:pt x="1067105" y="29253"/>
                      <a:pt x="1024085" y="29253"/>
                    </a:cubicBezTo>
                    <a:cubicBezTo>
                      <a:pt x="981066" y="29253"/>
                      <a:pt x="943208" y="53560"/>
                      <a:pt x="925140" y="92492"/>
                    </a:cubicBezTo>
                    <a:cubicBezTo>
                      <a:pt x="902124" y="141965"/>
                      <a:pt x="853942" y="172724"/>
                      <a:pt x="799522" y="172724"/>
                    </a:cubicBezTo>
                    <a:cubicBezTo>
                      <a:pt x="799522" y="172724"/>
                      <a:pt x="799522" y="172724"/>
                      <a:pt x="799522" y="172724"/>
                    </a:cubicBezTo>
                    <a:cubicBezTo>
                      <a:pt x="744887" y="172724"/>
                      <a:pt x="696920" y="141965"/>
                      <a:pt x="673905" y="92492"/>
                    </a:cubicBezTo>
                    <a:cubicBezTo>
                      <a:pt x="655836" y="53560"/>
                      <a:pt x="617979" y="29253"/>
                      <a:pt x="574959" y="29253"/>
                    </a:cubicBezTo>
                    <a:cubicBezTo>
                      <a:pt x="531939" y="29253"/>
                      <a:pt x="494082" y="53560"/>
                      <a:pt x="476014" y="92492"/>
                    </a:cubicBezTo>
                    <a:cubicBezTo>
                      <a:pt x="452998" y="141965"/>
                      <a:pt x="405031" y="172724"/>
                      <a:pt x="350396" y="172724"/>
                    </a:cubicBezTo>
                    <a:cubicBezTo>
                      <a:pt x="295976" y="172724"/>
                      <a:pt x="247794" y="141965"/>
                      <a:pt x="224778" y="92492"/>
                    </a:cubicBezTo>
                    <a:cubicBezTo>
                      <a:pt x="206710" y="53560"/>
                      <a:pt x="168853" y="29253"/>
                      <a:pt x="125833" y="29253"/>
                    </a:cubicBezTo>
                    <a:cubicBezTo>
                      <a:pt x="82813" y="29253"/>
                      <a:pt x="44956" y="53560"/>
                      <a:pt x="26887" y="92492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483" y="30759"/>
                      <a:pt x="969450" y="0"/>
                      <a:pt x="1024085" y="0"/>
                    </a:cubicBezTo>
                    <a:cubicBezTo>
                      <a:pt x="1078720" y="0"/>
                      <a:pt x="1126688" y="30759"/>
                      <a:pt x="1149703" y="80232"/>
                    </a:cubicBezTo>
                    <a:cubicBezTo>
                      <a:pt x="1167771" y="119165"/>
                      <a:pt x="1205629" y="143471"/>
                      <a:pt x="1248648" y="143471"/>
                    </a:cubicBezTo>
                    <a:cubicBezTo>
                      <a:pt x="1291668" y="143471"/>
                      <a:pt x="1329526" y="119165"/>
                      <a:pt x="1347594" y="80232"/>
                    </a:cubicBezTo>
                    <a:cubicBezTo>
                      <a:pt x="1370610" y="30759"/>
                      <a:pt x="1418792" y="0"/>
                      <a:pt x="1473212" y="0"/>
                    </a:cubicBezTo>
                    <a:cubicBezTo>
                      <a:pt x="1527847" y="0"/>
                      <a:pt x="1576029" y="30759"/>
                      <a:pt x="1598829" y="80232"/>
                    </a:cubicBezTo>
                    <a:lnTo>
                      <a:pt x="1572157" y="92492"/>
                    </a:lnTo>
                    <a:cubicBezTo>
                      <a:pt x="1554089" y="53560"/>
                      <a:pt x="1516016" y="29253"/>
                      <a:pt x="1473212" y="29253"/>
                    </a:cubicBezTo>
                    <a:cubicBezTo>
                      <a:pt x="1430192" y="29253"/>
                      <a:pt x="1392335" y="53560"/>
                      <a:pt x="1374266" y="92492"/>
                    </a:cubicBezTo>
                    <a:cubicBezTo>
                      <a:pt x="1351251" y="141965"/>
                      <a:pt x="1303069" y="172724"/>
                      <a:pt x="1248648" y="172724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pic>
        <p:nvPicPr>
          <p:cNvPr id="7" name="Tartalom helye 6" descr="A képen szöveg, képernyőkép, diagram, vázlat látható&#10;&#10;Lehet, hogy az AI által létrehozott tartalom helytelen.">
            <a:extLst>
              <a:ext uri="{FF2B5EF4-FFF2-40B4-BE49-F238E27FC236}">
                <a16:creationId xmlns:a16="http://schemas.microsoft.com/office/drawing/2014/main" id="{96AEBEA6-28AB-7F3F-7D37-8139586CD1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29196" y="1975877"/>
            <a:ext cx="3750305" cy="3087222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03AF83E4-4DE2-499C-9F36-0279E7E4FB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154385" y="4452524"/>
            <a:ext cx="1443404" cy="1443428"/>
            <a:chOff x="10154385" y="4452524"/>
            <a:chExt cx="1443404" cy="1443428"/>
          </a:xfrm>
          <a:solidFill>
            <a:schemeClr val="bg1"/>
          </a:solidFill>
        </p:grpSpPr>
        <p:grpSp>
          <p:nvGrpSpPr>
            <p:cNvPr id="44" name="Graphic 4">
              <a:extLst>
                <a:ext uri="{FF2B5EF4-FFF2-40B4-BE49-F238E27FC236}">
                  <a16:creationId xmlns:a16="http://schemas.microsoft.com/office/drawing/2014/main" id="{0B09EB4D-4323-43F4-9970-42885A83A8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0154385" y="4452524"/>
              <a:ext cx="1443404" cy="1443428"/>
              <a:chOff x="5734037" y="3067039"/>
              <a:chExt cx="724483" cy="724489"/>
            </a:xfrm>
            <a:grpFill/>
          </p:grpSpPr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BA9C6284-1137-47FE-9471-23CA824947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067039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A00A6D3C-23F9-41D9-B891-14D8E2E98D6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8F8D96F5-1ED7-4891-8D8B-A24E72DA7C7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0E9A3A72-EC37-423D-B309-A6487A86C7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EBE630AB-13C0-44A2-80CA-C07483E934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B7768337-3D65-4FE5-8E1A-D79219E0AF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968E4331-550E-4929-ACE8-D2ED2D6EA3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768D8817-CAEE-45BB-820E-A67C68D4801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26284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350A8C31-0139-4ABD-967A-139738E88F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2628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9855AEE1-1C1C-4832-8B4C-042F59E029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A41C5A32-BD0A-4457-9CF7-97467FA2B7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93C14A20-2E3C-49F8-AF55-C384FEB955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DB167719-0D82-4ABF-9BC8-B073A84741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12628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8 w 14097"/>
                  <a:gd name="connsiteY1" fmla="*/ 14097 h 14097"/>
                  <a:gd name="connsiteX2" fmla="*/ 0 w 14097"/>
                  <a:gd name="connsiteY2" fmla="*/ 7049 h 14097"/>
                  <a:gd name="connsiteX3" fmla="*/ 7048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660582DE-E250-4561-9298-E4FADEB90F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820B635A-6E81-4D8A-98A3-141E57A6FF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8543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3909A0ED-D070-4792-A2EE-CCEB6BA63C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4619A19C-3B55-4085-8668-4589996280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87D16772-2B59-486E-BE47-65D591C088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1D6A06B8-1E4A-497F-B977-F78E5D7D00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55BC53AD-5249-4FB1-AB74-3F71AAEB5A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6F8561A-874A-48BB-BCC2-07F002ED4F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BA6B1B8F-9695-447F-BF2F-9010D40A07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24467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454192F9-26C5-4212-BA60-CADA662AFE0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244677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BFBDA013-4858-422E-AE7A-614BF71FBA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42BA261C-0C75-431D-9FD5-2C3AA241BE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0F8709D9-2655-4A39-9228-BCFCBF4122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9653F80B-5CF7-45EF-889B-FD0AAF4835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24467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2A1DA86A-7442-4897-88A4-EDD18A01C5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39623279-A4CE-49AC-B5FA-CD224324BE6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0382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EB9D8B4D-1BE5-4CD9-A592-D0D3D76911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769A47A3-F5B7-4BF0-B920-21A62F96F7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6E5DCDE9-48A4-41BA-987D-CC72C62B36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0F51F840-3DBF-444E-BC79-718416C51DC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2DFD2B64-98D0-4E59-AE1F-693872F36DA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F09CB65-8B7E-426C-A3FE-DD20196FCB3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43149294-A5BC-4E62-A167-3CD55E05B3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63074"/>
                <a:ext cx="14192" cy="14097"/>
              </a:xfrm>
              <a:custGeom>
                <a:avLst/>
                <a:gdLst>
                  <a:gd name="connsiteX0" fmla="*/ 14192 w 14192"/>
                  <a:gd name="connsiteY0" fmla="*/ 7048 h 14097"/>
                  <a:gd name="connsiteX1" fmla="*/ 7144 w 14192"/>
                  <a:gd name="connsiteY1" fmla="*/ 14097 h 14097"/>
                  <a:gd name="connsiteX2" fmla="*/ 0 w 14192"/>
                  <a:gd name="connsiteY2" fmla="*/ 7048 h 14097"/>
                  <a:gd name="connsiteX3" fmla="*/ 7049 w 14192"/>
                  <a:gd name="connsiteY3" fmla="*/ 0 h 14097"/>
                  <a:gd name="connsiteX4" fmla="*/ 14192 w 14192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DB99FCDF-C9A0-40F7-ABDE-7247B2238D5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0CE59751-EC07-43C1-A5F5-AF5D30EBBE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4573CCF2-67F2-4BD1-A01C-1D064B908F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1C60C662-612D-485A-A50D-E938C6E499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0048F63C-A2BB-4D89-9649-91EC2045C0A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63074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8 w 14097"/>
                  <a:gd name="connsiteY1" fmla="*/ 14097 h 14097"/>
                  <a:gd name="connsiteX2" fmla="*/ 0 w 14097"/>
                  <a:gd name="connsiteY2" fmla="*/ 7048 h 14097"/>
                  <a:gd name="connsiteX3" fmla="*/ 7048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1C29F96C-43D4-4F0F-A76D-4CED9C610C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B660107F-776B-455F-AC78-225F21B81D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2222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EB1DB332-7265-477D-9A04-EDB3799DEAD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EBBEFE2D-1654-40D8-A838-45728A1683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190211E2-64DF-4171-811B-B8A0CD87B9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5F7CDCE8-8B48-4859-BDFE-FCB7BC6F58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B770A8C4-614E-4295-A937-718CC61B25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A699ADB6-675C-44B0-B96E-EDD7AC1F96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64875E98-2AA1-4001-90EA-2F3D9E017E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6953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5BEC7219-356F-4141-B57B-8BCD85BF77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564D4AAB-BB2C-4A77-BB45-94EEC66CD7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9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CE9CF29A-81CA-4A03-8B04-55F5668826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52FEFF22-7798-4730-9C0B-EC7EAFCD01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00149276-D167-4D2B-93F1-FD2958302B7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E7DC22D5-A39C-4789-A952-D891488772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26281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7BA51EF1-15F0-4193-AB83-F8C8A64D62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3FB75ADB-F020-4C56-91C6-9AB4629855A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DBCE5CDF-BBF6-4E67-8CCE-9482D7EB4F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2138BABC-E51C-4F80-972E-CF44385C16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96B0C850-272E-4B08-8779-B872DCAA37C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2628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2EEE54AF-B9C2-494D-9E02-2F67FEF7A2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85433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D21349A4-F7C9-492C-A658-EA9F7538B6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D88D1ED8-AC07-4621-9933-E10CE61220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6FD21FCD-1DA9-45C2-9AB5-548EE0E6E6E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C8BDD8CA-1442-470F-A5D3-FC8A87A103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3B8DF094-690E-4C13-8284-7A7C97441A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85432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FE0B926C-A114-444D-BA51-FECE28B03C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244676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00BDE6CC-5F54-4752-ACC4-E3BCF2BEEA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6E28F857-CCD8-4222-84C0-A0B415E7BD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CD2687E0-0214-44E6-8BB1-34F6B7BA898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7F1236AA-FC17-487E-83B1-D71BCB2A87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623384AA-72EF-4BCF-9137-1944405836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24467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1BD81D1B-2270-4FBE-B437-F0DBB8DDFF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6411E268-F8CA-4C78-82ED-DDCF28B0BE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D48F8732-5205-4843-A2EB-3E0EB18F9F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DC5966DA-8E1A-43FF-A1A4-C6879B4564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E3BEFD3E-662F-4B38-859E-093A14241D6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06C52F63-F17B-4356-A3AE-9707D93D29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85706A28-0822-4064-AD3E-2A1F4E1C9E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348A813F-1672-44DB-A207-F3494E7C28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6FC8AEBA-4BD5-4BB0-B004-A8B06B6A4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71ED8D8F-0325-426C-9257-1A5048211F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FF054DF-85C2-466A-9D64-EB6D95AA82E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2D01FA60-E77D-41EE-8228-CFB979E3D5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63074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AC8D6F02-E0C8-4EF5-9D41-E75C16C16E3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BD111AAF-4EE4-4A89-84D2-4201F035D7A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E8F4C133-3F54-4715-A7D6-4261B9A998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0BAA2E6B-E393-45EA-8AE6-A775AA69CC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7DB4F953-9FE8-4B8D-A62B-CB20A7037A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9D918AF2-85FB-436F-99DB-622B076646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4222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1F078C58-0893-4D64-B685-BCB70CAC626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81374"/>
                <a:ext cx="14192" cy="14096"/>
              </a:xfrm>
              <a:custGeom>
                <a:avLst/>
                <a:gdLst>
                  <a:gd name="connsiteX0" fmla="*/ 14192 w 14192"/>
                  <a:gd name="connsiteY0" fmla="*/ 7049 h 14096"/>
                  <a:gd name="connsiteX1" fmla="*/ 7144 w 14192"/>
                  <a:gd name="connsiteY1" fmla="*/ 14097 h 14096"/>
                  <a:gd name="connsiteX2" fmla="*/ 0 w 14192"/>
                  <a:gd name="connsiteY2" fmla="*/ 7049 h 14096"/>
                  <a:gd name="connsiteX3" fmla="*/ 7049 w 14192"/>
                  <a:gd name="connsiteY3" fmla="*/ 0 h 14096"/>
                  <a:gd name="connsiteX4" fmla="*/ 14192 w 14192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1049"/>
                      <a:pt x="0" y="7049"/>
                    </a:cubicBezTo>
                    <a:cubicBezTo>
                      <a:pt x="0" y="3048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AEDA3784-7618-477C-A8B0-36FA393D64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0AC49727-CA00-439E-82D4-B446B78965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6B67B441-65C8-4A53-968B-C56CB40867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94CEDDB5-CC85-4A9E-A73C-85D7B714FA9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80BF7883-770D-4CA2-BE01-C5F4B102B96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7DF07BC6-9560-430C-86FA-AFA6F7DF09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9B085920-7744-44C8-AF91-D2F16C997D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4062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22308C0A-08FC-4AAA-87B2-1E57033E4A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AB727BDA-993C-4BB5-8CED-8D50C55F7A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1BB192D1-56DC-4342-911C-7D80A9084D5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337ADC5A-E225-4E91-B940-2DD15330E74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0D170CF5-349D-4588-8AD3-373D47A4EC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297A6982-5B80-4376-A9D2-C11E9B0843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0B14F779-546D-4011-8459-2E8E34C505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9977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35AE6943-22C6-405D-A071-F8EC29DAB06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2464DBFD-1DA1-456F-8427-CF66CD4C8D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C9CA1114-00C4-448B-BF9A-9D70C709B0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2101A885-A4A8-4AFE-9905-E510D58C84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61E165D-4826-43AD-AD75-1C965A71A0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C1F2231A-5945-44AF-95E4-6D14529C86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1998F14A-698C-4220-92B8-2EC10C3561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7" y="365901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496E0BBF-D595-4DAE-91C6-4EB179C693F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2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E31F1BC0-CB0A-4386-BE5E-7972AFB050F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2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B1575BDE-4CFA-4FAD-9F64-692A6DBFF5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9D32D2E3-5D5B-4751-A477-A26860AC17F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92009233-25F1-4029-B170-318CBBA005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CCBFA5E5-8384-4D58-BD73-BA36E23E80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3ACBBAC3-185E-4C28-81AB-C9BE2A88DE7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9" y="371816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225AF996-F3FB-4AF2-B954-BDF79069E7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E10B0127-17D3-4B62-8708-9558A79455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4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A36A9D1B-B750-446F-99FF-E3280E32AD6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C078DB92-DE53-4BEC-BBD4-B5966EAA16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7334AD7D-F850-4E92-89F9-49EE6E3AA7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14D983A3-96A9-4BB8-90D5-93B0E625F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5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43A1FFE3-BB5F-4455-B23F-DA56AE791E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40" y="377741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C34E69E0-4115-4CAA-86FB-1D5A8830D9B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5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E5707C7C-BEB2-4920-9D44-8AF218FFBF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6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D95D2E5E-6D1E-43FC-A231-E28A082964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83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DB511D52-FE0D-4F8D-AC2F-6806904C67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35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E4D31CC7-D38B-4566-A6F9-5CB84EEAAD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82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48116577-FA2A-434D-83D4-213A1497D2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31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02288414-AA9B-4065-A506-AE5ED2ABC5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481374"/>
                <a:ext cx="14097" cy="14096"/>
              </a:xfrm>
              <a:custGeom>
                <a:avLst/>
                <a:gdLst>
                  <a:gd name="connsiteX0" fmla="*/ 14097 w 14097"/>
                  <a:gd name="connsiteY0" fmla="*/ 7049 h 14096"/>
                  <a:gd name="connsiteX1" fmla="*/ 7049 w 14097"/>
                  <a:gd name="connsiteY1" fmla="*/ 14097 h 14096"/>
                  <a:gd name="connsiteX2" fmla="*/ 0 w 14097"/>
                  <a:gd name="connsiteY2" fmla="*/ 7049 h 14096"/>
                  <a:gd name="connsiteX3" fmla="*/ 7049 w 14097"/>
                  <a:gd name="connsiteY3" fmla="*/ 0 h 14096"/>
                  <a:gd name="connsiteX4" fmla="*/ 14097 w 14097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92EAF5E5-70A0-4FE6-B906-6BCF9C49F7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3DA12971-2CD2-4DE8-8B05-8B11B5614BB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9 w 14096"/>
                  <a:gd name="connsiteY1" fmla="*/ 14097 h 14096"/>
                  <a:gd name="connsiteX2" fmla="*/ 0 w 14096"/>
                  <a:gd name="connsiteY2" fmla="*/ 7049 h 14096"/>
                  <a:gd name="connsiteX3" fmla="*/ 7049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B9486073-CABC-45A3-B442-5959E5CE6D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3EEB7953-85A2-4391-931C-CE88AC0532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1BF2EBC9-4A08-4A35-8C75-15E51BA0AB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48137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1686BEF1-7F1A-40F6-BC3F-24221ACECC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40622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5D2D2281-DA3F-41A6-B56E-2EE507826A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4062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B1EBA419-056B-478C-A25C-B349F4DDD9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406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3DE38383-61B3-4E4E-B781-1C7DA04D657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4062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F62AD048-154B-4830-A46F-263BA35AA7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4063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636A730F-15EE-440C-84B5-0541AE95468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40631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31AF286F-6D0E-447F-B4D1-24729E0D62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99781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6F64061-98E4-477D-BABF-CC6BA8D676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1C601616-D38B-4ED2-BD55-F5AEA36AB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E0593B16-48EE-41A8-B4AF-E03A74CBB8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26B2406B-8A3A-4381-8D69-1178F16C4D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9978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DF1F792D-BA16-4D8F-99C3-E5E6959A51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9978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AA77D5AF-6FFE-4577-BC40-BA19023071D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659026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08F16A01-2EE8-4E4F-83CD-2000577D14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18ACB7FF-8D64-44A2-8571-7DB441D97E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15E0D81-20B6-4D4C-9B7C-4D5A01B6AA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8F687395-0ADA-4504-B6D0-D55493AB66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94D99C3F-4701-403D-A69E-EE345B0E41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0C6D9CF1-A535-4742-B2CF-B61ADC55ED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718177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E9EB265F-CF4E-4485-88F1-AE3CE1BE37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9B354D37-6517-4AF4-8195-9A7B43D20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2A3087FA-3C5B-4898-9FE2-633DAA0B74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C8D7AB32-147E-4110-ABBE-7F1FB68942B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71817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542ED17E-A6FC-4BC6-B7FE-EF9BC5B151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71817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4610CFBC-B173-4CBE-BBD7-7E859FCAB0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2" y="3777419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7578019C-8AAF-4A81-84C4-155EB43FAF8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2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46936191-0661-4BD8-9A61-D00FAC97DF9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8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F7BC1D8F-F88B-4A19-B640-8DCC739927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4" y="3777383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47D77817-943A-4D8A-82EE-C309FC9FF06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87" y="377742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BF86E220-D031-40B7-B3A2-0C723E3A91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24" y="37774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5" name="Graphic 4">
              <a:extLst>
                <a:ext uri="{FF2B5EF4-FFF2-40B4-BE49-F238E27FC236}">
                  <a16:creationId xmlns:a16="http://schemas.microsoft.com/office/drawing/2014/main" id="{226E1D80-1BFB-4A13-8F3C-94D54398C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0154385" y="4452524"/>
              <a:ext cx="1443404" cy="1443428"/>
              <a:chOff x="5734037" y="3067039"/>
              <a:chExt cx="724483" cy="724489"/>
            </a:xfrm>
            <a:grpFill/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3DCC1C21-CB11-4506-90E4-37DCD97AFC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067039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68177170-8FD3-4752-B1DB-0186ADF9B1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8CAA5FB4-9073-4612-99F5-95E1C6D067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E021324-18DD-4114-8992-9652707C16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6ECBC33B-D8EB-4804-9EA3-57C07B57C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03927C7-0E45-4B61-844A-4A626FDF6A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AC6AF6E8-E748-47F7-B35C-567D5FBA6C1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C671E5-B299-470C-9C7A-A50106E51B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26284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7410EBDF-623D-41EF-82A4-9FB938A7B6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2628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6F866F8-B429-471B-9C2B-051BDCBAFE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83B4FBD-06C8-4D5D-B0D9-755E4CD1AA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DE3FD149-0B2F-4DA0-9721-59B9FEE8E0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4D26DB48-036E-4616-BA8B-C606A7B58B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12628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8 w 14097"/>
                  <a:gd name="connsiteY1" fmla="*/ 14097 h 14097"/>
                  <a:gd name="connsiteX2" fmla="*/ 0 w 14097"/>
                  <a:gd name="connsiteY2" fmla="*/ 7049 h 14097"/>
                  <a:gd name="connsiteX3" fmla="*/ 7048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8D6F6275-06AB-4316-B8C4-927E53487C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8E8CABF3-9C76-46A0-8DE9-F055C94A93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8543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A12ED9-6299-4ABD-9827-DD52FE22B2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C0ADA37A-E396-4F92-AB19-D6994E0DD5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6A96001A-BD0F-4CF9-A22B-545ED4F863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D9ACB13-4C6C-4347-9F65-1309B33A1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1F17BE4A-72F8-4529-8558-E62103AEA7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06708C3-D03F-4605-8C6F-AE8EDA0838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520ADFA-68AE-4CE4-913A-F070A2817DF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24467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3C6C63AD-C87A-403E-ADB5-4EDD0344387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244677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9370EAC6-89F0-4826-90D1-E55C334479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1FB61DD4-AB7B-417A-AE96-B1D9CBAC10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B4AD18D2-11BA-4192-9845-206C033F3E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85892E2D-483A-4C0A-87C7-6FFA2EB5E2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24467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A4037ACD-005D-4907-942F-D565AF6C83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AA8FD84E-39BE-456B-84C5-E03698AAC93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0382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B2FC47C2-6EF5-4D17-8703-527F28609C0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DD29BC8A-00E1-481E-8BA4-1AA7F4AA12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5AF6ABE5-726A-495B-A832-3851CB9115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F8E250A7-0600-440B-BEBC-61B2D4D7B11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CC36BEB1-881D-4496-AD7F-1CC4B46FA5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371DFE25-AF37-409C-B032-5F47D7150F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9AF97A7-FC44-49BF-ABD1-59DB48B898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63074"/>
                <a:ext cx="14192" cy="14097"/>
              </a:xfrm>
              <a:custGeom>
                <a:avLst/>
                <a:gdLst>
                  <a:gd name="connsiteX0" fmla="*/ 14192 w 14192"/>
                  <a:gd name="connsiteY0" fmla="*/ 7048 h 14097"/>
                  <a:gd name="connsiteX1" fmla="*/ 7144 w 14192"/>
                  <a:gd name="connsiteY1" fmla="*/ 14097 h 14097"/>
                  <a:gd name="connsiteX2" fmla="*/ 0 w 14192"/>
                  <a:gd name="connsiteY2" fmla="*/ 7048 h 14097"/>
                  <a:gd name="connsiteX3" fmla="*/ 7049 w 14192"/>
                  <a:gd name="connsiteY3" fmla="*/ 0 h 14097"/>
                  <a:gd name="connsiteX4" fmla="*/ 14192 w 14192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3939D792-9C64-48CF-8607-C7873A563A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2F69E48F-45D8-4A8A-A101-5DF775A539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EE47C3F3-8AC5-414F-8E20-25DA306C55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F09CB222-24C1-414A-B56E-EA3617D05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FC26844-A93E-4C55-8619-F58615B4A2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63074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8 w 14097"/>
                  <a:gd name="connsiteY1" fmla="*/ 14097 h 14097"/>
                  <a:gd name="connsiteX2" fmla="*/ 0 w 14097"/>
                  <a:gd name="connsiteY2" fmla="*/ 7048 h 14097"/>
                  <a:gd name="connsiteX3" fmla="*/ 7048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EA8BA8A-4848-4084-A841-501CECF285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BC148C-3116-4C75-89DF-2BF348429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2222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91F3F7CB-7B69-49A3-A09E-D206488312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58072F8C-2347-472F-9D9A-F5511BA401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322C76E0-8D4F-4788-9856-B1AB15B209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63A9EC23-E263-4098-AC45-E628E1A297E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B72211D0-3733-443C-999F-6CE736381C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CEC069AD-6364-4585-A8F1-931648A1BF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39361719-49F1-40E3-9ABA-2FE9D78364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6953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737F2D47-03EF-4AE6-ABB9-36506DF5A4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2554F257-3BD2-493C-A5F1-FCC2C64C35E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9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4D297D55-4523-4CE1-9A0F-3EA6B27F79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605D1D96-783B-407F-BF8C-B0773589EB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95D03B3C-A55A-4738-A6FF-8F2DA5B99E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D41CE56E-C4C8-427A-9E82-C1EEF78E84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26281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72359086-D108-47DE-B6EA-0BEE1835D7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FA49818-F2EA-427C-B93C-15E320DA1B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E435C1E1-0D80-4B30-8CAC-C6EDE1DE7B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30FCB137-01B0-4770-AFC3-003DF7897D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7D03298B-8D34-487C-9DF0-DB9AC83071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2628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4698B28F-FFEF-44BA-B657-E59F80990F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85433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900A4B40-BCFB-46E4-AE4F-FCC5C650911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914CE6AE-7FAB-4A5D-8EA2-861CAF598A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F0F3D4A-D39F-48EE-934D-C73834DC56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09B630BB-5848-4C72-9F5A-FC8EBE7A6B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F662A334-5814-480B-861F-17661B60F7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85432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DC0FC730-550F-42A2-AE79-EEA30B11C7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244676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3054F4A-43DC-46A1-89D0-87DA8F31578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F66EF36-2C9F-49B2-B972-1BA82C8F36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47955EF8-6501-4579-B85F-DE5C0815FF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E0BA4174-EBEB-40DA-8B1D-6A7851E38C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50512C7C-98D6-45AD-8CA4-1BEB01262D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24467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416CB557-0CE9-4015-A920-C6766A066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5EA7B3B4-3BF2-4B69-B300-5D86CCB0A07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887DF00-5D34-4A8B-9A84-C40D336238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EADE921C-83B0-4521-916F-E7EC5CFDAD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5CEDA6FA-EB55-47AE-A005-BF546085C1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9DAC0C40-EF50-4632-B781-ACDAE95AF3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582AAB43-E3D9-4272-8809-5F70B30206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28C7D300-E0BD-4C12-92B1-0801266F022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CCA3ED35-2344-4402-B61B-3932E69457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949146BF-06FF-41BB-BDD3-B80BABB3AAE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393A6A5F-F75B-4BBC-AADC-A84DA758EE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77B21059-EA9B-4329-968B-81F7966D27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63074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BFF9C99F-41B4-4789-934B-8BF03EA94E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C180277F-7E18-4896-AE91-960B379D2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C95FE437-DA37-44C9-B975-96C6DD9DE0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A2A5369E-5DB7-4854-BBEC-D043F3A5F2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B6B0D6D9-913A-4804-83B5-5A9858F570E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29B4FACF-EF13-4EFA-86D3-D5B2B6703A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4222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7BD767A9-D2A3-4942-B654-34DDDFD60B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81374"/>
                <a:ext cx="14192" cy="14096"/>
              </a:xfrm>
              <a:custGeom>
                <a:avLst/>
                <a:gdLst>
                  <a:gd name="connsiteX0" fmla="*/ 14192 w 14192"/>
                  <a:gd name="connsiteY0" fmla="*/ 7049 h 14096"/>
                  <a:gd name="connsiteX1" fmla="*/ 7144 w 14192"/>
                  <a:gd name="connsiteY1" fmla="*/ 14097 h 14096"/>
                  <a:gd name="connsiteX2" fmla="*/ 0 w 14192"/>
                  <a:gd name="connsiteY2" fmla="*/ 7049 h 14096"/>
                  <a:gd name="connsiteX3" fmla="*/ 7049 w 14192"/>
                  <a:gd name="connsiteY3" fmla="*/ 0 h 14096"/>
                  <a:gd name="connsiteX4" fmla="*/ 14192 w 14192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1049"/>
                      <a:pt x="0" y="7049"/>
                    </a:cubicBezTo>
                    <a:cubicBezTo>
                      <a:pt x="0" y="3048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0C97F02F-13B9-4D7E-B916-BC8713CC0D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99C0654B-0803-40FA-BF28-D8EA65F58C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D44F31B6-3657-4241-A94E-EEDBFF0C985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3557624B-3CCB-43DA-998B-B1EC599C75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75B0CCD4-215D-456D-808C-F96ABB74D3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FE4E038E-23E6-43BE-9A3B-523A28DF73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686F1FD-4135-414B-8575-ED97CC8DBF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4062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36FBC8D5-B3FE-4E26-8B4F-5D5668A8A7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33A60C97-778A-4251-A66B-49769F0C20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0CC04E3B-2AC3-4A7B-A425-DDABEA8AF3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CEF7D0E1-459C-4A15-9F05-545F6430B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5797445-BFB3-4EB2-8B44-4BF2C9E915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27FB1FC-477D-45B3-82B0-0F49364698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D94CF442-4FF2-41B3-8870-097DBAF46CF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9977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A24927C8-A42E-4B8D-84A4-50A58968BC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5379CB96-0D3A-4582-8650-A909955BA3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531F84F2-CE93-4841-9AA6-BC9E3557962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D1BED9D2-07EF-452E-AFA1-9A1E80AE24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2C75A1A5-0A11-42EA-AF4E-FF52721258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4275A1C7-FA96-4BBB-A7EF-A7ED02814E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8CA8B3B4-73BE-41D5-900B-42FBF6AA722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7" y="365901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264B0D-E150-4641-BBB1-58080670EE7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2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BCC2D199-EF36-4077-A50C-D9FC99331B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2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C6DCCA13-7F75-46F9-97B3-A9DA4C2173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56C76EEB-75A4-418F-9FE0-CC513BC3C2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1E952CEF-EC1B-4714-8900-D2DFAEF30F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2B899198-ADCC-4613-957B-7A40B17B15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5581AF7F-95DB-4163-B608-C04A61FB92C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9" y="371816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5616F834-835A-42B4-B51B-5AD285E283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EF598AFA-5F8F-4191-8881-1DE91BB2B0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4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6623A080-F2C6-4664-B99C-99A9C287B4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330E7091-D82F-490A-8F32-DE8745212E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2B340B39-E421-434F-AF1A-DAD7E7802D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6C2ED568-9809-4A18-A06A-87018A987E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5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A6C26F4B-6369-4557-B6D4-A1B448B127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40" y="377741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42CEA830-FB77-4EA5-9BAB-64B6F500F32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5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E5A9B88C-3ADF-40D8-9E9B-42439F852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6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CC9DEE2F-0410-4B1A-BED8-D1371CE8B4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83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8A66E75A-959E-436D-B1F1-DBD1E460E1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35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B35526DB-3749-43FA-84BA-E73EE1D1DB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82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6503C90B-19EF-4925-A08A-AE40956A2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31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B98692DC-F401-45BC-ABC7-421F3391C3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481374"/>
                <a:ext cx="14097" cy="14096"/>
              </a:xfrm>
              <a:custGeom>
                <a:avLst/>
                <a:gdLst>
                  <a:gd name="connsiteX0" fmla="*/ 14097 w 14097"/>
                  <a:gd name="connsiteY0" fmla="*/ 7049 h 14096"/>
                  <a:gd name="connsiteX1" fmla="*/ 7049 w 14097"/>
                  <a:gd name="connsiteY1" fmla="*/ 14097 h 14096"/>
                  <a:gd name="connsiteX2" fmla="*/ 0 w 14097"/>
                  <a:gd name="connsiteY2" fmla="*/ 7049 h 14096"/>
                  <a:gd name="connsiteX3" fmla="*/ 7049 w 14097"/>
                  <a:gd name="connsiteY3" fmla="*/ 0 h 14096"/>
                  <a:gd name="connsiteX4" fmla="*/ 14097 w 14097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8629B1A4-7BFC-4F45-9FAD-BB035C4E47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A2F92592-AB8B-4732-BEE7-3E2B830EA39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9 w 14096"/>
                  <a:gd name="connsiteY1" fmla="*/ 14097 h 14096"/>
                  <a:gd name="connsiteX2" fmla="*/ 0 w 14096"/>
                  <a:gd name="connsiteY2" fmla="*/ 7049 h 14096"/>
                  <a:gd name="connsiteX3" fmla="*/ 7049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9C3644DC-02D1-43FF-8ED1-0ECBBA4B30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4DC12AE3-E70C-4CD8-9A74-7567F99C46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0E0DDE12-8B48-4D21-8863-06298ED8B8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48137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C611F1DE-AF40-48FC-8A1E-0A175D439E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40622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34C2CAED-22FC-4450-8BBC-7811F7DF9B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4062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F89E6B45-A41C-4735-A7F5-E4EFD5DCFD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406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44BFE35C-5487-42E8-AC30-01FC1E4F51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4062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3575E1A5-C3CB-4081-A394-36172B7DB1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4063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C9C6DF24-803A-44A1-B29A-B90297D393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40631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22A7B096-566C-4312-AF19-D9A3B6BC0E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99781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8B429767-12DD-4020-BC3E-9944CF36F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F510776-417B-4B74-9082-ED3915450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FEF51D3D-E951-49CE-BCE4-D444BEF6B2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B27BA73E-E784-4961-884D-F507DDE38A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9978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2849019E-0178-4A1C-A5D8-DC3DFC572B8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9978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0B49676D-9D41-4B2D-8FF9-69AC31CFDC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659026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6BDFE3E8-9647-4400-B019-8EDD4E688B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EDD57B95-ED61-4561-9ADF-38126BADCE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3744F230-BFBA-41B0-9FE2-481D1EAFFF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C32022D3-12E0-4BC1-8085-D6CBF3CDD7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D1AED37F-874A-4B21-A522-FEBCB38F4C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5BB466E2-3497-4A3B-8777-FAA0AAEE2B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718177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A924D178-36E4-4E29-86E8-7716F3B4A71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D0DF84E5-BB3D-4120-8FD3-98ECDA31BB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E5B29635-10AC-481E-A2DE-80E9DE6128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AAB430CA-3259-463F-85F9-B6E180323A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71817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8EF18909-FC9F-4845-B1DC-027E82B219F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71817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EFCE2389-D574-49C1-89EB-D8C7308883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2" y="3777419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D44B35A5-5216-45FC-8F0F-D80E383B42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2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9470F10A-F708-41AA-A910-5C288B3556E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8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CD73E13B-910B-40D2-B53F-6614C098BA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4" y="3777383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8267FC95-0200-40B3-B043-D33BEA60D0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87" y="377742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9F14022C-37CD-4CDD-ACD1-86161EF001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24" y="37774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04587501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0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2">
            <a:extLst>
              <a:ext uri="{FF2B5EF4-FFF2-40B4-BE49-F238E27FC236}">
                <a16:creationId xmlns:a16="http://schemas.microsoft.com/office/drawing/2014/main" id="{3C1D1FA3-6212-4B97-9B1E-C7F81247C2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"/>
            <a:ext cx="2232251" cy="236189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C51958-04D4-4687-95A2-95DCDCF474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"/>
            <a:ext cx="2232251" cy="236189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9AFCB35-9C04-4524-A0B1-57FF6865D0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2656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D11AD2AD-0BA0-4DD3-8EEA-84686A0E71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2391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22EE784-753A-D2E7-F547-9799B1D9E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0410" y="575753"/>
            <a:ext cx="4834021" cy="131499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Amerikai központi telephely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2012710E-79C6-6F5B-8A11-E8DABFBF6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61854" y="2125737"/>
            <a:ext cx="4834021" cy="40444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>
              <a:spcAft>
                <a:spcPts val="600"/>
              </a:spcAft>
            </a:pPr>
            <a:r>
              <a:rPr lang="en-US" sz="2000">
                <a:solidFill>
                  <a:schemeClr val="bg1"/>
                </a:solidFill>
              </a:rPr>
              <a:t>A </a:t>
            </a:r>
            <a:r>
              <a:rPr lang="en-US" sz="2000" err="1">
                <a:solidFill>
                  <a:schemeClr val="bg1"/>
                </a:solidFill>
              </a:rPr>
              <a:t>külföldi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munkaerő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bevonása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miatt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Amerikában</a:t>
            </a:r>
            <a:r>
              <a:rPr lang="en-US" sz="2000">
                <a:solidFill>
                  <a:schemeClr val="bg1"/>
                </a:solidFill>
              </a:rPr>
              <a:t> is </a:t>
            </a:r>
            <a:r>
              <a:rPr lang="en-US" sz="2000" err="1">
                <a:solidFill>
                  <a:schemeClr val="bg1"/>
                </a:solidFill>
              </a:rPr>
              <a:t>találhatók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telephelyek</a:t>
            </a:r>
            <a:r>
              <a:rPr lang="en-US" sz="2000">
                <a:solidFill>
                  <a:schemeClr val="bg1"/>
                </a:solidFill>
              </a:rPr>
              <a:t>, </a:t>
            </a:r>
            <a:r>
              <a:rPr lang="en-US" sz="2000" err="1">
                <a:solidFill>
                  <a:schemeClr val="bg1"/>
                </a:solidFill>
              </a:rPr>
              <a:t>szintén</a:t>
            </a:r>
            <a:r>
              <a:rPr lang="en-US" sz="2000">
                <a:solidFill>
                  <a:schemeClr val="bg1"/>
                </a:solidFill>
              </a:rPr>
              <a:t> mint a </a:t>
            </a:r>
            <a:r>
              <a:rPr lang="en-US" sz="2000" err="1">
                <a:solidFill>
                  <a:schemeClr val="bg1"/>
                </a:solidFill>
              </a:rPr>
              <a:t>magyarországon</a:t>
            </a:r>
            <a:r>
              <a:rPr lang="en-US" sz="2000">
                <a:solidFill>
                  <a:schemeClr val="bg1"/>
                </a:solidFill>
              </a:rPr>
              <a:t>, </a:t>
            </a:r>
            <a:r>
              <a:rPr lang="en-US" sz="2000" err="1">
                <a:solidFill>
                  <a:schemeClr val="bg1"/>
                </a:solidFill>
              </a:rPr>
              <a:t>itt</a:t>
            </a:r>
            <a:r>
              <a:rPr lang="en-US" sz="2000">
                <a:solidFill>
                  <a:schemeClr val="bg1"/>
                </a:solidFill>
              </a:rPr>
              <a:t> is </a:t>
            </a:r>
            <a:r>
              <a:rPr lang="en-US" sz="2000" err="1">
                <a:solidFill>
                  <a:schemeClr val="bg1"/>
                </a:solidFill>
              </a:rPr>
              <a:t>található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egy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központi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telephely</a:t>
            </a:r>
            <a:r>
              <a:rPr lang="en-US" sz="2000">
                <a:solidFill>
                  <a:schemeClr val="bg1"/>
                </a:solidFill>
              </a:rPr>
              <a:t>.</a:t>
            </a:r>
          </a:p>
          <a:p>
            <a:pPr marL="285750">
              <a:spcAft>
                <a:spcPts val="600"/>
              </a:spcAft>
            </a:pPr>
            <a:r>
              <a:rPr lang="en-US" sz="2000">
                <a:solidFill>
                  <a:schemeClr val="bg1"/>
                </a:solidFill>
              </a:rPr>
              <a:t>DNS, WEB, FTP, MAIL </a:t>
            </a:r>
            <a:r>
              <a:rPr lang="en-US" sz="2000" err="1">
                <a:solidFill>
                  <a:schemeClr val="bg1"/>
                </a:solidFill>
              </a:rPr>
              <a:t>szerverek</a:t>
            </a:r>
            <a:endParaRPr lang="en-US" sz="2000">
              <a:solidFill>
                <a:schemeClr val="bg1"/>
              </a:solidFill>
            </a:endParaRPr>
          </a:p>
          <a:p>
            <a:pPr marL="285750">
              <a:spcAft>
                <a:spcPts val="600"/>
              </a:spcAft>
            </a:pPr>
            <a:r>
              <a:rPr lang="en-US" sz="2000" err="1">
                <a:solidFill>
                  <a:schemeClr val="bg1"/>
                </a:solidFill>
              </a:rPr>
              <a:t>Tűzfal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az</a:t>
            </a:r>
            <a:r>
              <a:rPr lang="en-US" sz="2000">
                <a:solidFill>
                  <a:schemeClr val="bg1"/>
                </a:solidFill>
              </a:rPr>
              <a:t> ISP </a:t>
            </a:r>
            <a:r>
              <a:rPr lang="en-US" sz="2000" err="1">
                <a:solidFill>
                  <a:schemeClr val="bg1"/>
                </a:solidFill>
              </a:rPr>
              <a:t>felöli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kérések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ellenőrzésére</a:t>
            </a:r>
            <a:endParaRPr lang="en-US" sz="2000">
              <a:solidFill>
                <a:schemeClr val="bg1"/>
              </a:solidFill>
            </a:endParaRPr>
          </a:p>
          <a:p>
            <a:pPr marL="285750">
              <a:spcAft>
                <a:spcPts val="600"/>
              </a:spcAft>
            </a:pPr>
            <a:r>
              <a:rPr lang="en-US" sz="2000">
                <a:solidFill>
                  <a:schemeClr val="bg1"/>
                </a:solidFill>
              </a:rPr>
              <a:t>Saját weboldal (innotech.com)</a:t>
            </a:r>
          </a:p>
          <a:p>
            <a:pPr marL="285750">
              <a:spcAft>
                <a:spcPts val="600"/>
              </a:spcAft>
            </a:pPr>
            <a:r>
              <a:rPr lang="en-US" sz="2000">
                <a:solidFill>
                  <a:schemeClr val="bg1"/>
                </a:solidFill>
              </a:rPr>
              <a:t>Admin PC </a:t>
            </a:r>
            <a:r>
              <a:rPr lang="en-US" sz="2000" err="1">
                <a:solidFill>
                  <a:schemeClr val="bg1"/>
                </a:solidFill>
              </a:rPr>
              <a:t>az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egész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hálózat</a:t>
            </a:r>
            <a:r>
              <a:rPr lang="en-US" sz="200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kezelésére</a:t>
            </a:r>
            <a:endParaRPr lang="en-US" sz="2000">
              <a:solidFill>
                <a:schemeClr val="bg1"/>
              </a:solidFill>
            </a:endParaRPr>
          </a:p>
        </p:txBody>
      </p:sp>
      <p:pic>
        <p:nvPicPr>
          <p:cNvPr id="7" name="Tartalom helye 3" descr="A képen képernyőkép, diagram, szöveg, sor látható&#10;&#10;Lehet, hogy az AI által létrehozott tartalom helytelen.">
            <a:extLst>
              <a:ext uri="{FF2B5EF4-FFF2-40B4-BE49-F238E27FC236}">
                <a16:creationId xmlns:a16="http://schemas.microsoft.com/office/drawing/2014/main" id="{CBDBED2E-5856-A0BA-B03D-083740597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917" y="3029600"/>
            <a:ext cx="5298889" cy="2100205"/>
          </a:xfrm>
          <a:prstGeom prst="rect">
            <a:avLst/>
          </a:prstGeom>
        </p:spPr>
      </p:pic>
      <p:grpSp>
        <p:nvGrpSpPr>
          <p:cNvPr id="61" name="Graphic 185">
            <a:extLst>
              <a:ext uri="{FF2B5EF4-FFF2-40B4-BE49-F238E27FC236}">
                <a16:creationId xmlns:a16="http://schemas.microsoft.com/office/drawing/2014/main" id="{0C156BF8-7FF7-440F-BE2B-417DFFE8B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7067280-C3E7-4DF6-A345-B9FEF6EF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78365A8-666B-4417-9D3C-554E6E6B2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71CAAFA-0A31-4308-AB9F-B1C84ABDF9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96AB1D25-144D-4BB4-A45C-60B8A094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069F0FB4-779A-48FC-AC33-784F177C9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80905828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33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32D6290-3066-B038-AF20-51B2B9773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41752"/>
            <a:ext cx="6140449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Telephelyek felépítése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4A28FFDA-032F-F117-1495-71EBFBA5EEAD}"/>
              </a:ext>
            </a:extLst>
          </p:cNvPr>
          <p:cNvSpPr txBox="1"/>
          <p:nvPr/>
        </p:nvSpPr>
        <p:spPr>
          <a:xfrm>
            <a:off x="838200" y="3146400"/>
            <a:ext cx="6140449" cy="2862288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bg1">
                    <a:alpha val="80000"/>
                  </a:schemeClr>
                </a:solidFill>
              </a:rPr>
              <a:t>3 VLAN minden telephelyen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bg1">
                    <a:alpha val="80000"/>
                  </a:schemeClr>
                </a:solidFill>
              </a:rPr>
              <a:t>ACL lista VLAN-ok között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bg1">
                    <a:alpha val="80000"/>
                  </a:schemeClr>
                </a:solidFill>
              </a:rPr>
              <a:t>Külön DHCP pool minden VLAN-nak (pl. 10.1.10.0/24)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bg1">
                    <a:alpha val="80000"/>
                  </a:schemeClr>
                </a:solidFill>
              </a:rPr>
              <a:t>Wireless hálózat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bg1">
                    <a:alpha val="80000"/>
                  </a:schemeClr>
                </a:solidFill>
              </a:rPr>
              <a:t>Admin számítógép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grpSp>
        <p:nvGrpSpPr>
          <p:cNvPr id="47" name="Group 35">
            <a:extLst>
              <a:ext uri="{FF2B5EF4-FFF2-40B4-BE49-F238E27FC236}">
                <a16:creationId xmlns:a16="http://schemas.microsoft.com/office/drawing/2014/main" id="{B868920F-3C89-4780-A399-2A0099F4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20000" y="-1"/>
            <a:ext cx="4572000" cy="6858001"/>
            <a:chOff x="7620000" y="-1"/>
            <a:chExt cx="4572000" cy="6858001"/>
          </a:xfrm>
          <a:effectLst>
            <a:outerShdw blurRad="381000" dist="152400" dir="10800000" algn="ctr" rotWithShape="0">
              <a:srgbClr val="000000">
                <a:alpha val="10000"/>
              </a:srgbClr>
            </a:outerShdw>
          </a:effectLst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86BC9098-A1F2-42B4-B3CE-C89D727F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7648048" y="0"/>
              <a:ext cx="4543952" cy="6858000"/>
              <a:chOff x="7648048" y="0"/>
              <a:chExt cx="4543952" cy="6858000"/>
            </a:xfrm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21BA563-EEB4-4E92-9277-DBB5C63157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648048" y="0"/>
                <a:ext cx="4543952" cy="6858000"/>
              </a:xfrm>
              <a:custGeom>
                <a:avLst/>
                <a:gdLst>
                  <a:gd name="connsiteX0" fmla="*/ 328959 w 4543952"/>
                  <a:gd name="connsiteY0" fmla="*/ 6564619 h 6858000"/>
                  <a:gd name="connsiteX1" fmla="*/ 306480 w 4543952"/>
                  <a:gd name="connsiteY1" fmla="*/ 6588624 h 6858000"/>
                  <a:gd name="connsiteX2" fmla="*/ 289858 w 4543952"/>
                  <a:gd name="connsiteY2" fmla="*/ 6625223 h 6858000"/>
                  <a:gd name="connsiteX3" fmla="*/ 289858 w 4543952"/>
                  <a:gd name="connsiteY3" fmla="*/ 6625224 h 6858000"/>
                  <a:gd name="connsiteX4" fmla="*/ 289870 w 4543952"/>
                  <a:gd name="connsiteY4" fmla="*/ 6645551 h 6858000"/>
                  <a:gd name="connsiteX5" fmla="*/ 296953 w 4543952"/>
                  <a:gd name="connsiteY5" fmla="*/ 6662539 h 6858000"/>
                  <a:gd name="connsiteX6" fmla="*/ 296953 w 4543952"/>
                  <a:gd name="connsiteY6" fmla="*/ 6662541 h 6858000"/>
                  <a:gd name="connsiteX7" fmla="*/ 296954 w 4543952"/>
                  <a:gd name="connsiteY7" fmla="*/ 6662543 h 6858000"/>
                  <a:gd name="connsiteX8" fmla="*/ 311551 w 4543952"/>
                  <a:gd name="connsiteY8" fmla="*/ 6702975 h 6858000"/>
                  <a:gd name="connsiteX9" fmla="*/ 297715 w 4543952"/>
                  <a:gd name="connsiteY9" fmla="*/ 6742551 h 6858000"/>
                  <a:gd name="connsiteX10" fmla="*/ 297714 w 4543952"/>
                  <a:gd name="connsiteY10" fmla="*/ 6742554 h 6858000"/>
                  <a:gd name="connsiteX11" fmla="*/ 283011 w 4543952"/>
                  <a:gd name="connsiteY11" fmla="*/ 6776799 h 6858000"/>
                  <a:gd name="connsiteX12" fmla="*/ 278238 w 4543952"/>
                  <a:gd name="connsiteY12" fmla="*/ 6812061 h 6858000"/>
                  <a:gd name="connsiteX13" fmla="*/ 278237 w 4543952"/>
                  <a:gd name="connsiteY13" fmla="*/ 6812062 h 6858000"/>
                  <a:gd name="connsiteX14" fmla="*/ 278237 w 4543952"/>
                  <a:gd name="connsiteY14" fmla="*/ 6812063 h 6858000"/>
                  <a:gd name="connsiteX15" fmla="*/ 278238 w 4543952"/>
                  <a:gd name="connsiteY15" fmla="*/ 6812061 h 6858000"/>
                  <a:gd name="connsiteX16" fmla="*/ 297714 w 4543952"/>
                  <a:gd name="connsiteY16" fmla="*/ 6742554 h 6858000"/>
                  <a:gd name="connsiteX17" fmla="*/ 297715 w 4543952"/>
                  <a:gd name="connsiteY17" fmla="*/ 6742552 h 6858000"/>
                  <a:gd name="connsiteX18" fmla="*/ 311551 w 4543952"/>
                  <a:gd name="connsiteY18" fmla="*/ 6702976 h 6858000"/>
                  <a:gd name="connsiteX19" fmla="*/ 311551 w 4543952"/>
                  <a:gd name="connsiteY19" fmla="*/ 6702975 h 6858000"/>
                  <a:gd name="connsiteX20" fmla="*/ 308405 w 4543952"/>
                  <a:gd name="connsiteY20" fmla="*/ 6683026 h 6858000"/>
                  <a:gd name="connsiteX21" fmla="*/ 296954 w 4543952"/>
                  <a:gd name="connsiteY21" fmla="*/ 6662543 h 6858000"/>
                  <a:gd name="connsiteX22" fmla="*/ 296953 w 4543952"/>
                  <a:gd name="connsiteY22" fmla="*/ 6662540 h 6858000"/>
                  <a:gd name="connsiteX23" fmla="*/ 296953 w 4543952"/>
                  <a:gd name="connsiteY23" fmla="*/ 6662539 h 6858000"/>
                  <a:gd name="connsiteX24" fmla="*/ 289858 w 4543952"/>
                  <a:gd name="connsiteY24" fmla="*/ 6625224 h 6858000"/>
                  <a:gd name="connsiteX25" fmla="*/ 306480 w 4543952"/>
                  <a:gd name="connsiteY25" fmla="*/ 6588625 h 6858000"/>
                  <a:gd name="connsiteX26" fmla="*/ 328959 w 4543952"/>
                  <a:gd name="connsiteY26" fmla="*/ 6564620 h 6858000"/>
                  <a:gd name="connsiteX27" fmla="*/ 248638 w 4543952"/>
                  <a:gd name="connsiteY27" fmla="*/ 6438980 h 6858000"/>
                  <a:gd name="connsiteX28" fmla="*/ 268569 w 4543952"/>
                  <a:gd name="connsiteY28" fmla="*/ 6463840 h 6858000"/>
                  <a:gd name="connsiteX29" fmla="*/ 268572 w 4543952"/>
                  <a:gd name="connsiteY29" fmla="*/ 6463848 h 6858000"/>
                  <a:gd name="connsiteX30" fmla="*/ 279556 w 4543952"/>
                  <a:gd name="connsiteY30" fmla="*/ 6508051 h 6858000"/>
                  <a:gd name="connsiteX31" fmla="*/ 282367 w 4543952"/>
                  <a:gd name="connsiteY31" fmla="*/ 6513011 h 6858000"/>
                  <a:gd name="connsiteX32" fmla="*/ 284834 w 4543952"/>
                  <a:gd name="connsiteY32" fmla="*/ 6521803 h 6858000"/>
                  <a:gd name="connsiteX33" fmla="*/ 301172 w 4543952"/>
                  <a:gd name="connsiteY33" fmla="*/ 6546194 h 6858000"/>
                  <a:gd name="connsiteX34" fmla="*/ 301172 w 4543952"/>
                  <a:gd name="connsiteY34" fmla="*/ 6546193 h 6858000"/>
                  <a:gd name="connsiteX35" fmla="*/ 282367 w 4543952"/>
                  <a:gd name="connsiteY35" fmla="*/ 6513011 h 6858000"/>
                  <a:gd name="connsiteX36" fmla="*/ 268572 w 4543952"/>
                  <a:gd name="connsiteY36" fmla="*/ 6463848 h 6858000"/>
                  <a:gd name="connsiteX37" fmla="*/ 268569 w 4543952"/>
                  <a:gd name="connsiteY37" fmla="*/ 6463839 h 6858000"/>
                  <a:gd name="connsiteX38" fmla="*/ 166047 w 4543952"/>
                  <a:gd name="connsiteY38" fmla="*/ 6392242 h 6858000"/>
                  <a:gd name="connsiteX39" fmla="*/ 173364 w 4543952"/>
                  <a:gd name="connsiteY39" fmla="*/ 6407332 h 6858000"/>
                  <a:gd name="connsiteX40" fmla="*/ 173364 w 4543952"/>
                  <a:gd name="connsiteY40" fmla="*/ 6407331 h 6858000"/>
                  <a:gd name="connsiteX41" fmla="*/ 401733 w 4543952"/>
                  <a:gd name="connsiteY41" fmla="*/ 4221390 h 6858000"/>
                  <a:gd name="connsiteX42" fmla="*/ 396017 w 4543952"/>
                  <a:gd name="connsiteY42" fmla="*/ 4253013 h 6858000"/>
                  <a:gd name="connsiteX43" fmla="*/ 356201 w 4543952"/>
                  <a:gd name="connsiteY43" fmla="*/ 4324644 h 6858000"/>
                  <a:gd name="connsiteX44" fmla="*/ 347247 w 4543952"/>
                  <a:gd name="connsiteY44" fmla="*/ 4363889 h 6858000"/>
                  <a:gd name="connsiteX45" fmla="*/ 347247 w 4543952"/>
                  <a:gd name="connsiteY45" fmla="*/ 4363890 h 6858000"/>
                  <a:gd name="connsiteX46" fmla="*/ 348009 w 4543952"/>
                  <a:gd name="connsiteY46" fmla="*/ 4482004 h 6858000"/>
                  <a:gd name="connsiteX47" fmla="*/ 408019 w 4543952"/>
                  <a:gd name="connsiteY47" fmla="*/ 4659174 h 6858000"/>
                  <a:gd name="connsiteX48" fmla="*/ 416021 w 4543952"/>
                  <a:gd name="connsiteY48" fmla="*/ 4677655 h 6858000"/>
                  <a:gd name="connsiteX49" fmla="*/ 425928 w 4543952"/>
                  <a:gd name="connsiteY49" fmla="*/ 4767764 h 6858000"/>
                  <a:gd name="connsiteX50" fmla="*/ 427237 w 4543952"/>
                  <a:gd name="connsiteY50" fmla="*/ 4800482 h 6858000"/>
                  <a:gd name="connsiteX51" fmla="*/ 412401 w 4543952"/>
                  <a:gd name="connsiteY51" fmla="*/ 4828915 h 6858000"/>
                  <a:gd name="connsiteX52" fmla="*/ 391971 w 4543952"/>
                  <a:gd name="connsiteY52" fmla="*/ 4857316 h 6858000"/>
                  <a:gd name="connsiteX53" fmla="*/ 390221 w 4543952"/>
                  <a:gd name="connsiteY53" fmla="*/ 4863342 h 6858000"/>
                  <a:gd name="connsiteX54" fmla="*/ 387469 w 4543952"/>
                  <a:gd name="connsiteY54" fmla="*/ 4867613 h 6858000"/>
                  <a:gd name="connsiteX55" fmla="*/ 382691 w 4543952"/>
                  <a:gd name="connsiteY55" fmla="*/ 4889274 h 6858000"/>
                  <a:gd name="connsiteX56" fmla="*/ 382691 w 4543952"/>
                  <a:gd name="connsiteY56" fmla="*/ 4889275 h 6858000"/>
                  <a:gd name="connsiteX57" fmla="*/ 384396 w 4543952"/>
                  <a:gd name="connsiteY57" fmla="*/ 4912168 h 6858000"/>
                  <a:gd name="connsiteX58" fmla="*/ 385799 w 4543952"/>
                  <a:gd name="connsiteY58" fmla="*/ 4933804 h 6858000"/>
                  <a:gd name="connsiteX59" fmla="*/ 378247 w 4543952"/>
                  <a:gd name="connsiteY59" fmla="*/ 4957452 h 6858000"/>
                  <a:gd name="connsiteX60" fmla="*/ 360964 w 4543952"/>
                  <a:gd name="connsiteY60" fmla="*/ 4987036 h 6858000"/>
                  <a:gd name="connsiteX61" fmla="*/ 334485 w 4543952"/>
                  <a:gd name="connsiteY61" fmla="*/ 5041520 h 6858000"/>
                  <a:gd name="connsiteX62" fmla="*/ 321371 w 4543952"/>
                  <a:gd name="connsiteY62" fmla="*/ 5087422 h 6858000"/>
                  <a:gd name="connsiteX63" fmla="*/ 321364 w 4543952"/>
                  <a:gd name="connsiteY63" fmla="*/ 5087449 h 6858000"/>
                  <a:gd name="connsiteX64" fmla="*/ 315482 w 4543952"/>
                  <a:gd name="connsiteY64" fmla="*/ 5102460 h 6858000"/>
                  <a:gd name="connsiteX65" fmla="*/ 308338 w 4543952"/>
                  <a:gd name="connsiteY65" fmla="*/ 5133219 h 6858000"/>
                  <a:gd name="connsiteX66" fmla="*/ 308337 w 4543952"/>
                  <a:gd name="connsiteY66" fmla="*/ 5133223 h 6858000"/>
                  <a:gd name="connsiteX67" fmla="*/ 308337 w 4543952"/>
                  <a:gd name="connsiteY67" fmla="*/ 5133224 h 6858000"/>
                  <a:gd name="connsiteX68" fmla="*/ 315052 w 4543952"/>
                  <a:gd name="connsiteY68" fmla="*/ 5166113 h 6858000"/>
                  <a:gd name="connsiteX69" fmla="*/ 314362 w 4543952"/>
                  <a:gd name="connsiteY69" fmla="*/ 5172089 h 6858000"/>
                  <a:gd name="connsiteX70" fmla="*/ 311814 w 4543952"/>
                  <a:gd name="connsiteY70" fmla="*/ 5179066 h 6858000"/>
                  <a:gd name="connsiteX71" fmla="*/ 311814 w 4543952"/>
                  <a:gd name="connsiteY71" fmla="*/ 5179067 h 6858000"/>
                  <a:gd name="connsiteX72" fmla="*/ 335437 w 4543952"/>
                  <a:gd name="connsiteY72" fmla="*/ 5272796 h 6858000"/>
                  <a:gd name="connsiteX73" fmla="*/ 360397 w 4543952"/>
                  <a:gd name="connsiteY73" fmla="*/ 5321350 h 6858000"/>
                  <a:gd name="connsiteX74" fmla="*/ 364317 w 4543952"/>
                  <a:gd name="connsiteY74" fmla="*/ 5355013 h 6858000"/>
                  <a:gd name="connsiteX75" fmla="*/ 359440 w 4543952"/>
                  <a:gd name="connsiteY75" fmla="*/ 5385383 h 6858000"/>
                  <a:gd name="connsiteX76" fmla="*/ 351249 w 4543952"/>
                  <a:gd name="connsiteY76" fmla="*/ 5425581 h 6858000"/>
                  <a:gd name="connsiteX77" fmla="*/ 339627 w 4543952"/>
                  <a:gd name="connsiteY77" fmla="*/ 5480636 h 6858000"/>
                  <a:gd name="connsiteX78" fmla="*/ 335103 w 4543952"/>
                  <a:gd name="connsiteY78" fmla="*/ 5507666 h 6858000"/>
                  <a:gd name="connsiteX79" fmla="*/ 335103 w 4543952"/>
                  <a:gd name="connsiteY79" fmla="*/ 5507667 h 6858000"/>
                  <a:gd name="connsiteX80" fmla="*/ 337324 w 4543952"/>
                  <a:gd name="connsiteY80" fmla="*/ 5520421 h 6858000"/>
                  <a:gd name="connsiteX81" fmla="*/ 345722 w 4543952"/>
                  <a:gd name="connsiteY81" fmla="*/ 5531691 h 6858000"/>
                  <a:gd name="connsiteX82" fmla="*/ 345723 w 4543952"/>
                  <a:gd name="connsiteY82" fmla="*/ 5531693 h 6858000"/>
                  <a:gd name="connsiteX83" fmla="*/ 355869 w 4543952"/>
                  <a:gd name="connsiteY83" fmla="*/ 5547577 h 6858000"/>
                  <a:gd name="connsiteX84" fmla="*/ 346295 w 4543952"/>
                  <a:gd name="connsiteY84" fmla="*/ 5562745 h 6858000"/>
                  <a:gd name="connsiteX85" fmla="*/ 275047 w 4543952"/>
                  <a:gd name="connsiteY85" fmla="*/ 5704482 h 6858000"/>
                  <a:gd name="connsiteX86" fmla="*/ 269141 w 4543952"/>
                  <a:gd name="connsiteY86" fmla="*/ 5740487 h 6858000"/>
                  <a:gd name="connsiteX87" fmla="*/ 260376 w 4543952"/>
                  <a:gd name="connsiteY87" fmla="*/ 5760872 h 6858000"/>
                  <a:gd name="connsiteX88" fmla="*/ 171981 w 4543952"/>
                  <a:gd name="connsiteY88" fmla="*/ 5883750 h 6858000"/>
                  <a:gd name="connsiteX89" fmla="*/ 171979 w 4543952"/>
                  <a:gd name="connsiteY89" fmla="*/ 5883755 h 6858000"/>
                  <a:gd name="connsiteX90" fmla="*/ 160957 w 4543952"/>
                  <a:gd name="connsiteY90" fmla="*/ 5909350 h 6858000"/>
                  <a:gd name="connsiteX91" fmla="*/ 154076 w 4543952"/>
                  <a:gd name="connsiteY91" fmla="*/ 5935945 h 6858000"/>
                  <a:gd name="connsiteX92" fmla="*/ 154075 w 4543952"/>
                  <a:gd name="connsiteY92" fmla="*/ 5935948 h 6858000"/>
                  <a:gd name="connsiteX93" fmla="*/ 154075 w 4543952"/>
                  <a:gd name="connsiteY93" fmla="*/ 5935949 h 6858000"/>
                  <a:gd name="connsiteX94" fmla="*/ 154242 w 4543952"/>
                  <a:gd name="connsiteY94" fmla="*/ 5964476 h 6858000"/>
                  <a:gd name="connsiteX95" fmla="*/ 157695 w 4543952"/>
                  <a:gd name="connsiteY95" fmla="*/ 5993289 h 6858000"/>
                  <a:gd name="connsiteX96" fmla="*/ 157695 w 4543952"/>
                  <a:gd name="connsiteY96" fmla="*/ 5993291 h 6858000"/>
                  <a:gd name="connsiteX97" fmla="*/ 164171 w 4543952"/>
                  <a:gd name="connsiteY97" fmla="*/ 6026440 h 6858000"/>
                  <a:gd name="connsiteX98" fmla="*/ 220371 w 4543952"/>
                  <a:gd name="connsiteY98" fmla="*/ 6108738 h 6858000"/>
                  <a:gd name="connsiteX99" fmla="*/ 234064 w 4543952"/>
                  <a:gd name="connsiteY99" fmla="*/ 6133314 h 6858000"/>
                  <a:gd name="connsiteX100" fmla="*/ 218468 w 4543952"/>
                  <a:gd name="connsiteY100" fmla="*/ 6155599 h 6858000"/>
                  <a:gd name="connsiteX101" fmla="*/ 218465 w 4543952"/>
                  <a:gd name="connsiteY101" fmla="*/ 6155601 h 6858000"/>
                  <a:gd name="connsiteX102" fmla="*/ 179794 w 4543952"/>
                  <a:gd name="connsiteY102" fmla="*/ 6228755 h 6858000"/>
                  <a:gd name="connsiteX103" fmla="*/ 162457 w 4543952"/>
                  <a:gd name="connsiteY103" fmla="*/ 6361538 h 6858000"/>
                  <a:gd name="connsiteX104" fmla="*/ 162457 w 4543952"/>
                  <a:gd name="connsiteY104" fmla="*/ 6361539 h 6858000"/>
                  <a:gd name="connsiteX105" fmla="*/ 179794 w 4543952"/>
                  <a:gd name="connsiteY105" fmla="*/ 6228756 h 6858000"/>
                  <a:gd name="connsiteX106" fmla="*/ 218465 w 4543952"/>
                  <a:gd name="connsiteY106" fmla="*/ 6155602 h 6858000"/>
                  <a:gd name="connsiteX107" fmla="*/ 218468 w 4543952"/>
                  <a:gd name="connsiteY107" fmla="*/ 6155599 h 6858000"/>
                  <a:gd name="connsiteX108" fmla="*/ 230364 w 4543952"/>
                  <a:gd name="connsiteY108" fmla="*/ 6143189 h 6858000"/>
                  <a:gd name="connsiteX109" fmla="*/ 234064 w 4543952"/>
                  <a:gd name="connsiteY109" fmla="*/ 6133314 h 6858000"/>
                  <a:gd name="connsiteX110" fmla="*/ 234064 w 4543952"/>
                  <a:gd name="connsiteY110" fmla="*/ 6133313 h 6858000"/>
                  <a:gd name="connsiteX111" fmla="*/ 220371 w 4543952"/>
                  <a:gd name="connsiteY111" fmla="*/ 6108737 h 6858000"/>
                  <a:gd name="connsiteX112" fmla="*/ 164171 w 4543952"/>
                  <a:gd name="connsiteY112" fmla="*/ 6026439 h 6858000"/>
                  <a:gd name="connsiteX113" fmla="*/ 157695 w 4543952"/>
                  <a:gd name="connsiteY113" fmla="*/ 5993290 h 6858000"/>
                  <a:gd name="connsiteX114" fmla="*/ 157695 w 4543952"/>
                  <a:gd name="connsiteY114" fmla="*/ 5993289 h 6858000"/>
                  <a:gd name="connsiteX115" fmla="*/ 154075 w 4543952"/>
                  <a:gd name="connsiteY115" fmla="*/ 5935949 h 6858000"/>
                  <a:gd name="connsiteX116" fmla="*/ 154076 w 4543952"/>
                  <a:gd name="connsiteY116" fmla="*/ 5935945 h 6858000"/>
                  <a:gd name="connsiteX117" fmla="*/ 171979 w 4543952"/>
                  <a:gd name="connsiteY117" fmla="*/ 5883755 h 6858000"/>
                  <a:gd name="connsiteX118" fmla="*/ 171981 w 4543952"/>
                  <a:gd name="connsiteY118" fmla="*/ 5883751 h 6858000"/>
                  <a:gd name="connsiteX119" fmla="*/ 260376 w 4543952"/>
                  <a:gd name="connsiteY119" fmla="*/ 5760873 h 6858000"/>
                  <a:gd name="connsiteX120" fmla="*/ 269141 w 4543952"/>
                  <a:gd name="connsiteY120" fmla="*/ 5740488 h 6858000"/>
                  <a:gd name="connsiteX121" fmla="*/ 275047 w 4543952"/>
                  <a:gd name="connsiteY121" fmla="*/ 5704483 h 6858000"/>
                  <a:gd name="connsiteX122" fmla="*/ 346295 w 4543952"/>
                  <a:gd name="connsiteY122" fmla="*/ 5562746 h 6858000"/>
                  <a:gd name="connsiteX123" fmla="*/ 355869 w 4543952"/>
                  <a:gd name="connsiteY123" fmla="*/ 5547578 h 6858000"/>
                  <a:gd name="connsiteX124" fmla="*/ 355869 w 4543952"/>
                  <a:gd name="connsiteY124" fmla="*/ 5547577 h 6858000"/>
                  <a:gd name="connsiteX125" fmla="*/ 345723 w 4543952"/>
                  <a:gd name="connsiteY125" fmla="*/ 5531692 h 6858000"/>
                  <a:gd name="connsiteX126" fmla="*/ 345722 w 4543952"/>
                  <a:gd name="connsiteY126" fmla="*/ 5531691 h 6858000"/>
                  <a:gd name="connsiteX127" fmla="*/ 335103 w 4543952"/>
                  <a:gd name="connsiteY127" fmla="*/ 5507667 h 6858000"/>
                  <a:gd name="connsiteX128" fmla="*/ 339627 w 4543952"/>
                  <a:gd name="connsiteY128" fmla="*/ 5480637 h 6858000"/>
                  <a:gd name="connsiteX129" fmla="*/ 351249 w 4543952"/>
                  <a:gd name="connsiteY129" fmla="*/ 5425582 h 6858000"/>
                  <a:gd name="connsiteX130" fmla="*/ 359440 w 4543952"/>
                  <a:gd name="connsiteY130" fmla="*/ 5385384 h 6858000"/>
                  <a:gd name="connsiteX131" fmla="*/ 364317 w 4543952"/>
                  <a:gd name="connsiteY131" fmla="*/ 5355014 h 6858000"/>
                  <a:gd name="connsiteX132" fmla="*/ 364317 w 4543952"/>
                  <a:gd name="connsiteY132" fmla="*/ 5355013 h 6858000"/>
                  <a:gd name="connsiteX133" fmla="*/ 362870 w 4543952"/>
                  <a:gd name="connsiteY133" fmla="*/ 5326162 h 6858000"/>
                  <a:gd name="connsiteX134" fmla="*/ 360397 w 4543952"/>
                  <a:gd name="connsiteY134" fmla="*/ 5321350 h 6858000"/>
                  <a:gd name="connsiteX135" fmla="*/ 359341 w 4543952"/>
                  <a:gd name="connsiteY135" fmla="*/ 5312287 h 6858000"/>
                  <a:gd name="connsiteX136" fmla="*/ 335437 w 4543952"/>
                  <a:gd name="connsiteY136" fmla="*/ 5272795 h 6858000"/>
                  <a:gd name="connsiteX137" fmla="*/ 311981 w 4543952"/>
                  <a:gd name="connsiteY137" fmla="*/ 5229432 h 6858000"/>
                  <a:gd name="connsiteX138" fmla="*/ 311814 w 4543952"/>
                  <a:gd name="connsiteY138" fmla="*/ 5179067 h 6858000"/>
                  <a:gd name="connsiteX139" fmla="*/ 314362 w 4543952"/>
                  <a:gd name="connsiteY139" fmla="*/ 5172090 h 6858000"/>
                  <a:gd name="connsiteX140" fmla="*/ 315052 w 4543952"/>
                  <a:gd name="connsiteY140" fmla="*/ 5166113 h 6858000"/>
                  <a:gd name="connsiteX141" fmla="*/ 315052 w 4543952"/>
                  <a:gd name="connsiteY141" fmla="*/ 5166112 h 6858000"/>
                  <a:gd name="connsiteX142" fmla="*/ 308337 w 4543952"/>
                  <a:gd name="connsiteY142" fmla="*/ 5133224 h 6858000"/>
                  <a:gd name="connsiteX143" fmla="*/ 308338 w 4543952"/>
                  <a:gd name="connsiteY143" fmla="*/ 5133219 h 6858000"/>
                  <a:gd name="connsiteX144" fmla="*/ 321364 w 4543952"/>
                  <a:gd name="connsiteY144" fmla="*/ 5087449 h 6858000"/>
                  <a:gd name="connsiteX145" fmla="*/ 327270 w 4543952"/>
                  <a:gd name="connsiteY145" fmla="*/ 5072375 h 6858000"/>
                  <a:gd name="connsiteX146" fmla="*/ 334485 w 4543952"/>
                  <a:gd name="connsiteY146" fmla="*/ 5041521 h 6858000"/>
                  <a:gd name="connsiteX147" fmla="*/ 360964 w 4543952"/>
                  <a:gd name="connsiteY147" fmla="*/ 4987037 h 6858000"/>
                  <a:gd name="connsiteX148" fmla="*/ 376969 w 4543952"/>
                  <a:gd name="connsiteY148" fmla="*/ 4961455 h 6858000"/>
                  <a:gd name="connsiteX149" fmla="*/ 378247 w 4543952"/>
                  <a:gd name="connsiteY149" fmla="*/ 4957452 h 6858000"/>
                  <a:gd name="connsiteX150" fmla="*/ 381039 w 4543952"/>
                  <a:gd name="connsiteY150" fmla="*/ 4952672 h 6858000"/>
                  <a:gd name="connsiteX151" fmla="*/ 385799 w 4543952"/>
                  <a:gd name="connsiteY151" fmla="*/ 4933804 h 6858000"/>
                  <a:gd name="connsiteX152" fmla="*/ 384396 w 4543952"/>
                  <a:gd name="connsiteY152" fmla="*/ 4912167 h 6858000"/>
                  <a:gd name="connsiteX153" fmla="*/ 382691 w 4543952"/>
                  <a:gd name="connsiteY153" fmla="*/ 4889274 h 6858000"/>
                  <a:gd name="connsiteX154" fmla="*/ 390221 w 4543952"/>
                  <a:gd name="connsiteY154" fmla="*/ 4863342 h 6858000"/>
                  <a:gd name="connsiteX155" fmla="*/ 412401 w 4543952"/>
                  <a:gd name="connsiteY155" fmla="*/ 4828916 h 6858000"/>
                  <a:gd name="connsiteX156" fmla="*/ 427237 w 4543952"/>
                  <a:gd name="connsiteY156" fmla="*/ 4800483 h 6858000"/>
                  <a:gd name="connsiteX157" fmla="*/ 427237 w 4543952"/>
                  <a:gd name="connsiteY157" fmla="*/ 4800482 h 6858000"/>
                  <a:gd name="connsiteX158" fmla="*/ 425928 w 4543952"/>
                  <a:gd name="connsiteY158" fmla="*/ 4767763 h 6858000"/>
                  <a:gd name="connsiteX159" fmla="*/ 416021 w 4543952"/>
                  <a:gd name="connsiteY159" fmla="*/ 4677654 h 6858000"/>
                  <a:gd name="connsiteX160" fmla="*/ 408019 w 4543952"/>
                  <a:gd name="connsiteY160" fmla="*/ 4659173 h 6858000"/>
                  <a:gd name="connsiteX161" fmla="*/ 348009 w 4543952"/>
                  <a:gd name="connsiteY161" fmla="*/ 4482003 h 6858000"/>
                  <a:gd name="connsiteX162" fmla="*/ 347247 w 4543952"/>
                  <a:gd name="connsiteY162" fmla="*/ 4363890 h 6858000"/>
                  <a:gd name="connsiteX163" fmla="*/ 356201 w 4543952"/>
                  <a:gd name="connsiteY163" fmla="*/ 4324645 h 6858000"/>
                  <a:gd name="connsiteX164" fmla="*/ 396017 w 4543952"/>
                  <a:gd name="connsiteY164" fmla="*/ 4253014 h 6858000"/>
                  <a:gd name="connsiteX165" fmla="*/ 401733 w 4543952"/>
                  <a:gd name="connsiteY165" fmla="*/ 4221391 h 6858000"/>
                  <a:gd name="connsiteX166" fmla="*/ 332842 w 4543952"/>
                  <a:gd name="connsiteY166" fmla="*/ 2836171 h 6858000"/>
                  <a:gd name="connsiteX167" fmla="*/ 332842 w 4543952"/>
                  <a:gd name="connsiteY167" fmla="*/ 2836172 h 6858000"/>
                  <a:gd name="connsiteX168" fmla="*/ 341533 w 4543952"/>
                  <a:gd name="connsiteY168" fmla="*/ 2848793 h 6858000"/>
                  <a:gd name="connsiteX169" fmla="*/ 358166 w 4543952"/>
                  <a:gd name="connsiteY169" fmla="*/ 2903544 h 6858000"/>
                  <a:gd name="connsiteX170" fmla="*/ 366072 w 4543952"/>
                  <a:gd name="connsiteY170" fmla="*/ 2947858 h 6858000"/>
                  <a:gd name="connsiteX171" fmla="*/ 366072 w 4543952"/>
                  <a:gd name="connsiteY171" fmla="*/ 2947862 h 6858000"/>
                  <a:gd name="connsiteX172" fmla="*/ 362488 w 4543952"/>
                  <a:gd name="connsiteY172" fmla="*/ 2982147 h 6858000"/>
                  <a:gd name="connsiteX173" fmla="*/ 350796 w 4543952"/>
                  <a:gd name="connsiteY173" fmla="*/ 3077400 h 6858000"/>
                  <a:gd name="connsiteX174" fmla="*/ 350796 w 4543952"/>
                  <a:gd name="connsiteY174" fmla="*/ 3077401 h 6858000"/>
                  <a:gd name="connsiteX175" fmla="*/ 363250 w 4543952"/>
                  <a:gd name="connsiteY175" fmla="*/ 3172654 h 6858000"/>
                  <a:gd name="connsiteX176" fmla="*/ 410877 w 4543952"/>
                  <a:gd name="connsiteY176" fmla="*/ 3489467 h 6858000"/>
                  <a:gd name="connsiteX177" fmla="*/ 432976 w 4543952"/>
                  <a:gd name="connsiteY177" fmla="*/ 3544713 h 6858000"/>
                  <a:gd name="connsiteX178" fmla="*/ 445520 w 4543952"/>
                  <a:gd name="connsiteY178" fmla="*/ 3562320 h 6858000"/>
                  <a:gd name="connsiteX179" fmla="*/ 450598 w 4543952"/>
                  <a:gd name="connsiteY179" fmla="*/ 3574407 h 6858000"/>
                  <a:gd name="connsiteX180" fmla="*/ 448246 w 4543952"/>
                  <a:gd name="connsiteY180" fmla="*/ 3587173 h 6858000"/>
                  <a:gd name="connsiteX181" fmla="*/ 438500 w 4543952"/>
                  <a:gd name="connsiteY181" fmla="*/ 3606816 h 6858000"/>
                  <a:gd name="connsiteX182" fmla="*/ 424974 w 4543952"/>
                  <a:gd name="connsiteY182" fmla="*/ 3630631 h 6858000"/>
                  <a:gd name="connsiteX183" fmla="*/ 400733 w 4543952"/>
                  <a:gd name="connsiteY183" fmla="*/ 3680162 h 6858000"/>
                  <a:gd name="connsiteX184" fmla="*/ 400733 w 4543952"/>
                  <a:gd name="connsiteY184" fmla="*/ 3680163 h 6858000"/>
                  <a:gd name="connsiteX185" fmla="*/ 404781 w 4543952"/>
                  <a:gd name="connsiteY185" fmla="*/ 3734837 h 6858000"/>
                  <a:gd name="connsiteX186" fmla="*/ 404399 w 4543952"/>
                  <a:gd name="connsiteY186" fmla="*/ 3754651 h 6858000"/>
                  <a:gd name="connsiteX187" fmla="*/ 398042 w 4543952"/>
                  <a:gd name="connsiteY187" fmla="*/ 3789775 h 6858000"/>
                  <a:gd name="connsiteX188" fmla="*/ 398042 w 4543952"/>
                  <a:gd name="connsiteY188" fmla="*/ 3789776 h 6858000"/>
                  <a:gd name="connsiteX189" fmla="*/ 412973 w 4543952"/>
                  <a:gd name="connsiteY189" fmla="*/ 3822472 h 6858000"/>
                  <a:gd name="connsiteX190" fmla="*/ 427308 w 4543952"/>
                  <a:gd name="connsiteY190" fmla="*/ 3852619 h 6858000"/>
                  <a:gd name="connsiteX191" fmla="*/ 417926 w 4543952"/>
                  <a:gd name="connsiteY191" fmla="*/ 3885336 h 6858000"/>
                  <a:gd name="connsiteX192" fmla="*/ 417925 w 4543952"/>
                  <a:gd name="connsiteY192" fmla="*/ 3885337 h 6858000"/>
                  <a:gd name="connsiteX193" fmla="*/ 386040 w 4543952"/>
                  <a:gd name="connsiteY193" fmla="*/ 3962158 h 6858000"/>
                  <a:gd name="connsiteX194" fmla="*/ 386040 w 4543952"/>
                  <a:gd name="connsiteY194" fmla="*/ 3962159 h 6858000"/>
                  <a:gd name="connsiteX195" fmla="*/ 388431 w 4543952"/>
                  <a:gd name="connsiteY195" fmla="*/ 4002409 h 6858000"/>
                  <a:gd name="connsiteX196" fmla="*/ 401733 w 4543952"/>
                  <a:gd name="connsiteY196" fmla="*/ 4043837 h 6858000"/>
                  <a:gd name="connsiteX197" fmla="*/ 401733 w 4543952"/>
                  <a:gd name="connsiteY197" fmla="*/ 4043839 h 6858000"/>
                  <a:gd name="connsiteX198" fmla="*/ 416855 w 4543952"/>
                  <a:gd name="connsiteY198" fmla="*/ 4103825 h 6858000"/>
                  <a:gd name="connsiteX199" fmla="*/ 405544 w 4543952"/>
                  <a:gd name="connsiteY199" fmla="*/ 4165381 h 6858000"/>
                  <a:gd name="connsiteX200" fmla="*/ 405543 w 4543952"/>
                  <a:gd name="connsiteY200" fmla="*/ 4165382 h 6858000"/>
                  <a:gd name="connsiteX201" fmla="*/ 401638 w 4543952"/>
                  <a:gd name="connsiteY201" fmla="*/ 4192386 h 6858000"/>
                  <a:gd name="connsiteX202" fmla="*/ 401638 w 4543952"/>
                  <a:gd name="connsiteY202" fmla="*/ 4192387 h 6858000"/>
                  <a:gd name="connsiteX203" fmla="*/ 405543 w 4543952"/>
                  <a:gd name="connsiteY203" fmla="*/ 4165383 h 6858000"/>
                  <a:gd name="connsiteX204" fmla="*/ 405544 w 4543952"/>
                  <a:gd name="connsiteY204" fmla="*/ 4165381 h 6858000"/>
                  <a:gd name="connsiteX205" fmla="*/ 414887 w 4543952"/>
                  <a:gd name="connsiteY205" fmla="*/ 4134255 h 6858000"/>
                  <a:gd name="connsiteX206" fmla="*/ 416855 w 4543952"/>
                  <a:gd name="connsiteY206" fmla="*/ 4103825 h 6858000"/>
                  <a:gd name="connsiteX207" fmla="*/ 416855 w 4543952"/>
                  <a:gd name="connsiteY207" fmla="*/ 4103824 h 6858000"/>
                  <a:gd name="connsiteX208" fmla="*/ 401733 w 4543952"/>
                  <a:gd name="connsiteY208" fmla="*/ 4043838 h 6858000"/>
                  <a:gd name="connsiteX209" fmla="*/ 401733 w 4543952"/>
                  <a:gd name="connsiteY209" fmla="*/ 4043837 h 6858000"/>
                  <a:gd name="connsiteX210" fmla="*/ 386040 w 4543952"/>
                  <a:gd name="connsiteY210" fmla="*/ 3962159 h 6858000"/>
                  <a:gd name="connsiteX211" fmla="*/ 395544 w 4543952"/>
                  <a:gd name="connsiteY211" fmla="*/ 3923124 h 6858000"/>
                  <a:gd name="connsiteX212" fmla="*/ 417925 w 4543952"/>
                  <a:gd name="connsiteY212" fmla="*/ 3885338 h 6858000"/>
                  <a:gd name="connsiteX213" fmla="*/ 417926 w 4543952"/>
                  <a:gd name="connsiteY213" fmla="*/ 3885336 h 6858000"/>
                  <a:gd name="connsiteX214" fmla="*/ 426528 w 4543952"/>
                  <a:gd name="connsiteY214" fmla="*/ 3868763 h 6858000"/>
                  <a:gd name="connsiteX215" fmla="*/ 427308 w 4543952"/>
                  <a:gd name="connsiteY215" fmla="*/ 3852619 h 6858000"/>
                  <a:gd name="connsiteX216" fmla="*/ 427308 w 4543952"/>
                  <a:gd name="connsiteY216" fmla="*/ 3852618 h 6858000"/>
                  <a:gd name="connsiteX217" fmla="*/ 412973 w 4543952"/>
                  <a:gd name="connsiteY217" fmla="*/ 3822471 h 6858000"/>
                  <a:gd name="connsiteX218" fmla="*/ 398042 w 4543952"/>
                  <a:gd name="connsiteY218" fmla="*/ 3789775 h 6858000"/>
                  <a:gd name="connsiteX219" fmla="*/ 404399 w 4543952"/>
                  <a:gd name="connsiteY219" fmla="*/ 3754652 h 6858000"/>
                  <a:gd name="connsiteX220" fmla="*/ 404781 w 4543952"/>
                  <a:gd name="connsiteY220" fmla="*/ 3734837 h 6858000"/>
                  <a:gd name="connsiteX221" fmla="*/ 404781 w 4543952"/>
                  <a:gd name="connsiteY221" fmla="*/ 3734836 h 6858000"/>
                  <a:gd name="connsiteX222" fmla="*/ 400733 w 4543952"/>
                  <a:gd name="connsiteY222" fmla="*/ 3680163 h 6858000"/>
                  <a:gd name="connsiteX223" fmla="*/ 407246 w 4543952"/>
                  <a:gd name="connsiteY223" fmla="*/ 3654415 h 6858000"/>
                  <a:gd name="connsiteX224" fmla="*/ 424974 w 4543952"/>
                  <a:gd name="connsiteY224" fmla="*/ 3630632 h 6858000"/>
                  <a:gd name="connsiteX225" fmla="*/ 438500 w 4543952"/>
                  <a:gd name="connsiteY225" fmla="*/ 3606817 h 6858000"/>
                  <a:gd name="connsiteX226" fmla="*/ 450598 w 4543952"/>
                  <a:gd name="connsiteY226" fmla="*/ 3574408 h 6858000"/>
                  <a:gd name="connsiteX227" fmla="*/ 450598 w 4543952"/>
                  <a:gd name="connsiteY227" fmla="*/ 3574407 h 6858000"/>
                  <a:gd name="connsiteX228" fmla="*/ 432976 w 4543952"/>
                  <a:gd name="connsiteY228" fmla="*/ 3544712 h 6858000"/>
                  <a:gd name="connsiteX229" fmla="*/ 410877 w 4543952"/>
                  <a:gd name="connsiteY229" fmla="*/ 3489466 h 6858000"/>
                  <a:gd name="connsiteX230" fmla="*/ 363250 w 4543952"/>
                  <a:gd name="connsiteY230" fmla="*/ 3172653 h 6858000"/>
                  <a:gd name="connsiteX231" fmla="*/ 350796 w 4543952"/>
                  <a:gd name="connsiteY231" fmla="*/ 3077401 h 6858000"/>
                  <a:gd name="connsiteX232" fmla="*/ 362488 w 4543952"/>
                  <a:gd name="connsiteY232" fmla="*/ 2982148 h 6858000"/>
                  <a:gd name="connsiteX233" fmla="*/ 366072 w 4543952"/>
                  <a:gd name="connsiteY233" fmla="*/ 2947862 h 6858000"/>
                  <a:gd name="connsiteX234" fmla="*/ 366072 w 4543952"/>
                  <a:gd name="connsiteY234" fmla="*/ 2947861 h 6858000"/>
                  <a:gd name="connsiteX235" fmla="*/ 366072 w 4543952"/>
                  <a:gd name="connsiteY235" fmla="*/ 2947858 h 6858000"/>
                  <a:gd name="connsiteX236" fmla="*/ 361441 w 4543952"/>
                  <a:gd name="connsiteY236" fmla="*/ 2914327 h 6858000"/>
                  <a:gd name="connsiteX237" fmla="*/ 358166 w 4543952"/>
                  <a:gd name="connsiteY237" fmla="*/ 2903544 h 6858000"/>
                  <a:gd name="connsiteX238" fmla="*/ 357138 w 4543952"/>
                  <a:gd name="connsiteY238" fmla="*/ 2897784 h 6858000"/>
                  <a:gd name="connsiteX239" fmla="*/ 341533 w 4543952"/>
                  <a:gd name="connsiteY239" fmla="*/ 2848792 h 6858000"/>
                  <a:gd name="connsiteX240" fmla="*/ 296001 w 4543952"/>
                  <a:gd name="connsiteY240" fmla="*/ 2745351 h 6858000"/>
                  <a:gd name="connsiteX241" fmla="*/ 289670 w 4543952"/>
                  <a:gd name="connsiteY241" fmla="*/ 2770757 h 6858000"/>
                  <a:gd name="connsiteX242" fmla="*/ 290080 w 4543952"/>
                  <a:gd name="connsiteY242" fmla="*/ 2778005 h 6858000"/>
                  <a:gd name="connsiteX243" fmla="*/ 289301 w 4543952"/>
                  <a:gd name="connsiteY243" fmla="*/ 2782304 h 6858000"/>
                  <a:gd name="connsiteX244" fmla="*/ 290501 w 4543952"/>
                  <a:gd name="connsiteY244" fmla="*/ 2785439 h 6858000"/>
                  <a:gd name="connsiteX245" fmla="*/ 290929 w 4543952"/>
                  <a:gd name="connsiteY245" fmla="*/ 2793022 h 6858000"/>
                  <a:gd name="connsiteX246" fmla="*/ 300579 w 4543952"/>
                  <a:gd name="connsiteY246" fmla="*/ 2811779 h 6858000"/>
                  <a:gd name="connsiteX247" fmla="*/ 300582 w 4543952"/>
                  <a:gd name="connsiteY247" fmla="*/ 2811786 h 6858000"/>
                  <a:gd name="connsiteX248" fmla="*/ 300583 w 4543952"/>
                  <a:gd name="connsiteY248" fmla="*/ 2811786 h 6858000"/>
                  <a:gd name="connsiteX249" fmla="*/ 300579 w 4543952"/>
                  <a:gd name="connsiteY249" fmla="*/ 2811779 h 6858000"/>
                  <a:gd name="connsiteX250" fmla="*/ 290501 w 4543952"/>
                  <a:gd name="connsiteY250" fmla="*/ 2785439 h 6858000"/>
                  <a:gd name="connsiteX251" fmla="*/ 290080 w 4543952"/>
                  <a:gd name="connsiteY251" fmla="*/ 2778005 h 6858000"/>
                  <a:gd name="connsiteX252" fmla="*/ 817328 w 4543952"/>
                  <a:gd name="connsiteY252" fmla="*/ 1508457 h 6858000"/>
                  <a:gd name="connsiteX253" fmla="*/ 845421 w 4543952"/>
                  <a:gd name="connsiteY253" fmla="*/ 1596212 h 6858000"/>
                  <a:gd name="connsiteX254" fmla="*/ 843517 w 4543952"/>
                  <a:gd name="connsiteY254" fmla="*/ 1624979 h 6858000"/>
                  <a:gd name="connsiteX255" fmla="*/ 786935 w 4543952"/>
                  <a:gd name="connsiteY255" fmla="*/ 1697752 h 6858000"/>
                  <a:gd name="connsiteX256" fmla="*/ 764267 w 4543952"/>
                  <a:gd name="connsiteY256" fmla="*/ 1733187 h 6858000"/>
                  <a:gd name="connsiteX257" fmla="*/ 722546 w 4543952"/>
                  <a:gd name="connsiteY257" fmla="*/ 1833774 h 6858000"/>
                  <a:gd name="connsiteX258" fmla="*/ 714925 w 4543952"/>
                  <a:gd name="connsiteY258" fmla="*/ 1842157 h 6858000"/>
                  <a:gd name="connsiteX259" fmla="*/ 624434 w 4543952"/>
                  <a:gd name="connsiteY259" fmla="*/ 1916453 h 6858000"/>
                  <a:gd name="connsiteX260" fmla="*/ 609004 w 4543952"/>
                  <a:gd name="connsiteY260" fmla="*/ 1933218 h 6858000"/>
                  <a:gd name="connsiteX261" fmla="*/ 584999 w 4543952"/>
                  <a:gd name="connsiteY261" fmla="*/ 1953412 h 6858000"/>
                  <a:gd name="connsiteX262" fmla="*/ 538516 w 4543952"/>
                  <a:gd name="connsiteY262" fmla="*/ 2016468 h 6858000"/>
                  <a:gd name="connsiteX263" fmla="*/ 523657 w 4543952"/>
                  <a:gd name="connsiteY263" fmla="*/ 2094577 h 6858000"/>
                  <a:gd name="connsiteX264" fmla="*/ 500986 w 4543952"/>
                  <a:gd name="connsiteY264" fmla="*/ 2188878 h 6858000"/>
                  <a:gd name="connsiteX265" fmla="*/ 485746 w 4543952"/>
                  <a:gd name="connsiteY265" fmla="*/ 2228313 h 6858000"/>
                  <a:gd name="connsiteX266" fmla="*/ 456789 w 4543952"/>
                  <a:gd name="connsiteY266" fmla="*/ 2334043 h 6858000"/>
                  <a:gd name="connsiteX267" fmla="*/ 432404 w 4543952"/>
                  <a:gd name="connsiteY267" fmla="*/ 2409484 h 6858000"/>
                  <a:gd name="connsiteX268" fmla="*/ 415303 w 4543952"/>
                  <a:gd name="connsiteY268" fmla="*/ 2435912 h 6858000"/>
                  <a:gd name="connsiteX269" fmla="*/ 415303 w 4543952"/>
                  <a:gd name="connsiteY269" fmla="*/ 2435912 h 6858000"/>
                  <a:gd name="connsiteX270" fmla="*/ 415303 w 4543952"/>
                  <a:gd name="connsiteY270" fmla="*/ 2435912 h 6858000"/>
                  <a:gd name="connsiteX271" fmla="*/ 414227 w 4543952"/>
                  <a:gd name="connsiteY271" fmla="*/ 2440915 h 6858000"/>
                  <a:gd name="connsiteX272" fmla="*/ 409472 w 4543952"/>
                  <a:gd name="connsiteY272" fmla="*/ 2463016 h 6858000"/>
                  <a:gd name="connsiteX273" fmla="*/ 409472 w 4543952"/>
                  <a:gd name="connsiteY273" fmla="*/ 2463017 h 6858000"/>
                  <a:gd name="connsiteX274" fmla="*/ 411535 w 4543952"/>
                  <a:gd name="connsiteY274" fmla="*/ 2490550 h 6858000"/>
                  <a:gd name="connsiteX275" fmla="*/ 418115 w 4543952"/>
                  <a:gd name="connsiteY275" fmla="*/ 2518261 h 6858000"/>
                  <a:gd name="connsiteX276" fmla="*/ 418115 w 4543952"/>
                  <a:gd name="connsiteY276" fmla="*/ 2518264 h 6858000"/>
                  <a:gd name="connsiteX277" fmla="*/ 421759 w 4543952"/>
                  <a:gd name="connsiteY277" fmla="*/ 2545006 h 6858000"/>
                  <a:gd name="connsiteX278" fmla="*/ 417545 w 4543952"/>
                  <a:gd name="connsiteY278" fmla="*/ 2571033 h 6858000"/>
                  <a:gd name="connsiteX279" fmla="*/ 344391 w 4543952"/>
                  <a:gd name="connsiteY279" fmla="*/ 2668000 h 6858000"/>
                  <a:gd name="connsiteX280" fmla="*/ 296001 w 4543952"/>
                  <a:gd name="connsiteY280" fmla="*/ 2745347 h 6858000"/>
                  <a:gd name="connsiteX281" fmla="*/ 296001 w 4543952"/>
                  <a:gd name="connsiteY281" fmla="*/ 2745348 h 6858000"/>
                  <a:gd name="connsiteX282" fmla="*/ 344391 w 4543952"/>
                  <a:gd name="connsiteY282" fmla="*/ 2668001 h 6858000"/>
                  <a:gd name="connsiteX283" fmla="*/ 417545 w 4543952"/>
                  <a:gd name="connsiteY283" fmla="*/ 2571034 h 6858000"/>
                  <a:gd name="connsiteX284" fmla="*/ 421760 w 4543952"/>
                  <a:gd name="connsiteY284" fmla="*/ 2545006 h 6858000"/>
                  <a:gd name="connsiteX285" fmla="*/ 421759 w 4543952"/>
                  <a:gd name="connsiteY285" fmla="*/ 2545006 h 6858000"/>
                  <a:gd name="connsiteX286" fmla="*/ 421760 w 4543952"/>
                  <a:gd name="connsiteY286" fmla="*/ 2545005 h 6858000"/>
                  <a:gd name="connsiteX287" fmla="*/ 418115 w 4543952"/>
                  <a:gd name="connsiteY287" fmla="*/ 2518263 h 6858000"/>
                  <a:gd name="connsiteX288" fmla="*/ 418115 w 4543952"/>
                  <a:gd name="connsiteY288" fmla="*/ 2518261 h 6858000"/>
                  <a:gd name="connsiteX289" fmla="*/ 409472 w 4543952"/>
                  <a:gd name="connsiteY289" fmla="*/ 2463017 h 6858000"/>
                  <a:gd name="connsiteX290" fmla="*/ 414227 w 4543952"/>
                  <a:gd name="connsiteY290" fmla="*/ 2440915 h 6858000"/>
                  <a:gd name="connsiteX291" fmla="*/ 415303 w 4543952"/>
                  <a:gd name="connsiteY291" fmla="*/ 2435912 h 6858000"/>
                  <a:gd name="connsiteX292" fmla="*/ 432404 w 4543952"/>
                  <a:gd name="connsiteY292" fmla="*/ 2409485 h 6858000"/>
                  <a:gd name="connsiteX293" fmla="*/ 456789 w 4543952"/>
                  <a:gd name="connsiteY293" fmla="*/ 2334044 h 6858000"/>
                  <a:gd name="connsiteX294" fmla="*/ 485746 w 4543952"/>
                  <a:gd name="connsiteY294" fmla="*/ 2228314 h 6858000"/>
                  <a:gd name="connsiteX295" fmla="*/ 500986 w 4543952"/>
                  <a:gd name="connsiteY295" fmla="*/ 2188879 h 6858000"/>
                  <a:gd name="connsiteX296" fmla="*/ 523657 w 4543952"/>
                  <a:gd name="connsiteY296" fmla="*/ 2094578 h 6858000"/>
                  <a:gd name="connsiteX297" fmla="*/ 538516 w 4543952"/>
                  <a:gd name="connsiteY297" fmla="*/ 2016469 h 6858000"/>
                  <a:gd name="connsiteX298" fmla="*/ 584999 w 4543952"/>
                  <a:gd name="connsiteY298" fmla="*/ 1953413 h 6858000"/>
                  <a:gd name="connsiteX299" fmla="*/ 609004 w 4543952"/>
                  <a:gd name="connsiteY299" fmla="*/ 1933219 h 6858000"/>
                  <a:gd name="connsiteX300" fmla="*/ 624434 w 4543952"/>
                  <a:gd name="connsiteY300" fmla="*/ 1916454 h 6858000"/>
                  <a:gd name="connsiteX301" fmla="*/ 714925 w 4543952"/>
                  <a:gd name="connsiteY301" fmla="*/ 1842158 h 6858000"/>
                  <a:gd name="connsiteX302" fmla="*/ 722546 w 4543952"/>
                  <a:gd name="connsiteY302" fmla="*/ 1833775 h 6858000"/>
                  <a:gd name="connsiteX303" fmla="*/ 764267 w 4543952"/>
                  <a:gd name="connsiteY303" fmla="*/ 1733188 h 6858000"/>
                  <a:gd name="connsiteX304" fmla="*/ 786936 w 4543952"/>
                  <a:gd name="connsiteY304" fmla="*/ 1697753 h 6858000"/>
                  <a:gd name="connsiteX305" fmla="*/ 843517 w 4543952"/>
                  <a:gd name="connsiteY305" fmla="*/ 1624980 h 6858000"/>
                  <a:gd name="connsiteX306" fmla="*/ 845422 w 4543952"/>
                  <a:gd name="connsiteY306" fmla="*/ 1596213 h 6858000"/>
                  <a:gd name="connsiteX307" fmla="*/ 798723 w 4543952"/>
                  <a:gd name="connsiteY307" fmla="*/ 1459072 h 6858000"/>
                  <a:gd name="connsiteX308" fmla="*/ 807941 w 4543952"/>
                  <a:gd name="connsiteY308" fmla="*/ 1481571 h 6858000"/>
                  <a:gd name="connsiteX309" fmla="*/ 798724 w 4543952"/>
                  <a:gd name="connsiteY309" fmla="*/ 1459073 h 6858000"/>
                  <a:gd name="connsiteX310" fmla="*/ 779530 w 4543952"/>
                  <a:gd name="connsiteY310" fmla="*/ 1268757 h 6858000"/>
                  <a:gd name="connsiteX311" fmla="*/ 774363 w 4543952"/>
                  <a:gd name="connsiteY311" fmla="*/ 1286068 h 6858000"/>
                  <a:gd name="connsiteX312" fmla="*/ 752025 w 4543952"/>
                  <a:gd name="connsiteY312" fmla="*/ 1350626 h 6858000"/>
                  <a:gd name="connsiteX313" fmla="*/ 757620 w 4543952"/>
                  <a:gd name="connsiteY313" fmla="*/ 1413839 h 6858000"/>
                  <a:gd name="connsiteX314" fmla="*/ 752026 w 4543952"/>
                  <a:gd name="connsiteY314" fmla="*/ 1350627 h 6858000"/>
                  <a:gd name="connsiteX315" fmla="*/ 774363 w 4543952"/>
                  <a:gd name="connsiteY315" fmla="*/ 1286069 h 6858000"/>
                  <a:gd name="connsiteX316" fmla="*/ 779530 w 4543952"/>
                  <a:gd name="connsiteY316" fmla="*/ 1268757 h 6858000"/>
                  <a:gd name="connsiteX317" fmla="*/ 837801 w 4543952"/>
                  <a:gd name="connsiteY317" fmla="*/ 773034 h 6858000"/>
                  <a:gd name="connsiteX318" fmla="*/ 829801 w 4543952"/>
                  <a:gd name="connsiteY318" fmla="*/ 854378 h 6858000"/>
                  <a:gd name="connsiteX319" fmla="*/ 798747 w 4543952"/>
                  <a:gd name="connsiteY319" fmla="*/ 915342 h 6858000"/>
                  <a:gd name="connsiteX320" fmla="*/ 788269 w 4543952"/>
                  <a:gd name="connsiteY320" fmla="*/ 927154 h 6858000"/>
                  <a:gd name="connsiteX321" fmla="*/ 791889 w 4543952"/>
                  <a:gd name="connsiteY321" fmla="*/ 1097086 h 6858000"/>
                  <a:gd name="connsiteX322" fmla="*/ 796271 w 4543952"/>
                  <a:gd name="connsiteY322" fmla="*/ 1123184 h 6858000"/>
                  <a:gd name="connsiteX323" fmla="*/ 771553 w 4543952"/>
                  <a:gd name="connsiteY323" fmla="*/ 1184028 h 6858000"/>
                  <a:gd name="connsiteX324" fmla="*/ 796272 w 4543952"/>
                  <a:gd name="connsiteY324" fmla="*/ 1123185 h 6858000"/>
                  <a:gd name="connsiteX325" fmla="*/ 791890 w 4543952"/>
                  <a:gd name="connsiteY325" fmla="*/ 1097087 h 6858000"/>
                  <a:gd name="connsiteX326" fmla="*/ 788270 w 4543952"/>
                  <a:gd name="connsiteY326" fmla="*/ 927155 h 6858000"/>
                  <a:gd name="connsiteX327" fmla="*/ 798748 w 4543952"/>
                  <a:gd name="connsiteY327" fmla="*/ 915343 h 6858000"/>
                  <a:gd name="connsiteX328" fmla="*/ 829801 w 4543952"/>
                  <a:gd name="connsiteY328" fmla="*/ 854379 h 6858000"/>
                  <a:gd name="connsiteX329" fmla="*/ 837801 w 4543952"/>
                  <a:gd name="connsiteY329" fmla="*/ 773035 h 6858000"/>
                  <a:gd name="connsiteX330" fmla="*/ 782400 w 4543952"/>
                  <a:gd name="connsiteY330" fmla="*/ 517850 h 6858000"/>
                  <a:gd name="connsiteX331" fmla="*/ 791317 w 4543952"/>
                  <a:gd name="connsiteY331" fmla="*/ 556046 h 6858000"/>
                  <a:gd name="connsiteX332" fmla="*/ 797795 w 4543952"/>
                  <a:gd name="connsiteY332" fmla="*/ 580049 h 6858000"/>
                  <a:gd name="connsiteX333" fmla="*/ 801176 w 4543952"/>
                  <a:gd name="connsiteY333" fmla="*/ 642536 h 6858000"/>
                  <a:gd name="connsiteX334" fmla="*/ 813700 w 4543952"/>
                  <a:gd name="connsiteY334" fmla="*/ 694927 h 6858000"/>
                  <a:gd name="connsiteX335" fmla="*/ 801177 w 4543952"/>
                  <a:gd name="connsiteY335" fmla="*/ 642537 h 6858000"/>
                  <a:gd name="connsiteX336" fmla="*/ 797796 w 4543952"/>
                  <a:gd name="connsiteY336" fmla="*/ 580050 h 6858000"/>
                  <a:gd name="connsiteX337" fmla="*/ 791318 w 4543952"/>
                  <a:gd name="connsiteY337" fmla="*/ 556047 h 6858000"/>
                  <a:gd name="connsiteX338" fmla="*/ 783887 w 4543952"/>
                  <a:gd name="connsiteY338" fmla="*/ 313532 h 6858000"/>
                  <a:gd name="connsiteX339" fmla="*/ 786245 w 4543952"/>
                  <a:gd name="connsiteY339" fmla="*/ 324057 h 6858000"/>
                  <a:gd name="connsiteX340" fmla="*/ 784459 w 4543952"/>
                  <a:gd name="connsiteY340" fmla="*/ 338869 h 6858000"/>
                  <a:gd name="connsiteX341" fmla="*/ 784454 w 4543952"/>
                  <a:gd name="connsiteY341" fmla="*/ 338897 h 6858000"/>
                  <a:gd name="connsiteX342" fmla="*/ 778363 w 4543952"/>
                  <a:gd name="connsiteY342" fmla="*/ 367327 h 6858000"/>
                  <a:gd name="connsiteX343" fmla="*/ 774553 w 4543952"/>
                  <a:gd name="connsiteY343" fmla="*/ 395639 h 6858000"/>
                  <a:gd name="connsiteX344" fmla="*/ 784454 w 4543952"/>
                  <a:gd name="connsiteY344" fmla="*/ 338897 h 6858000"/>
                  <a:gd name="connsiteX345" fmla="*/ 784460 w 4543952"/>
                  <a:gd name="connsiteY345" fmla="*/ 338870 h 6858000"/>
                  <a:gd name="connsiteX346" fmla="*/ 783888 w 4543952"/>
                  <a:gd name="connsiteY346" fmla="*/ 313533 h 6858000"/>
                  <a:gd name="connsiteX347" fmla="*/ 761560 w 4543952"/>
                  <a:gd name="connsiteY347" fmla="*/ 281567 h 6858000"/>
                  <a:gd name="connsiteX348" fmla="*/ 766454 w 4543952"/>
                  <a:gd name="connsiteY348" fmla="*/ 295414 h 6858000"/>
                  <a:gd name="connsiteX349" fmla="*/ 766455 w 4543952"/>
                  <a:gd name="connsiteY349" fmla="*/ 295414 h 6858000"/>
                  <a:gd name="connsiteX350" fmla="*/ 774880 w 4543952"/>
                  <a:gd name="connsiteY350" fmla="*/ 24485 h 6858000"/>
                  <a:gd name="connsiteX351" fmla="*/ 777142 w 4543952"/>
                  <a:gd name="connsiteY351" fmla="*/ 74128 h 6858000"/>
                  <a:gd name="connsiteX352" fmla="*/ 767023 w 4543952"/>
                  <a:gd name="connsiteY352" fmla="*/ 151568 h 6858000"/>
                  <a:gd name="connsiteX353" fmla="*/ 766824 w 4543952"/>
                  <a:gd name="connsiteY353" fmla="*/ 153387 h 6858000"/>
                  <a:gd name="connsiteX354" fmla="*/ 763010 w 4543952"/>
                  <a:gd name="connsiteY354" fmla="*/ 177270 h 6858000"/>
                  <a:gd name="connsiteX355" fmla="*/ 758551 w 4543952"/>
                  <a:gd name="connsiteY355" fmla="*/ 228943 h 6858000"/>
                  <a:gd name="connsiteX356" fmla="*/ 766824 w 4543952"/>
                  <a:gd name="connsiteY356" fmla="*/ 153387 h 6858000"/>
                  <a:gd name="connsiteX357" fmla="*/ 771220 w 4543952"/>
                  <a:gd name="connsiteY357" fmla="*/ 125860 h 6858000"/>
                  <a:gd name="connsiteX358" fmla="*/ 777143 w 4543952"/>
                  <a:gd name="connsiteY358" fmla="*/ 74128 h 6858000"/>
                  <a:gd name="connsiteX359" fmla="*/ 313354 w 4543952"/>
                  <a:gd name="connsiteY359" fmla="*/ 0 h 6858000"/>
                  <a:gd name="connsiteX360" fmla="*/ 777461 w 4543952"/>
                  <a:gd name="connsiteY360" fmla="*/ 0 h 6858000"/>
                  <a:gd name="connsiteX361" fmla="*/ 774743 w 4543952"/>
                  <a:gd name="connsiteY361" fmla="*/ 21485 h 6858000"/>
                  <a:gd name="connsiteX362" fmla="*/ 777461 w 4543952"/>
                  <a:gd name="connsiteY362" fmla="*/ 0 h 6858000"/>
                  <a:gd name="connsiteX363" fmla="*/ 4543952 w 4543952"/>
                  <a:gd name="connsiteY363" fmla="*/ 1 h 6858000"/>
                  <a:gd name="connsiteX364" fmla="*/ 4543952 w 4543952"/>
                  <a:gd name="connsiteY364" fmla="*/ 6858000 h 6858000"/>
                  <a:gd name="connsiteX365" fmla="*/ 284400 w 4543952"/>
                  <a:gd name="connsiteY365" fmla="*/ 6858000 h 6858000"/>
                  <a:gd name="connsiteX366" fmla="*/ 112147 w 4543952"/>
                  <a:gd name="connsiteY366" fmla="*/ 6858000 h 6858000"/>
                  <a:gd name="connsiteX367" fmla="*/ 102447 w 4543952"/>
                  <a:gd name="connsiteY367" fmla="*/ 6815515 h 6858000"/>
                  <a:gd name="connsiteX368" fmla="*/ 83396 w 4543952"/>
                  <a:gd name="connsiteY368" fmla="*/ 6748457 h 6858000"/>
                  <a:gd name="connsiteX369" fmla="*/ 61870 w 4543952"/>
                  <a:gd name="connsiteY369" fmla="*/ 6584811 h 6858000"/>
                  <a:gd name="connsiteX370" fmla="*/ 41105 w 4543952"/>
                  <a:gd name="connsiteY370" fmla="*/ 6415832 h 6858000"/>
                  <a:gd name="connsiteX371" fmla="*/ 34247 w 4543952"/>
                  <a:gd name="connsiteY371" fmla="*/ 6323057 h 6858000"/>
                  <a:gd name="connsiteX372" fmla="*/ 23386 w 4543952"/>
                  <a:gd name="connsiteY372" fmla="*/ 6242092 h 6858000"/>
                  <a:gd name="connsiteX373" fmla="*/ 16528 w 4543952"/>
                  <a:gd name="connsiteY373" fmla="*/ 6171604 h 6858000"/>
                  <a:gd name="connsiteX374" fmla="*/ 2622 w 4543952"/>
                  <a:gd name="connsiteY374" fmla="*/ 6059396 h 6858000"/>
                  <a:gd name="connsiteX375" fmla="*/ 0 w 4543952"/>
                  <a:gd name="connsiteY375" fmla="*/ 6041768 h 6858000"/>
                  <a:gd name="connsiteX376" fmla="*/ 0 w 4543952"/>
                  <a:gd name="connsiteY376" fmla="*/ 6000936 h 6858000"/>
                  <a:gd name="connsiteX377" fmla="*/ 3670 w 4543952"/>
                  <a:gd name="connsiteY377" fmla="*/ 5957594 h 6858000"/>
                  <a:gd name="connsiteX378" fmla="*/ 0 w 4543952"/>
                  <a:gd name="connsiteY378" fmla="*/ 5912510 h 6858000"/>
                  <a:gd name="connsiteX379" fmla="*/ 0 w 4543952"/>
                  <a:gd name="connsiteY379" fmla="*/ 5886400 h 6858000"/>
                  <a:gd name="connsiteX380" fmla="*/ 1098 w 4543952"/>
                  <a:gd name="connsiteY380" fmla="*/ 5864317 h 6858000"/>
                  <a:gd name="connsiteX381" fmla="*/ 24720 w 4543952"/>
                  <a:gd name="connsiteY381" fmla="*/ 5790591 h 6858000"/>
                  <a:gd name="connsiteX382" fmla="*/ 26434 w 4543952"/>
                  <a:gd name="connsiteY382" fmla="*/ 5781829 h 6858000"/>
                  <a:gd name="connsiteX383" fmla="*/ 35771 w 4543952"/>
                  <a:gd name="connsiteY383" fmla="*/ 5733439 h 6858000"/>
                  <a:gd name="connsiteX384" fmla="*/ 38819 w 4543952"/>
                  <a:gd name="connsiteY384" fmla="*/ 5706958 h 6858000"/>
                  <a:gd name="connsiteX385" fmla="*/ 58250 w 4543952"/>
                  <a:gd name="connsiteY385" fmla="*/ 5606371 h 6858000"/>
                  <a:gd name="connsiteX386" fmla="*/ 67394 w 4543952"/>
                  <a:gd name="connsiteY386" fmla="*/ 5548459 h 6858000"/>
                  <a:gd name="connsiteX387" fmla="*/ 66060 w 4543952"/>
                  <a:gd name="connsiteY387" fmla="*/ 5501593 h 6858000"/>
                  <a:gd name="connsiteX388" fmla="*/ 64346 w 4543952"/>
                  <a:gd name="connsiteY388" fmla="*/ 5419294 h 6858000"/>
                  <a:gd name="connsiteX389" fmla="*/ 59964 w 4543952"/>
                  <a:gd name="connsiteY389" fmla="*/ 5393004 h 6858000"/>
                  <a:gd name="connsiteX390" fmla="*/ 72538 w 4543952"/>
                  <a:gd name="connsiteY390" fmla="*/ 5274128 h 6858000"/>
                  <a:gd name="connsiteX391" fmla="*/ 73490 w 4543952"/>
                  <a:gd name="connsiteY391" fmla="*/ 5206307 h 6858000"/>
                  <a:gd name="connsiteX392" fmla="*/ 89113 w 4543952"/>
                  <a:gd name="connsiteY392" fmla="*/ 5129915 h 6858000"/>
                  <a:gd name="connsiteX393" fmla="*/ 88351 w 4543952"/>
                  <a:gd name="connsiteY393" fmla="*/ 5107626 h 6858000"/>
                  <a:gd name="connsiteX394" fmla="*/ 87016 w 4543952"/>
                  <a:gd name="connsiteY394" fmla="*/ 5082669 h 6858000"/>
                  <a:gd name="connsiteX395" fmla="*/ 85872 w 4543952"/>
                  <a:gd name="connsiteY395" fmla="*/ 5006085 h 6858000"/>
                  <a:gd name="connsiteX396" fmla="*/ 80158 w 4543952"/>
                  <a:gd name="connsiteY396" fmla="*/ 4959601 h 6858000"/>
                  <a:gd name="connsiteX397" fmla="*/ 83586 w 4543952"/>
                  <a:gd name="connsiteY397" fmla="*/ 4871018 h 6858000"/>
                  <a:gd name="connsiteX398" fmla="*/ 78634 w 4543952"/>
                  <a:gd name="connsiteY398" fmla="*/ 4838249 h 6858000"/>
                  <a:gd name="connsiteX399" fmla="*/ 78062 w 4543952"/>
                  <a:gd name="connsiteY399" fmla="*/ 4755380 h 6858000"/>
                  <a:gd name="connsiteX400" fmla="*/ 80920 w 4543952"/>
                  <a:gd name="connsiteY400" fmla="*/ 4681082 h 6858000"/>
                  <a:gd name="connsiteX401" fmla="*/ 79396 w 4543952"/>
                  <a:gd name="connsiteY401" fmla="*/ 4609451 h 6858000"/>
                  <a:gd name="connsiteX402" fmla="*/ 73110 w 4543952"/>
                  <a:gd name="connsiteY402" fmla="*/ 4558206 h 6858000"/>
                  <a:gd name="connsiteX403" fmla="*/ 69300 w 4543952"/>
                  <a:gd name="connsiteY403" fmla="*/ 4502578 h 6858000"/>
                  <a:gd name="connsiteX404" fmla="*/ 46629 w 4543952"/>
                  <a:gd name="connsiteY404" fmla="*/ 4349221 h 6858000"/>
                  <a:gd name="connsiteX405" fmla="*/ 52153 w 4543952"/>
                  <a:gd name="connsiteY405" fmla="*/ 4320836 h 6858000"/>
                  <a:gd name="connsiteX406" fmla="*/ 57297 w 4543952"/>
                  <a:gd name="connsiteY406" fmla="*/ 4159666 h 6858000"/>
                  <a:gd name="connsiteX407" fmla="*/ 56915 w 4543952"/>
                  <a:gd name="connsiteY407" fmla="*/ 4124613 h 6858000"/>
                  <a:gd name="connsiteX408" fmla="*/ 79396 w 4543952"/>
                  <a:gd name="connsiteY408" fmla="*/ 4030502 h 6858000"/>
                  <a:gd name="connsiteX409" fmla="*/ 43771 w 4543952"/>
                  <a:gd name="connsiteY409" fmla="*/ 3885337 h 6858000"/>
                  <a:gd name="connsiteX410" fmla="*/ 426 w 4543952"/>
                  <a:gd name="connsiteY410" fmla="*/ 3786776 h 6858000"/>
                  <a:gd name="connsiteX411" fmla="*/ 0 w 4543952"/>
                  <a:gd name="connsiteY411" fmla="*/ 3773896 h 6858000"/>
                  <a:gd name="connsiteX412" fmla="*/ 0 w 4543952"/>
                  <a:gd name="connsiteY412" fmla="*/ 3393881 h 6858000"/>
                  <a:gd name="connsiteX413" fmla="*/ 11838 w 4543952"/>
                  <a:gd name="connsiteY413" fmla="*/ 3359515 h 6858000"/>
                  <a:gd name="connsiteX414" fmla="*/ 12910 w 4543952"/>
                  <a:gd name="connsiteY414" fmla="*/ 3318770 h 6858000"/>
                  <a:gd name="connsiteX415" fmla="*/ 6718 w 4543952"/>
                  <a:gd name="connsiteY415" fmla="*/ 3304078 h 6858000"/>
                  <a:gd name="connsiteX416" fmla="*/ 0 w 4543952"/>
                  <a:gd name="connsiteY416" fmla="*/ 3297656 h 6858000"/>
                  <a:gd name="connsiteX417" fmla="*/ 0 w 4543952"/>
                  <a:gd name="connsiteY417" fmla="*/ 3207866 h 6858000"/>
                  <a:gd name="connsiteX418" fmla="*/ 15553 w 4543952"/>
                  <a:gd name="connsiteY418" fmla="*/ 3186770 h 6858000"/>
                  <a:gd name="connsiteX419" fmla="*/ 36341 w 4543952"/>
                  <a:gd name="connsiteY419" fmla="*/ 3107499 h 6858000"/>
                  <a:gd name="connsiteX420" fmla="*/ 38057 w 4543952"/>
                  <a:gd name="connsiteY420" fmla="*/ 3042727 h 6858000"/>
                  <a:gd name="connsiteX421" fmla="*/ 54249 w 4543952"/>
                  <a:gd name="connsiteY421" fmla="*/ 2901942 h 6858000"/>
                  <a:gd name="connsiteX422" fmla="*/ 77300 w 4543952"/>
                  <a:gd name="connsiteY422" fmla="*/ 2809929 h 6858000"/>
                  <a:gd name="connsiteX423" fmla="*/ 103399 w 4543952"/>
                  <a:gd name="connsiteY423" fmla="*/ 2743825 h 6858000"/>
                  <a:gd name="connsiteX424" fmla="*/ 137500 w 4543952"/>
                  <a:gd name="connsiteY424" fmla="*/ 2649142 h 6858000"/>
                  <a:gd name="connsiteX425" fmla="*/ 155217 w 4543952"/>
                  <a:gd name="connsiteY425" fmla="*/ 2554078 h 6858000"/>
                  <a:gd name="connsiteX426" fmla="*/ 177507 w 4543952"/>
                  <a:gd name="connsiteY426" fmla="*/ 2485306 h 6858000"/>
                  <a:gd name="connsiteX427" fmla="*/ 192748 w 4543952"/>
                  <a:gd name="connsiteY427" fmla="*/ 2401291 h 6858000"/>
                  <a:gd name="connsiteX428" fmla="*/ 193318 w 4543952"/>
                  <a:gd name="connsiteY428" fmla="*/ 2330805 h 6858000"/>
                  <a:gd name="connsiteX429" fmla="*/ 190652 w 4543952"/>
                  <a:gd name="connsiteY429" fmla="*/ 2220311 h 6858000"/>
                  <a:gd name="connsiteX430" fmla="*/ 236753 w 4543952"/>
                  <a:gd name="connsiteY430" fmla="*/ 2085053 h 6858000"/>
                  <a:gd name="connsiteX431" fmla="*/ 247042 w 4543952"/>
                  <a:gd name="connsiteY431" fmla="*/ 2030377 h 6858000"/>
                  <a:gd name="connsiteX432" fmla="*/ 251804 w 4543952"/>
                  <a:gd name="connsiteY432" fmla="*/ 1978939 h 6858000"/>
                  <a:gd name="connsiteX433" fmla="*/ 282475 w 4543952"/>
                  <a:gd name="connsiteY433" fmla="*/ 1869779 h 6858000"/>
                  <a:gd name="connsiteX434" fmla="*/ 292573 w 4543952"/>
                  <a:gd name="connsiteY434" fmla="*/ 1825392 h 6858000"/>
                  <a:gd name="connsiteX435" fmla="*/ 292381 w 4543952"/>
                  <a:gd name="connsiteY435" fmla="*/ 1763286 h 6858000"/>
                  <a:gd name="connsiteX436" fmla="*/ 306480 w 4543952"/>
                  <a:gd name="connsiteY436" fmla="*/ 1650316 h 6858000"/>
                  <a:gd name="connsiteX437" fmla="*/ 347629 w 4543952"/>
                  <a:gd name="connsiteY437" fmla="*/ 1537536 h 6858000"/>
                  <a:gd name="connsiteX438" fmla="*/ 343629 w 4543952"/>
                  <a:gd name="connsiteY438" fmla="*/ 1489719 h 6858000"/>
                  <a:gd name="connsiteX439" fmla="*/ 344581 w 4543952"/>
                  <a:gd name="connsiteY439" fmla="*/ 1472574 h 6858000"/>
                  <a:gd name="connsiteX440" fmla="*/ 367252 w 4543952"/>
                  <a:gd name="connsiteY440" fmla="*/ 1318455 h 6858000"/>
                  <a:gd name="connsiteX441" fmla="*/ 369728 w 4543952"/>
                  <a:gd name="connsiteY441" fmla="*/ 1303023 h 6858000"/>
                  <a:gd name="connsiteX442" fmla="*/ 389921 w 4543952"/>
                  <a:gd name="connsiteY442" fmla="*/ 1230632 h 6858000"/>
                  <a:gd name="connsiteX443" fmla="*/ 402495 w 4543952"/>
                  <a:gd name="connsiteY443" fmla="*/ 1048124 h 6858000"/>
                  <a:gd name="connsiteX444" fmla="*/ 404019 w 4543952"/>
                  <a:gd name="connsiteY444" fmla="*/ 1036886 h 6858000"/>
                  <a:gd name="connsiteX445" fmla="*/ 393923 w 4543952"/>
                  <a:gd name="connsiteY445" fmla="*/ 975732 h 6858000"/>
                  <a:gd name="connsiteX446" fmla="*/ 379634 w 4543952"/>
                  <a:gd name="connsiteY446" fmla="*/ 945443 h 6858000"/>
                  <a:gd name="connsiteX447" fmla="*/ 364774 w 4543952"/>
                  <a:gd name="connsiteY447" fmla="*/ 898197 h 6858000"/>
                  <a:gd name="connsiteX448" fmla="*/ 359250 w 4543952"/>
                  <a:gd name="connsiteY448" fmla="*/ 850188 h 6858000"/>
                  <a:gd name="connsiteX449" fmla="*/ 381730 w 4543952"/>
                  <a:gd name="connsiteY449" fmla="*/ 769604 h 6858000"/>
                  <a:gd name="connsiteX450" fmla="*/ 384016 w 4543952"/>
                  <a:gd name="connsiteY450" fmla="*/ 740267 h 6858000"/>
                  <a:gd name="connsiteX451" fmla="*/ 394875 w 4543952"/>
                  <a:gd name="connsiteY451" fmla="*/ 674922 h 6858000"/>
                  <a:gd name="connsiteX452" fmla="*/ 394113 w 4543952"/>
                  <a:gd name="connsiteY452" fmla="*/ 617771 h 6858000"/>
                  <a:gd name="connsiteX453" fmla="*/ 376776 w 4543952"/>
                  <a:gd name="connsiteY453" fmla="*/ 571859 h 6858000"/>
                  <a:gd name="connsiteX454" fmla="*/ 373348 w 4543952"/>
                  <a:gd name="connsiteY454" fmla="*/ 505181 h 6858000"/>
                  <a:gd name="connsiteX455" fmla="*/ 385920 w 4543952"/>
                  <a:gd name="connsiteY455" fmla="*/ 462125 h 6858000"/>
                  <a:gd name="connsiteX456" fmla="*/ 387634 w 4543952"/>
                  <a:gd name="connsiteY456" fmla="*/ 453363 h 6858000"/>
                  <a:gd name="connsiteX457" fmla="*/ 388399 w 4543952"/>
                  <a:gd name="connsiteY457" fmla="*/ 340773 h 6858000"/>
                  <a:gd name="connsiteX458" fmla="*/ 350487 w 4543952"/>
                  <a:gd name="connsiteY458" fmla="*/ 200181 h 6858000"/>
                  <a:gd name="connsiteX459" fmla="*/ 342485 w 4543952"/>
                  <a:gd name="connsiteY459" fmla="*/ 176938 h 6858000"/>
                  <a:gd name="connsiteX460" fmla="*/ 328579 w 4543952"/>
                  <a:gd name="connsiteY460" fmla="*/ 63586 h 6858000"/>
                  <a:gd name="connsiteX461" fmla="*/ 314480 w 4543952"/>
                  <a:gd name="connsiteY461" fmla="*/ 2816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</a:cxnLst>
                <a:rect l="l" t="t" r="r" b="b"/>
                <a:pathLst>
                  <a:path w="4543952" h="6858000">
                    <a:moveTo>
                      <a:pt x="328959" y="6564619"/>
                    </a:moveTo>
                    <a:lnTo>
                      <a:pt x="306480" y="6588624"/>
                    </a:lnTo>
                    <a:cubicBezTo>
                      <a:pt x="298003" y="6597577"/>
                      <a:pt x="291954" y="6611341"/>
                      <a:pt x="289858" y="6625223"/>
                    </a:cubicBezTo>
                    <a:lnTo>
                      <a:pt x="289858" y="6625224"/>
                    </a:lnTo>
                    <a:lnTo>
                      <a:pt x="289870" y="6645551"/>
                    </a:lnTo>
                    <a:lnTo>
                      <a:pt x="296953" y="6662539"/>
                    </a:lnTo>
                    <a:lnTo>
                      <a:pt x="296953" y="6662541"/>
                    </a:lnTo>
                    <a:lnTo>
                      <a:pt x="296954" y="6662543"/>
                    </a:lnTo>
                    <a:lnTo>
                      <a:pt x="311551" y="6702975"/>
                    </a:lnTo>
                    <a:lnTo>
                      <a:pt x="297715" y="6742551"/>
                    </a:lnTo>
                    <a:lnTo>
                      <a:pt x="297714" y="6742554"/>
                    </a:lnTo>
                    <a:lnTo>
                      <a:pt x="283011" y="6776799"/>
                    </a:lnTo>
                    <a:lnTo>
                      <a:pt x="278238" y="6812061"/>
                    </a:lnTo>
                    <a:lnTo>
                      <a:pt x="278237" y="6812062"/>
                    </a:lnTo>
                    <a:lnTo>
                      <a:pt x="278237" y="6812063"/>
                    </a:lnTo>
                    <a:lnTo>
                      <a:pt x="278238" y="6812061"/>
                    </a:lnTo>
                    <a:lnTo>
                      <a:pt x="297714" y="6742554"/>
                    </a:lnTo>
                    <a:lnTo>
                      <a:pt x="297715" y="6742552"/>
                    </a:lnTo>
                    <a:cubicBezTo>
                      <a:pt x="306003" y="6729218"/>
                      <a:pt x="311147" y="6716168"/>
                      <a:pt x="311551" y="6702976"/>
                    </a:cubicBezTo>
                    <a:lnTo>
                      <a:pt x="311551" y="6702975"/>
                    </a:lnTo>
                    <a:lnTo>
                      <a:pt x="308405" y="6683026"/>
                    </a:lnTo>
                    <a:lnTo>
                      <a:pt x="296954" y="6662543"/>
                    </a:lnTo>
                    <a:lnTo>
                      <a:pt x="296953" y="6662540"/>
                    </a:lnTo>
                    <a:lnTo>
                      <a:pt x="296953" y="6662539"/>
                    </a:lnTo>
                    <a:lnTo>
                      <a:pt x="289858" y="6625224"/>
                    </a:lnTo>
                    <a:lnTo>
                      <a:pt x="306480" y="6588625"/>
                    </a:lnTo>
                    <a:cubicBezTo>
                      <a:pt x="312576" y="6582146"/>
                      <a:pt x="318672" y="6575478"/>
                      <a:pt x="328959" y="6564620"/>
                    </a:cubicBezTo>
                    <a:close/>
                    <a:moveTo>
                      <a:pt x="248638" y="6438980"/>
                    </a:moveTo>
                    <a:cubicBezTo>
                      <a:pt x="258140" y="6444076"/>
                      <a:pt x="265617" y="6451649"/>
                      <a:pt x="268569" y="6463840"/>
                    </a:cubicBezTo>
                    <a:lnTo>
                      <a:pt x="268572" y="6463848"/>
                    </a:lnTo>
                    <a:lnTo>
                      <a:pt x="279556" y="6508051"/>
                    </a:lnTo>
                    <a:lnTo>
                      <a:pt x="282367" y="6513011"/>
                    </a:lnTo>
                    <a:lnTo>
                      <a:pt x="284834" y="6521803"/>
                    </a:lnTo>
                    <a:lnTo>
                      <a:pt x="301172" y="6546194"/>
                    </a:lnTo>
                    <a:lnTo>
                      <a:pt x="301172" y="6546193"/>
                    </a:lnTo>
                    <a:lnTo>
                      <a:pt x="282367" y="6513011"/>
                    </a:lnTo>
                    <a:lnTo>
                      <a:pt x="268572" y="6463848"/>
                    </a:lnTo>
                    <a:lnTo>
                      <a:pt x="268569" y="6463839"/>
                    </a:lnTo>
                    <a:close/>
                    <a:moveTo>
                      <a:pt x="166047" y="6392242"/>
                    </a:moveTo>
                    <a:lnTo>
                      <a:pt x="173364" y="6407332"/>
                    </a:lnTo>
                    <a:lnTo>
                      <a:pt x="173364" y="6407331"/>
                    </a:lnTo>
                    <a:close/>
                    <a:moveTo>
                      <a:pt x="401733" y="4221390"/>
                    </a:moveTo>
                    <a:lnTo>
                      <a:pt x="396017" y="4253013"/>
                    </a:lnTo>
                    <a:cubicBezTo>
                      <a:pt x="383824" y="4277400"/>
                      <a:pt x="368204" y="4300069"/>
                      <a:pt x="356201" y="4324644"/>
                    </a:cubicBezTo>
                    <a:cubicBezTo>
                      <a:pt x="350487" y="4336456"/>
                      <a:pt x="347439" y="4350553"/>
                      <a:pt x="347247" y="4363889"/>
                    </a:cubicBezTo>
                    <a:lnTo>
                      <a:pt x="347247" y="4363890"/>
                    </a:lnTo>
                    <a:cubicBezTo>
                      <a:pt x="346295" y="4403325"/>
                      <a:pt x="346295" y="4442761"/>
                      <a:pt x="348009" y="4482004"/>
                    </a:cubicBezTo>
                    <a:cubicBezTo>
                      <a:pt x="350677" y="4546776"/>
                      <a:pt x="351249" y="4612500"/>
                      <a:pt x="408019" y="4659174"/>
                    </a:cubicBezTo>
                    <a:cubicBezTo>
                      <a:pt x="412591" y="4662986"/>
                      <a:pt x="415259" y="4671176"/>
                      <a:pt x="416021" y="4677655"/>
                    </a:cubicBezTo>
                    <a:cubicBezTo>
                      <a:pt x="419640" y="4707564"/>
                      <a:pt x="420022" y="4738235"/>
                      <a:pt x="425928" y="4767764"/>
                    </a:cubicBezTo>
                    <a:lnTo>
                      <a:pt x="427237" y="4800482"/>
                    </a:lnTo>
                    <a:lnTo>
                      <a:pt x="412401" y="4828915"/>
                    </a:lnTo>
                    <a:cubicBezTo>
                      <a:pt x="404115" y="4837702"/>
                      <a:pt x="397114" y="4847213"/>
                      <a:pt x="391971" y="4857316"/>
                    </a:cubicBezTo>
                    <a:lnTo>
                      <a:pt x="390221" y="4863342"/>
                    </a:lnTo>
                    <a:lnTo>
                      <a:pt x="387469" y="4867613"/>
                    </a:lnTo>
                    <a:lnTo>
                      <a:pt x="382691" y="4889274"/>
                    </a:lnTo>
                    <a:lnTo>
                      <a:pt x="382691" y="4889275"/>
                    </a:lnTo>
                    <a:cubicBezTo>
                      <a:pt x="382122" y="4896713"/>
                      <a:pt x="382634" y="4904357"/>
                      <a:pt x="384396" y="4912168"/>
                    </a:cubicBezTo>
                    <a:lnTo>
                      <a:pt x="385799" y="4933804"/>
                    </a:lnTo>
                    <a:lnTo>
                      <a:pt x="378247" y="4957452"/>
                    </a:lnTo>
                    <a:lnTo>
                      <a:pt x="360964" y="4987036"/>
                    </a:lnTo>
                    <a:cubicBezTo>
                      <a:pt x="349725" y="5003800"/>
                      <a:pt x="335627" y="5022851"/>
                      <a:pt x="334485" y="5041520"/>
                    </a:cubicBezTo>
                    <a:cubicBezTo>
                      <a:pt x="333557" y="5057380"/>
                      <a:pt x="327458" y="5072410"/>
                      <a:pt x="321371" y="5087422"/>
                    </a:cubicBezTo>
                    <a:lnTo>
                      <a:pt x="321364" y="5087449"/>
                    </a:lnTo>
                    <a:lnTo>
                      <a:pt x="315482" y="5102460"/>
                    </a:lnTo>
                    <a:lnTo>
                      <a:pt x="308338" y="5133219"/>
                    </a:lnTo>
                    <a:lnTo>
                      <a:pt x="308337" y="5133223"/>
                    </a:lnTo>
                    <a:lnTo>
                      <a:pt x="308337" y="5133224"/>
                    </a:lnTo>
                    <a:lnTo>
                      <a:pt x="315052" y="5166113"/>
                    </a:lnTo>
                    <a:lnTo>
                      <a:pt x="314362" y="5172089"/>
                    </a:lnTo>
                    <a:cubicBezTo>
                      <a:pt x="313481" y="5174399"/>
                      <a:pt x="312290" y="5176875"/>
                      <a:pt x="311814" y="5179066"/>
                    </a:cubicBezTo>
                    <a:lnTo>
                      <a:pt x="311814" y="5179067"/>
                    </a:lnTo>
                    <a:cubicBezTo>
                      <a:pt x="304574" y="5214121"/>
                      <a:pt x="311624" y="5247078"/>
                      <a:pt x="335437" y="5272796"/>
                    </a:cubicBezTo>
                    <a:lnTo>
                      <a:pt x="360397" y="5321350"/>
                    </a:lnTo>
                    <a:lnTo>
                      <a:pt x="364317" y="5355013"/>
                    </a:lnTo>
                    <a:lnTo>
                      <a:pt x="359440" y="5385383"/>
                    </a:lnTo>
                    <a:cubicBezTo>
                      <a:pt x="356201" y="5398720"/>
                      <a:pt x="353915" y="5412056"/>
                      <a:pt x="351249" y="5425581"/>
                    </a:cubicBezTo>
                    <a:cubicBezTo>
                      <a:pt x="347439" y="5443869"/>
                      <a:pt x="343437" y="5462350"/>
                      <a:pt x="339627" y="5480636"/>
                    </a:cubicBezTo>
                    <a:cubicBezTo>
                      <a:pt x="337722" y="5489496"/>
                      <a:pt x="335151" y="5498831"/>
                      <a:pt x="335103" y="5507666"/>
                    </a:cubicBezTo>
                    <a:lnTo>
                      <a:pt x="335103" y="5507667"/>
                    </a:lnTo>
                    <a:lnTo>
                      <a:pt x="337324" y="5520421"/>
                    </a:lnTo>
                    <a:lnTo>
                      <a:pt x="345722" y="5531691"/>
                    </a:lnTo>
                    <a:lnTo>
                      <a:pt x="345723" y="5531693"/>
                    </a:lnTo>
                    <a:lnTo>
                      <a:pt x="355869" y="5547577"/>
                    </a:lnTo>
                    <a:lnTo>
                      <a:pt x="346295" y="5562745"/>
                    </a:lnTo>
                    <a:cubicBezTo>
                      <a:pt x="303622" y="5600466"/>
                      <a:pt x="276951" y="5646188"/>
                      <a:pt x="275047" y="5704482"/>
                    </a:cubicBezTo>
                    <a:cubicBezTo>
                      <a:pt x="274665" y="5716484"/>
                      <a:pt x="271999" y="5728677"/>
                      <a:pt x="269141" y="5740487"/>
                    </a:cubicBezTo>
                    <a:cubicBezTo>
                      <a:pt x="267426" y="5747727"/>
                      <a:pt x="265520" y="5756492"/>
                      <a:pt x="260376" y="5760872"/>
                    </a:cubicBezTo>
                    <a:cubicBezTo>
                      <a:pt x="221133" y="5794973"/>
                      <a:pt x="193890" y="5837456"/>
                      <a:pt x="171981" y="5883750"/>
                    </a:cubicBezTo>
                    <a:lnTo>
                      <a:pt x="171979" y="5883755"/>
                    </a:lnTo>
                    <a:lnTo>
                      <a:pt x="160957" y="5909350"/>
                    </a:lnTo>
                    <a:lnTo>
                      <a:pt x="154076" y="5935945"/>
                    </a:lnTo>
                    <a:lnTo>
                      <a:pt x="154075" y="5935948"/>
                    </a:lnTo>
                    <a:lnTo>
                      <a:pt x="154075" y="5935949"/>
                    </a:lnTo>
                    <a:lnTo>
                      <a:pt x="154242" y="5964476"/>
                    </a:lnTo>
                    <a:lnTo>
                      <a:pt x="157695" y="5993289"/>
                    </a:lnTo>
                    <a:lnTo>
                      <a:pt x="157695" y="5993291"/>
                    </a:lnTo>
                    <a:cubicBezTo>
                      <a:pt x="158837" y="6004531"/>
                      <a:pt x="158647" y="6017485"/>
                      <a:pt x="164171" y="6026440"/>
                    </a:cubicBezTo>
                    <a:cubicBezTo>
                      <a:pt x="181508" y="6054825"/>
                      <a:pt x="200176" y="6082258"/>
                      <a:pt x="220371" y="6108738"/>
                    </a:cubicBezTo>
                    <a:lnTo>
                      <a:pt x="234064" y="6133314"/>
                    </a:lnTo>
                    <a:lnTo>
                      <a:pt x="218468" y="6155599"/>
                    </a:lnTo>
                    <a:lnTo>
                      <a:pt x="218465" y="6155601"/>
                    </a:lnTo>
                    <a:cubicBezTo>
                      <a:pt x="196176" y="6175796"/>
                      <a:pt x="184556" y="6200943"/>
                      <a:pt x="179794" y="6228755"/>
                    </a:cubicBezTo>
                    <a:cubicBezTo>
                      <a:pt x="172363" y="6272763"/>
                      <a:pt x="166077" y="6317150"/>
                      <a:pt x="162457" y="6361538"/>
                    </a:cubicBezTo>
                    <a:lnTo>
                      <a:pt x="162457" y="6361539"/>
                    </a:lnTo>
                    <a:lnTo>
                      <a:pt x="179794" y="6228756"/>
                    </a:lnTo>
                    <a:cubicBezTo>
                      <a:pt x="184556" y="6200944"/>
                      <a:pt x="196176" y="6175797"/>
                      <a:pt x="218465" y="6155602"/>
                    </a:cubicBezTo>
                    <a:lnTo>
                      <a:pt x="218468" y="6155599"/>
                    </a:lnTo>
                    <a:lnTo>
                      <a:pt x="230364" y="6143189"/>
                    </a:lnTo>
                    <a:lnTo>
                      <a:pt x="234064" y="6133314"/>
                    </a:lnTo>
                    <a:lnTo>
                      <a:pt x="234064" y="6133313"/>
                    </a:lnTo>
                    <a:cubicBezTo>
                      <a:pt x="233993" y="6126883"/>
                      <a:pt x="229039" y="6120073"/>
                      <a:pt x="220371" y="6108737"/>
                    </a:cubicBezTo>
                    <a:cubicBezTo>
                      <a:pt x="200176" y="6082257"/>
                      <a:pt x="181508" y="6054824"/>
                      <a:pt x="164171" y="6026439"/>
                    </a:cubicBezTo>
                    <a:cubicBezTo>
                      <a:pt x="158647" y="6017484"/>
                      <a:pt x="158837" y="6004530"/>
                      <a:pt x="157695" y="5993290"/>
                    </a:cubicBezTo>
                    <a:lnTo>
                      <a:pt x="157695" y="5993289"/>
                    </a:lnTo>
                    <a:lnTo>
                      <a:pt x="154075" y="5935949"/>
                    </a:lnTo>
                    <a:lnTo>
                      <a:pt x="154076" y="5935945"/>
                    </a:lnTo>
                    <a:lnTo>
                      <a:pt x="171979" y="5883755"/>
                    </a:lnTo>
                    <a:lnTo>
                      <a:pt x="171981" y="5883751"/>
                    </a:lnTo>
                    <a:cubicBezTo>
                      <a:pt x="193890" y="5837457"/>
                      <a:pt x="221133" y="5794974"/>
                      <a:pt x="260376" y="5760873"/>
                    </a:cubicBezTo>
                    <a:cubicBezTo>
                      <a:pt x="265520" y="5756493"/>
                      <a:pt x="267426" y="5747728"/>
                      <a:pt x="269141" y="5740488"/>
                    </a:cubicBezTo>
                    <a:cubicBezTo>
                      <a:pt x="271999" y="5728678"/>
                      <a:pt x="274665" y="5716485"/>
                      <a:pt x="275047" y="5704483"/>
                    </a:cubicBezTo>
                    <a:cubicBezTo>
                      <a:pt x="276951" y="5646189"/>
                      <a:pt x="303622" y="5600467"/>
                      <a:pt x="346295" y="5562746"/>
                    </a:cubicBezTo>
                    <a:cubicBezTo>
                      <a:pt x="352392" y="5557317"/>
                      <a:pt x="355774" y="5552507"/>
                      <a:pt x="355869" y="5547578"/>
                    </a:cubicBezTo>
                    <a:lnTo>
                      <a:pt x="355869" y="5547577"/>
                    </a:lnTo>
                    <a:cubicBezTo>
                      <a:pt x="355964" y="5542648"/>
                      <a:pt x="352773" y="5537599"/>
                      <a:pt x="345723" y="5531692"/>
                    </a:cubicBezTo>
                    <a:lnTo>
                      <a:pt x="345722" y="5531691"/>
                    </a:lnTo>
                    <a:lnTo>
                      <a:pt x="335103" y="5507667"/>
                    </a:lnTo>
                    <a:lnTo>
                      <a:pt x="339627" y="5480637"/>
                    </a:lnTo>
                    <a:cubicBezTo>
                      <a:pt x="343437" y="5462351"/>
                      <a:pt x="347439" y="5443870"/>
                      <a:pt x="351249" y="5425582"/>
                    </a:cubicBezTo>
                    <a:cubicBezTo>
                      <a:pt x="353915" y="5412057"/>
                      <a:pt x="356201" y="5398721"/>
                      <a:pt x="359440" y="5385384"/>
                    </a:cubicBezTo>
                    <a:cubicBezTo>
                      <a:pt x="361965" y="5375002"/>
                      <a:pt x="363668" y="5364882"/>
                      <a:pt x="364317" y="5355014"/>
                    </a:cubicBezTo>
                    <a:lnTo>
                      <a:pt x="364317" y="5355013"/>
                    </a:lnTo>
                    <a:lnTo>
                      <a:pt x="362870" y="5326162"/>
                    </a:lnTo>
                    <a:lnTo>
                      <a:pt x="360397" y="5321350"/>
                    </a:lnTo>
                    <a:lnTo>
                      <a:pt x="359341" y="5312287"/>
                    </a:lnTo>
                    <a:cubicBezTo>
                      <a:pt x="354789" y="5298594"/>
                      <a:pt x="347082" y="5285440"/>
                      <a:pt x="335437" y="5272795"/>
                    </a:cubicBezTo>
                    <a:cubicBezTo>
                      <a:pt x="323531" y="5259936"/>
                      <a:pt x="315815" y="5245268"/>
                      <a:pt x="311981" y="5229432"/>
                    </a:cubicBezTo>
                    <a:lnTo>
                      <a:pt x="311814" y="5179067"/>
                    </a:lnTo>
                    <a:lnTo>
                      <a:pt x="314362" y="5172090"/>
                    </a:lnTo>
                    <a:cubicBezTo>
                      <a:pt x="315243" y="5169780"/>
                      <a:pt x="315814" y="5167637"/>
                      <a:pt x="315052" y="5166113"/>
                    </a:cubicBezTo>
                    <a:lnTo>
                      <a:pt x="315052" y="5166112"/>
                    </a:lnTo>
                    <a:lnTo>
                      <a:pt x="308337" y="5133224"/>
                    </a:lnTo>
                    <a:lnTo>
                      <a:pt x="308338" y="5133219"/>
                    </a:lnTo>
                    <a:lnTo>
                      <a:pt x="321364" y="5087449"/>
                    </a:lnTo>
                    <a:lnTo>
                      <a:pt x="327270" y="5072375"/>
                    </a:lnTo>
                    <a:cubicBezTo>
                      <a:pt x="330949" y="5062299"/>
                      <a:pt x="333866" y="5052095"/>
                      <a:pt x="334485" y="5041521"/>
                    </a:cubicBezTo>
                    <a:cubicBezTo>
                      <a:pt x="335627" y="5022852"/>
                      <a:pt x="349725" y="5003801"/>
                      <a:pt x="360964" y="4987037"/>
                    </a:cubicBezTo>
                    <a:cubicBezTo>
                      <a:pt x="366751" y="4978392"/>
                      <a:pt x="372458" y="4970096"/>
                      <a:pt x="376969" y="4961455"/>
                    </a:cubicBezTo>
                    <a:lnTo>
                      <a:pt x="378247" y="4957452"/>
                    </a:lnTo>
                    <a:lnTo>
                      <a:pt x="381039" y="4952672"/>
                    </a:lnTo>
                    <a:lnTo>
                      <a:pt x="385799" y="4933804"/>
                    </a:lnTo>
                    <a:cubicBezTo>
                      <a:pt x="386468" y="4927121"/>
                      <a:pt x="386111" y="4919978"/>
                      <a:pt x="384396" y="4912167"/>
                    </a:cubicBezTo>
                    <a:lnTo>
                      <a:pt x="382691" y="4889274"/>
                    </a:lnTo>
                    <a:lnTo>
                      <a:pt x="390221" y="4863342"/>
                    </a:lnTo>
                    <a:lnTo>
                      <a:pt x="412401" y="4828916"/>
                    </a:lnTo>
                    <a:cubicBezTo>
                      <a:pt x="420784" y="4819963"/>
                      <a:pt x="425356" y="4810580"/>
                      <a:pt x="427237" y="4800483"/>
                    </a:cubicBezTo>
                    <a:lnTo>
                      <a:pt x="427237" y="4800482"/>
                    </a:lnTo>
                    <a:cubicBezTo>
                      <a:pt x="429119" y="4790385"/>
                      <a:pt x="428309" y="4779574"/>
                      <a:pt x="425928" y="4767763"/>
                    </a:cubicBezTo>
                    <a:cubicBezTo>
                      <a:pt x="420022" y="4738234"/>
                      <a:pt x="419640" y="4707563"/>
                      <a:pt x="416021" y="4677654"/>
                    </a:cubicBezTo>
                    <a:cubicBezTo>
                      <a:pt x="415259" y="4671175"/>
                      <a:pt x="412591" y="4662985"/>
                      <a:pt x="408019" y="4659173"/>
                    </a:cubicBezTo>
                    <a:cubicBezTo>
                      <a:pt x="351249" y="4612499"/>
                      <a:pt x="350677" y="4546775"/>
                      <a:pt x="348009" y="4482003"/>
                    </a:cubicBezTo>
                    <a:lnTo>
                      <a:pt x="347247" y="4363890"/>
                    </a:lnTo>
                    <a:lnTo>
                      <a:pt x="356201" y="4324645"/>
                    </a:lnTo>
                    <a:cubicBezTo>
                      <a:pt x="368204" y="4300070"/>
                      <a:pt x="383824" y="4277401"/>
                      <a:pt x="396017" y="4253014"/>
                    </a:cubicBezTo>
                    <a:cubicBezTo>
                      <a:pt x="400781" y="4243872"/>
                      <a:pt x="400971" y="4232060"/>
                      <a:pt x="401733" y="4221391"/>
                    </a:cubicBezTo>
                    <a:close/>
                    <a:moveTo>
                      <a:pt x="332842" y="2836171"/>
                    </a:moveTo>
                    <a:lnTo>
                      <a:pt x="332842" y="2836172"/>
                    </a:lnTo>
                    <a:cubicBezTo>
                      <a:pt x="336914" y="2839982"/>
                      <a:pt x="340200" y="2844316"/>
                      <a:pt x="341533" y="2848793"/>
                    </a:cubicBezTo>
                    <a:lnTo>
                      <a:pt x="358166" y="2903544"/>
                    </a:lnTo>
                    <a:lnTo>
                      <a:pt x="366072" y="2947858"/>
                    </a:lnTo>
                    <a:lnTo>
                      <a:pt x="366072" y="2947862"/>
                    </a:lnTo>
                    <a:lnTo>
                      <a:pt x="362488" y="2982147"/>
                    </a:lnTo>
                    <a:cubicBezTo>
                      <a:pt x="354392" y="3014152"/>
                      <a:pt x="350582" y="3045776"/>
                      <a:pt x="350796" y="3077400"/>
                    </a:cubicBezTo>
                    <a:lnTo>
                      <a:pt x="350796" y="3077401"/>
                    </a:lnTo>
                    <a:cubicBezTo>
                      <a:pt x="351010" y="3109025"/>
                      <a:pt x="355249" y="3140649"/>
                      <a:pt x="363250" y="3172654"/>
                    </a:cubicBezTo>
                    <a:cubicBezTo>
                      <a:pt x="389159" y="3276480"/>
                      <a:pt x="416591" y="3380305"/>
                      <a:pt x="410877" y="3489467"/>
                    </a:cubicBezTo>
                    <a:cubicBezTo>
                      <a:pt x="409925" y="3507563"/>
                      <a:pt x="421546" y="3529090"/>
                      <a:pt x="432976" y="3544713"/>
                    </a:cubicBezTo>
                    <a:cubicBezTo>
                      <a:pt x="438406" y="3552190"/>
                      <a:pt x="442585" y="3557715"/>
                      <a:pt x="445520" y="3562320"/>
                    </a:cubicBezTo>
                    <a:lnTo>
                      <a:pt x="450598" y="3574407"/>
                    </a:lnTo>
                    <a:lnTo>
                      <a:pt x="448246" y="3587173"/>
                    </a:lnTo>
                    <a:cubicBezTo>
                      <a:pt x="446228" y="3592231"/>
                      <a:pt x="442978" y="3598434"/>
                      <a:pt x="438500" y="3606816"/>
                    </a:cubicBezTo>
                    <a:cubicBezTo>
                      <a:pt x="434118" y="3614818"/>
                      <a:pt x="431452" y="3624724"/>
                      <a:pt x="424974" y="3630631"/>
                    </a:cubicBezTo>
                    <a:cubicBezTo>
                      <a:pt x="408496" y="3645681"/>
                      <a:pt x="402257" y="3662493"/>
                      <a:pt x="400733" y="3680162"/>
                    </a:cubicBezTo>
                    <a:lnTo>
                      <a:pt x="400733" y="3680163"/>
                    </a:lnTo>
                    <a:lnTo>
                      <a:pt x="404781" y="3734837"/>
                    </a:lnTo>
                    <a:lnTo>
                      <a:pt x="404399" y="3754651"/>
                    </a:lnTo>
                    <a:cubicBezTo>
                      <a:pt x="398399" y="3767129"/>
                      <a:pt x="396447" y="3778654"/>
                      <a:pt x="398042" y="3789775"/>
                    </a:cubicBezTo>
                    <a:lnTo>
                      <a:pt x="398042" y="3789776"/>
                    </a:lnTo>
                    <a:cubicBezTo>
                      <a:pt x="399638" y="3800896"/>
                      <a:pt x="404781" y="3811613"/>
                      <a:pt x="412973" y="3822472"/>
                    </a:cubicBezTo>
                    <a:lnTo>
                      <a:pt x="427308" y="3852619"/>
                    </a:lnTo>
                    <a:lnTo>
                      <a:pt x="417926" y="3885336"/>
                    </a:lnTo>
                    <a:lnTo>
                      <a:pt x="417925" y="3885337"/>
                    </a:lnTo>
                    <a:cubicBezTo>
                      <a:pt x="398494" y="3910103"/>
                      <a:pt x="388302" y="3935726"/>
                      <a:pt x="386040" y="3962158"/>
                    </a:cubicBezTo>
                    <a:lnTo>
                      <a:pt x="386040" y="3962159"/>
                    </a:lnTo>
                    <a:lnTo>
                      <a:pt x="388431" y="4002409"/>
                    </a:lnTo>
                    <a:lnTo>
                      <a:pt x="401733" y="4043837"/>
                    </a:lnTo>
                    <a:lnTo>
                      <a:pt x="401733" y="4043839"/>
                    </a:lnTo>
                    <a:lnTo>
                      <a:pt x="416855" y="4103825"/>
                    </a:lnTo>
                    <a:lnTo>
                      <a:pt x="405544" y="4165381"/>
                    </a:lnTo>
                    <a:lnTo>
                      <a:pt x="405543" y="4165382"/>
                    </a:lnTo>
                    <a:cubicBezTo>
                      <a:pt x="402114" y="4173479"/>
                      <a:pt x="401543" y="4182766"/>
                      <a:pt x="401638" y="4192386"/>
                    </a:cubicBezTo>
                    <a:lnTo>
                      <a:pt x="401638" y="4192387"/>
                    </a:lnTo>
                    <a:lnTo>
                      <a:pt x="405543" y="4165383"/>
                    </a:lnTo>
                    <a:lnTo>
                      <a:pt x="405544" y="4165381"/>
                    </a:lnTo>
                    <a:lnTo>
                      <a:pt x="414887" y="4134255"/>
                    </a:lnTo>
                    <a:lnTo>
                      <a:pt x="416855" y="4103825"/>
                    </a:lnTo>
                    <a:lnTo>
                      <a:pt x="416855" y="4103824"/>
                    </a:lnTo>
                    <a:cubicBezTo>
                      <a:pt x="415879" y="4083701"/>
                      <a:pt x="410497" y="4063841"/>
                      <a:pt x="401733" y="4043838"/>
                    </a:cubicBezTo>
                    <a:lnTo>
                      <a:pt x="401733" y="4043837"/>
                    </a:lnTo>
                    <a:lnTo>
                      <a:pt x="386040" y="3962159"/>
                    </a:lnTo>
                    <a:lnTo>
                      <a:pt x="395544" y="3923124"/>
                    </a:lnTo>
                    <a:cubicBezTo>
                      <a:pt x="400804" y="3910318"/>
                      <a:pt x="408210" y="3897721"/>
                      <a:pt x="417925" y="3885338"/>
                    </a:cubicBezTo>
                    <a:lnTo>
                      <a:pt x="417926" y="3885336"/>
                    </a:lnTo>
                    <a:lnTo>
                      <a:pt x="426528" y="3868763"/>
                    </a:lnTo>
                    <a:lnTo>
                      <a:pt x="427308" y="3852619"/>
                    </a:lnTo>
                    <a:lnTo>
                      <a:pt x="427308" y="3852618"/>
                    </a:lnTo>
                    <a:cubicBezTo>
                      <a:pt x="425642" y="3842045"/>
                      <a:pt x="420022" y="3831901"/>
                      <a:pt x="412973" y="3822471"/>
                    </a:cubicBezTo>
                    <a:lnTo>
                      <a:pt x="398042" y="3789775"/>
                    </a:lnTo>
                    <a:lnTo>
                      <a:pt x="404399" y="3754652"/>
                    </a:lnTo>
                    <a:cubicBezTo>
                      <a:pt x="407067" y="3749125"/>
                      <a:pt x="405733" y="3741315"/>
                      <a:pt x="404781" y="3734837"/>
                    </a:cubicBezTo>
                    <a:lnTo>
                      <a:pt x="404781" y="3734836"/>
                    </a:lnTo>
                    <a:lnTo>
                      <a:pt x="400733" y="3680163"/>
                    </a:lnTo>
                    <a:lnTo>
                      <a:pt x="407246" y="3654415"/>
                    </a:lnTo>
                    <a:cubicBezTo>
                      <a:pt x="411056" y="3646122"/>
                      <a:pt x="416735" y="3638157"/>
                      <a:pt x="424974" y="3630632"/>
                    </a:cubicBezTo>
                    <a:cubicBezTo>
                      <a:pt x="431452" y="3624725"/>
                      <a:pt x="434118" y="3614819"/>
                      <a:pt x="438500" y="3606817"/>
                    </a:cubicBezTo>
                    <a:cubicBezTo>
                      <a:pt x="447455" y="3590053"/>
                      <a:pt x="451503" y="3582004"/>
                      <a:pt x="450598" y="3574408"/>
                    </a:cubicBezTo>
                    <a:lnTo>
                      <a:pt x="450598" y="3574407"/>
                    </a:lnTo>
                    <a:cubicBezTo>
                      <a:pt x="449693" y="3566810"/>
                      <a:pt x="443835" y="3559667"/>
                      <a:pt x="432976" y="3544712"/>
                    </a:cubicBezTo>
                    <a:cubicBezTo>
                      <a:pt x="421546" y="3529089"/>
                      <a:pt x="409925" y="3507562"/>
                      <a:pt x="410877" y="3489466"/>
                    </a:cubicBezTo>
                    <a:cubicBezTo>
                      <a:pt x="416591" y="3380304"/>
                      <a:pt x="389159" y="3276479"/>
                      <a:pt x="363250" y="3172653"/>
                    </a:cubicBezTo>
                    <a:lnTo>
                      <a:pt x="350796" y="3077401"/>
                    </a:lnTo>
                    <a:lnTo>
                      <a:pt x="362488" y="2982148"/>
                    </a:lnTo>
                    <a:cubicBezTo>
                      <a:pt x="365441" y="2970575"/>
                      <a:pt x="366442" y="2959156"/>
                      <a:pt x="366072" y="2947862"/>
                    </a:cubicBezTo>
                    <a:lnTo>
                      <a:pt x="366072" y="2947861"/>
                    </a:lnTo>
                    <a:lnTo>
                      <a:pt x="366072" y="2947858"/>
                    </a:lnTo>
                    <a:lnTo>
                      <a:pt x="361441" y="2914327"/>
                    </a:lnTo>
                    <a:lnTo>
                      <a:pt x="358166" y="2903544"/>
                    </a:lnTo>
                    <a:lnTo>
                      <a:pt x="357138" y="2897784"/>
                    </a:lnTo>
                    <a:cubicBezTo>
                      <a:pt x="352392" y="2881306"/>
                      <a:pt x="346534" y="2865009"/>
                      <a:pt x="341533" y="2848792"/>
                    </a:cubicBezTo>
                    <a:close/>
                    <a:moveTo>
                      <a:pt x="296001" y="2745351"/>
                    </a:moveTo>
                    <a:lnTo>
                      <a:pt x="289670" y="2770757"/>
                    </a:lnTo>
                    <a:lnTo>
                      <a:pt x="290080" y="2778005"/>
                    </a:lnTo>
                    <a:lnTo>
                      <a:pt x="289301" y="2782304"/>
                    </a:lnTo>
                    <a:lnTo>
                      <a:pt x="290501" y="2785439"/>
                    </a:lnTo>
                    <a:lnTo>
                      <a:pt x="290929" y="2793022"/>
                    </a:lnTo>
                    <a:lnTo>
                      <a:pt x="300579" y="2811779"/>
                    </a:lnTo>
                    <a:lnTo>
                      <a:pt x="300582" y="2811786"/>
                    </a:lnTo>
                    <a:lnTo>
                      <a:pt x="300583" y="2811786"/>
                    </a:lnTo>
                    <a:lnTo>
                      <a:pt x="300579" y="2811779"/>
                    </a:lnTo>
                    <a:lnTo>
                      <a:pt x="290501" y="2785439"/>
                    </a:lnTo>
                    <a:lnTo>
                      <a:pt x="290080" y="2778005"/>
                    </a:lnTo>
                    <a:close/>
                    <a:moveTo>
                      <a:pt x="817328" y="1508457"/>
                    </a:moveTo>
                    <a:lnTo>
                      <a:pt x="845421" y="1596212"/>
                    </a:lnTo>
                    <a:cubicBezTo>
                      <a:pt x="847898" y="1604977"/>
                      <a:pt x="846373" y="1615835"/>
                      <a:pt x="843517" y="1624979"/>
                    </a:cubicBezTo>
                    <a:cubicBezTo>
                      <a:pt x="833801" y="1656222"/>
                      <a:pt x="809415" y="1676035"/>
                      <a:pt x="786935" y="1697752"/>
                    </a:cubicBezTo>
                    <a:cubicBezTo>
                      <a:pt x="777029" y="1707278"/>
                      <a:pt x="769981" y="1720422"/>
                      <a:pt x="764267" y="1733187"/>
                    </a:cubicBezTo>
                    <a:cubicBezTo>
                      <a:pt x="749595" y="1766334"/>
                      <a:pt x="736452" y="1800245"/>
                      <a:pt x="722546" y="1833774"/>
                    </a:cubicBezTo>
                    <a:cubicBezTo>
                      <a:pt x="721212" y="1837012"/>
                      <a:pt x="717783" y="1839678"/>
                      <a:pt x="714925" y="1842157"/>
                    </a:cubicBezTo>
                    <a:cubicBezTo>
                      <a:pt x="684824" y="1866921"/>
                      <a:pt x="654535" y="1891496"/>
                      <a:pt x="624434" y="1916453"/>
                    </a:cubicBezTo>
                    <a:cubicBezTo>
                      <a:pt x="618720" y="1921215"/>
                      <a:pt x="614528" y="1928075"/>
                      <a:pt x="609004" y="1933218"/>
                    </a:cubicBezTo>
                    <a:cubicBezTo>
                      <a:pt x="601384" y="1940458"/>
                      <a:pt x="594143" y="1949602"/>
                      <a:pt x="584999" y="1953412"/>
                    </a:cubicBezTo>
                    <a:cubicBezTo>
                      <a:pt x="556234" y="1965223"/>
                      <a:pt x="543850" y="1987893"/>
                      <a:pt x="538516" y="2016468"/>
                    </a:cubicBezTo>
                    <a:cubicBezTo>
                      <a:pt x="533563" y="2042569"/>
                      <a:pt x="529371" y="2068668"/>
                      <a:pt x="523657" y="2094577"/>
                    </a:cubicBezTo>
                    <a:cubicBezTo>
                      <a:pt x="516799" y="2126200"/>
                      <a:pt x="509369" y="2157635"/>
                      <a:pt x="500986" y="2188878"/>
                    </a:cubicBezTo>
                    <a:cubicBezTo>
                      <a:pt x="497366" y="2202403"/>
                      <a:pt x="493176" y="2216691"/>
                      <a:pt x="485746" y="2228313"/>
                    </a:cubicBezTo>
                    <a:cubicBezTo>
                      <a:pt x="465171" y="2260889"/>
                      <a:pt x="451265" y="2295752"/>
                      <a:pt x="456789" y="2334043"/>
                    </a:cubicBezTo>
                    <a:cubicBezTo>
                      <a:pt x="461171" y="2364714"/>
                      <a:pt x="449931" y="2390433"/>
                      <a:pt x="432404" y="2409484"/>
                    </a:cubicBezTo>
                    <a:cubicBezTo>
                      <a:pt x="424451" y="2418153"/>
                      <a:pt x="418938" y="2426976"/>
                      <a:pt x="415303" y="2435912"/>
                    </a:cubicBezTo>
                    <a:lnTo>
                      <a:pt x="415303" y="2435912"/>
                    </a:lnTo>
                    <a:lnTo>
                      <a:pt x="415303" y="2435912"/>
                    </a:lnTo>
                    <a:lnTo>
                      <a:pt x="414227" y="2440915"/>
                    </a:lnTo>
                    <a:lnTo>
                      <a:pt x="409472" y="2463016"/>
                    </a:lnTo>
                    <a:lnTo>
                      <a:pt x="409472" y="2463017"/>
                    </a:lnTo>
                    <a:lnTo>
                      <a:pt x="411535" y="2490550"/>
                    </a:lnTo>
                    <a:lnTo>
                      <a:pt x="418115" y="2518261"/>
                    </a:lnTo>
                    <a:lnTo>
                      <a:pt x="418115" y="2518264"/>
                    </a:lnTo>
                    <a:lnTo>
                      <a:pt x="421759" y="2545006"/>
                    </a:lnTo>
                    <a:lnTo>
                      <a:pt x="417545" y="2571033"/>
                    </a:lnTo>
                    <a:cubicBezTo>
                      <a:pt x="405543" y="2612944"/>
                      <a:pt x="372966" y="2640949"/>
                      <a:pt x="344391" y="2668000"/>
                    </a:cubicBezTo>
                    <a:cubicBezTo>
                      <a:pt x="320006" y="2691053"/>
                      <a:pt x="306290" y="2716962"/>
                      <a:pt x="296001" y="2745347"/>
                    </a:cubicBezTo>
                    <a:lnTo>
                      <a:pt x="296001" y="2745348"/>
                    </a:lnTo>
                    <a:cubicBezTo>
                      <a:pt x="306290" y="2716963"/>
                      <a:pt x="320006" y="2691054"/>
                      <a:pt x="344391" y="2668001"/>
                    </a:cubicBezTo>
                    <a:cubicBezTo>
                      <a:pt x="372966" y="2640950"/>
                      <a:pt x="405543" y="2612945"/>
                      <a:pt x="417545" y="2571034"/>
                    </a:cubicBezTo>
                    <a:cubicBezTo>
                      <a:pt x="420117" y="2561985"/>
                      <a:pt x="421593" y="2553555"/>
                      <a:pt x="421760" y="2545006"/>
                    </a:cubicBezTo>
                    <a:lnTo>
                      <a:pt x="421759" y="2545006"/>
                    </a:lnTo>
                    <a:lnTo>
                      <a:pt x="421760" y="2545005"/>
                    </a:lnTo>
                    <a:cubicBezTo>
                      <a:pt x="421926" y="2536456"/>
                      <a:pt x="420783" y="2527789"/>
                      <a:pt x="418115" y="2518263"/>
                    </a:cubicBezTo>
                    <a:lnTo>
                      <a:pt x="418115" y="2518261"/>
                    </a:lnTo>
                    <a:lnTo>
                      <a:pt x="409472" y="2463017"/>
                    </a:lnTo>
                    <a:lnTo>
                      <a:pt x="414227" y="2440915"/>
                    </a:lnTo>
                    <a:lnTo>
                      <a:pt x="415303" y="2435912"/>
                    </a:lnTo>
                    <a:lnTo>
                      <a:pt x="432404" y="2409485"/>
                    </a:lnTo>
                    <a:cubicBezTo>
                      <a:pt x="449931" y="2390434"/>
                      <a:pt x="461171" y="2364715"/>
                      <a:pt x="456789" y="2334044"/>
                    </a:cubicBezTo>
                    <a:cubicBezTo>
                      <a:pt x="451265" y="2295753"/>
                      <a:pt x="465171" y="2260890"/>
                      <a:pt x="485746" y="2228314"/>
                    </a:cubicBezTo>
                    <a:cubicBezTo>
                      <a:pt x="493176" y="2216692"/>
                      <a:pt x="497366" y="2202404"/>
                      <a:pt x="500986" y="2188879"/>
                    </a:cubicBezTo>
                    <a:cubicBezTo>
                      <a:pt x="509369" y="2157636"/>
                      <a:pt x="516799" y="2126201"/>
                      <a:pt x="523657" y="2094578"/>
                    </a:cubicBezTo>
                    <a:cubicBezTo>
                      <a:pt x="529371" y="2068669"/>
                      <a:pt x="533563" y="2042570"/>
                      <a:pt x="538516" y="2016469"/>
                    </a:cubicBezTo>
                    <a:cubicBezTo>
                      <a:pt x="543850" y="1987894"/>
                      <a:pt x="556234" y="1965224"/>
                      <a:pt x="584999" y="1953413"/>
                    </a:cubicBezTo>
                    <a:cubicBezTo>
                      <a:pt x="594143" y="1949603"/>
                      <a:pt x="601384" y="1940459"/>
                      <a:pt x="609004" y="1933219"/>
                    </a:cubicBezTo>
                    <a:cubicBezTo>
                      <a:pt x="614528" y="1928076"/>
                      <a:pt x="618720" y="1921216"/>
                      <a:pt x="624434" y="1916454"/>
                    </a:cubicBezTo>
                    <a:cubicBezTo>
                      <a:pt x="654535" y="1891497"/>
                      <a:pt x="684824" y="1866922"/>
                      <a:pt x="714925" y="1842158"/>
                    </a:cubicBezTo>
                    <a:cubicBezTo>
                      <a:pt x="717783" y="1839679"/>
                      <a:pt x="721212" y="1837013"/>
                      <a:pt x="722546" y="1833775"/>
                    </a:cubicBezTo>
                    <a:cubicBezTo>
                      <a:pt x="736452" y="1800246"/>
                      <a:pt x="749596" y="1766335"/>
                      <a:pt x="764267" y="1733188"/>
                    </a:cubicBezTo>
                    <a:cubicBezTo>
                      <a:pt x="769981" y="1720423"/>
                      <a:pt x="777029" y="1707279"/>
                      <a:pt x="786936" y="1697753"/>
                    </a:cubicBezTo>
                    <a:cubicBezTo>
                      <a:pt x="809416" y="1676036"/>
                      <a:pt x="833801" y="1656223"/>
                      <a:pt x="843517" y="1624980"/>
                    </a:cubicBezTo>
                    <a:cubicBezTo>
                      <a:pt x="846374" y="1615836"/>
                      <a:pt x="847899" y="1604978"/>
                      <a:pt x="845422" y="1596213"/>
                    </a:cubicBezTo>
                    <a:close/>
                    <a:moveTo>
                      <a:pt x="798723" y="1459072"/>
                    </a:moveTo>
                    <a:lnTo>
                      <a:pt x="807941" y="1481571"/>
                    </a:lnTo>
                    <a:lnTo>
                      <a:pt x="798724" y="1459073"/>
                    </a:lnTo>
                    <a:close/>
                    <a:moveTo>
                      <a:pt x="779530" y="1268757"/>
                    </a:moveTo>
                    <a:lnTo>
                      <a:pt x="774363" y="1286068"/>
                    </a:lnTo>
                    <a:cubicBezTo>
                      <a:pt x="759789" y="1306929"/>
                      <a:pt x="753550" y="1328551"/>
                      <a:pt x="752025" y="1350626"/>
                    </a:cubicBezTo>
                    <a:lnTo>
                      <a:pt x="757620" y="1413839"/>
                    </a:lnTo>
                    <a:lnTo>
                      <a:pt x="752026" y="1350627"/>
                    </a:lnTo>
                    <a:cubicBezTo>
                      <a:pt x="753550" y="1328552"/>
                      <a:pt x="759790" y="1306929"/>
                      <a:pt x="774363" y="1286069"/>
                    </a:cubicBezTo>
                    <a:cubicBezTo>
                      <a:pt x="777506" y="1281688"/>
                      <a:pt x="779078" y="1275401"/>
                      <a:pt x="779530" y="1268757"/>
                    </a:cubicBezTo>
                    <a:close/>
                    <a:moveTo>
                      <a:pt x="837801" y="773034"/>
                    </a:moveTo>
                    <a:lnTo>
                      <a:pt x="829801" y="854378"/>
                    </a:lnTo>
                    <a:cubicBezTo>
                      <a:pt x="827515" y="878955"/>
                      <a:pt x="826753" y="903721"/>
                      <a:pt x="798747" y="915342"/>
                    </a:cubicBezTo>
                    <a:cubicBezTo>
                      <a:pt x="794365" y="917058"/>
                      <a:pt x="791127" y="922772"/>
                      <a:pt x="788269" y="927154"/>
                    </a:cubicBezTo>
                    <a:cubicBezTo>
                      <a:pt x="744261" y="994784"/>
                      <a:pt x="745405" y="1030979"/>
                      <a:pt x="791889" y="1097086"/>
                    </a:cubicBezTo>
                    <a:cubicBezTo>
                      <a:pt x="796651" y="1103944"/>
                      <a:pt x="800081" y="1118612"/>
                      <a:pt x="796271" y="1123184"/>
                    </a:cubicBezTo>
                    <a:cubicBezTo>
                      <a:pt x="780459" y="1142616"/>
                      <a:pt x="773411" y="1162953"/>
                      <a:pt x="771553" y="1184028"/>
                    </a:cubicBezTo>
                    <a:cubicBezTo>
                      <a:pt x="773411" y="1162953"/>
                      <a:pt x="780460" y="1142617"/>
                      <a:pt x="796272" y="1123185"/>
                    </a:cubicBezTo>
                    <a:cubicBezTo>
                      <a:pt x="800082" y="1118613"/>
                      <a:pt x="796652" y="1103945"/>
                      <a:pt x="791890" y="1097087"/>
                    </a:cubicBezTo>
                    <a:cubicBezTo>
                      <a:pt x="745406" y="1030980"/>
                      <a:pt x="744262" y="994785"/>
                      <a:pt x="788270" y="927155"/>
                    </a:cubicBezTo>
                    <a:cubicBezTo>
                      <a:pt x="791128" y="922773"/>
                      <a:pt x="794366" y="917059"/>
                      <a:pt x="798748" y="915343"/>
                    </a:cubicBezTo>
                    <a:cubicBezTo>
                      <a:pt x="826753" y="903722"/>
                      <a:pt x="827515" y="878956"/>
                      <a:pt x="829801" y="854379"/>
                    </a:cubicBezTo>
                    <a:cubicBezTo>
                      <a:pt x="832277" y="827329"/>
                      <a:pt x="835515" y="800276"/>
                      <a:pt x="837801" y="773035"/>
                    </a:cubicBezTo>
                    <a:close/>
                    <a:moveTo>
                      <a:pt x="782400" y="517850"/>
                    </a:moveTo>
                    <a:lnTo>
                      <a:pt x="791317" y="556046"/>
                    </a:lnTo>
                    <a:cubicBezTo>
                      <a:pt x="793413" y="564047"/>
                      <a:pt x="798937" y="572621"/>
                      <a:pt x="797795" y="580049"/>
                    </a:cubicBezTo>
                    <a:cubicBezTo>
                      <a:pt x="794461" y="601577"/>
                      <a:pt x="796890" y="622200"/>
                      <a:pt x="801176" y="642536"/>
                    </a:cubicBezTo>
                    <a:lnTo>
                      <a:pt x="813700" y="694927"/>
                    </a:lnTo>
                    <a:lnTo>
                      <a:pt x="801177" y="642537"/>
                    </a:lnTo>
                    <a:cubicBezTo>
                      <a:pt x="796891" y="622200"/>
                      <a:pt x="794462" y="601578"/>
                      <a:pt x="797796" y="580050"/>
                    </a:cubicBezTo>
                    <a:cubicBezTo>
                      <a:pt x="798938" y="572622"/>
                      <a:pt x="793414" y="564048"/>
                      <a:pt x="791318" y="556047"/>
                    </a:cubicBezTo>
                    <a:close/>
                    <a:moveTo>
                      <a:pt x="783887" y="313532"/>
                    </a:moveTo>
                    <a:lnTo>
                      <a:pt x="786245" y="324057"/>
                    </a:lnTo>
                    <a:cubicBezTo>
                      <a:pt x="786031" y="328963"/>
                      <a:pt x="785126" y="334583"/>
                      <a:pt x="784459" y="338869"/>
                    </a:cubicBezTo>
                    <a:lnTo>
                      <a:pt x="784454" y="338897"/>
                    </a:lnTo>
                    <a:lnTo>
                      <a:pt x="778363" y="367327"/>
                    </a:lnTo>
                    <a:lnTo>
                      <a:pt x="774553" y="395639"/>
                    </a:lnTo>
                    <a:lnTo>
                      <a:pt x="784454" y="338897"/>
                    </a:lnTo>
                    <a:lnTo>
                      <a:pt x="784460" y="338870"/>
                    </a:lnTo>
                    <a:cubicBezTo>
                      <a:pt x="785794" y="330298"/>
                      <a:pt x="788080" y="316389"/>
                      <a:pt x="783888" y="313533"/>
                    </a:cubicBezTo>
                    <a:close/>
                    <a:moveTo>
                      <a:pt x="761560" y="281567"/>
                    </a:moveTo>
                    <a:lnTo>
                      <a:pt x="766454" y="295414"/>
                    </a:lnTo>
                    <a:lnTo>
                      <a:pt x="766455" y="295414"/>
                    </a:lnTo>
                    <a:close/>
                    <a:moveTo>
                      <a:pt x="774880" y="24485"/>
                    </a:moveTo>
                    <a:lnTo>
                      <a:pt x="777142" y="74128"/>
                    </a:lnTo>
                    <a:cubicBezTo>
                      <a:pt x="775758" y="100173"/>
                      <a:pt x="771253" y="125875"/>
                      <a:pt x="767023" y="151568"/>
                    </a:cubicBezTo>
                    <a:lnTo>
                      <a:pt x="766824" y="153387"/>
                    </a:lnTo>
                    <a:lnTo>
                      <a:pt x="763010" y="177270"/>
                    </a:lnTo>
                    <a:lnTo>
                      <a:pt x="758551" y="228943"/>
                    </a:lnTo>
                    <a:lnTo>
                      <a:pt x="766824" y="153387"/>
                    </a:lnTo>
                    <a:lnTo>
                      <a:pt x="771220" y="125860"/>
                    </a:lnTo>
                    <a:cubicBezTo>
                      <a:pt x="773910" y="108702"/>
                      <a:pt x="776220" y="91491"/>
                      <a:pt x="777143" y="74128"/>
                    </a:cubicBezTo>
                    <a:close/>
                    <a:moveTo>
                      <a:pt x="313354" y="0"/>
                    </a:moveTo>
                    <a:lnTo>
                      <a:pt x="777461" y="0"/>
                    </a:lnTo>
                    <a:lnTo>
                      <a:pt x="774743" y="21485"/>
                    </a:lnTo>
                    <a:lnTo>
                      <a:pt x="777461" y="0"/>
                    </a:lnTo>
                    <a:lnTo>
                      <a:pt x="4543952" y="1"/>
                    </a:lnTo>
                    <a:lnTo>
                      <a:pt x="4543952" y="6858000"/>
                    </a:lnTo>
                    <a:lnTo>
                      <a:pt x="284400" y="6858000"/>
                    </a:lnTo>
                    <a:lnTo>
                      <a:pt x="112147" y="6858000"/>
                    </a:lnTo>
                    <a:lnTo>
                      <a:pt x="102447" y="6815515"/>
                    </a:lnTo>
                    <a:cubicBezTo>
                      <a:pt x="96923" y="6793034"/>
                      <a:pt x="87016" y="6771318"/>
                      <a:pt x="83396" y="6748457"/>
                    </a:cubicBezTo>
                    <a:cubicBezTo>
                      <a:pt x="74824" y="6694163"/>
                      <a:pt x="68728" y="6639487"/>
                      <a:pt x="61870" y="6584811"/>
                    </a:cubicBezTo>
                    <a:cubicBezTo>
                      <a:pt x="54821" y="6528423"/>
                      <a:pt x="47391" y="6472224"/>
                      <a:pt x="41105" y="6415832"/>
                    </a:cubicBezTo>
                    <a:cubicBezTo>
                      <a:pt x="37865" y="6384971"/>
                      <a:pt x="37295" y="6353918"/>
                      <a:pt x="34247" y="6323057"/>
                    </a:cubicBezTo>
                    <a:cubicBezTo>
                      <a:pt x="31579" y="6296004"/>
                      <a:pt x="26626" y="6269143"/>
                      <a:pt x="23386" y="6242092"/>
                    </a:cubicBezTo>
                    <a:cubicBezTo>
                      <a:pt x="20720" y="6218659"/>
                      <a:pt x="19196" y="6195036"/>
                      <a:pt x="16528" y="6171604"/>
                    </a:cubicBezTo>
                    <a:cubicBezTo>
                      <a:pt x="12148" y="6134074"/>
                      <a:pt x="7194" y="6096735"/>
                      <a:pt x="2622" y="6059396"/>
                    </a:cubicBezTo>
                    <a:lnTo>
                      <a:pt x="0" y="6041768"/>
                    </a:lnTo>
                    <a:lnTo>
                      <a:pt x="0" y="6000936"/>
                    </a:lnTo>
                    <a:lnTo>
                      <a:pt x="3670" y="5957594"/>
                    </a:lnTo>
                    <a:lnTo>
                      <a:pt x="0" y="5912510"/>
                    </a:lnTo>
                    <a:lnTo>
                      <a:pt x="0" y="5886400"/>
                    </a:lnTo>
                    <a:lnTo>
                      <a:pt x="1098" y="5864317"/>
                    </a:lnTo>
                    <a:cubicBezTo>
                      <a:pt x="7576" y="5839360"/>
                      <a:pt x="16720" y="5815168"/>
                      <a:pt x="24720" y="5790591"/>
                    </a:cubicBezTo>
                    <a:cubicBezTo>
                      <a:pt x="25672" y="5787923"/>
                      <a:pt x="25864" y="5784685"/>
                      <a:pt x="26434" y="5781829"/>
                    </a:cubicBezTo>
                    <a:cubicBezTo>
                      <a:pt x="29675" y="5765634"/>
                      <a:pt x="32913" y="5749633"/>
                      <a:pt x="35771" y="5733439"/>
                    </a:cubicBezTo>
                    <a:cubicBezTo>
                      <a:pt x="37295" y="5724677"/>
                      <a:pt x="37485" y="5715722"/>
                      <a:pt x="38819" y="5706958"/>
                    </a:cubicBezTo>
                    <a:cubicBezTo>
                      <a:pt x="44153" y="5673049"/>
                      <a:pt x="35199" y="5635710"/>
                      <a:pt x="58250" y="5606371"/>
                    </a:cubicBezTo>
                    <a:cubicBezTo>
                      <a:pt x="73110" y="5587320"/>
                      <a:pt x="69680" y="5568841"/>
                      <a:pt x="67394" y="5548459"/>
                    </a:cubicBezTo>
                    <a:cubicBezTo>
                      <a:pt x="65680" y="5533026"/>
                      <a:pt x="66252" y="5517214"/>
                      <a:pt x="66060" y="5501593"/>
                    </a:cubicBezTo>
                    <a:cubicBezTo>
                      <a:pt x="65490" y="5474160"/>
                      <a:pt x="65298" y="5446727"/>
                      <a:pt x="64346" y="5419294"/>
                    </a:cubicBezTo>
                    <a:cubicBezTo>
                      <a:pt x="63966" y="5410530"/>
                      <a:pt x="59202" y="5401578"/>
                      <a:pt x="59964" y="5393004"/>
                    </a:cubicBezTo>
                    <a:cubicBezTo>
                      <a:pt x="63584" y="5353378"/>
                      <a:pt x="69300" y="5313753"/>
                      <a:pt x="72538" y="5274128"/>
                    </a:cubicBezTo>
                    <a:cubicBezTo>
                      <a:pt x="74442" y="5251649"/>
                      <a:pt x="70824" y="5228596"/>
                      <a:pt x="73490" y="5206307"/>
                    </a:cubicBezTo>
                    <a:cubicBezTo>
                      <a:pt x="76538" y="5180590"/>
                      <a:pt x="84348" y="5155444"/>
                      <a:pt x="89113" y="5129915"/>
                    </a:cubicBezTo>
                    <a:cubicBezTo>
                      <a:pt x="90445" y="5122866"/>
                      <a:pt x="88731" y="5115056"/>
                      <a:pt x="88351" y="5107626"/>
                    </a:cubicBezTo>
                    <a:cubicBezTo>
                      <a:pt x="87968" y="5099244"/>
                      <a:pt x="87206" y="5091051"/>
                      <a:pt x="87016" y="5082669"/>
                    </a:cubicBezTo>
                    <a:cubicBezTo>
                      <a:pt x="86634" y="5057140"/>
                      <a:pt x="87206" y="5031613"/>
                      <a:pt x="85872" y="5006085"/>
                    </a:cubicBezTo>
                    <a:cubicBezTo>
                      <a:pt x="85110" y="4990464"/>
                      <a:pt x="77300" y="4974081"/>
                      <a:pt x="80158" y="4959601"/>
                    </a:cubicBezTo>
                    <a:cubicBezTo>
                      <a:pt x="85682" y="4930074"/>
                      <a:pt x="73300" y="4900545"/>
                      <a:pt x="83586" y="4871018"/>
                    </a:cubicBezTo>
                    <a:cubicBezTo>
                      <a:pt x="86634" y="4861872"/>
                      <a:pt x="79014" y="4849299"/>
                      <a:pt x="78634" y="4838249"/>
                    </a:cubicBezTo>
                    <a:cubicBezTo>
                      <a:pt x="77682" y="4810626"/>
                      <a:pt x="77872" y="4783003"/>
                      <a:pt x="78062" y="4755380"/>
                    </a:cubicBezTo>
                    <a:cubicBezTo>
                      <a:pt x="78252" y="4730613"/>
                      <a:pt x="75586" y="4704894"/>
                      <a:pt x="80920" y="4681082"/>
                    </a:cubicBezTo>
                    <a:cubicBezTo>
                      <a:pt x="86634" y="4656125"/>
                      <a:pt x="85872" y="4633646"/>
                      <a:pt x="79396" y="4609451"/>
                    </a:cubicBezTo>
                    <a:cubicBezTo>
                      <a:pt x="75014" y="4592877"/>
                      <a:pt x="74442" y="4575350"/>
                      <a:pt x="73110" y="4558206"/>
                    </a:cubicBezTo>
                    <a:cubicBezTo>
                      <a:pt x="71586" y="4539727"/>
                      <a:pt x="75586" y="4519342"/>
                      <a:pt x="69300" y="4502578"/>
                    </a:cubicBezTo>
                    <a:cubicBezTo>
                      <a:pt x="50629" y="4452664"/>
                      <a:pt x="46629" y="4401418"/>
                      <a:pt x="46629" y="4349221"/>
                    </a:cubicBezTo>
                    <a:cubicBezTo>
                      <a:pt x="46629" y="4339694"/>
                      <a:pt x="49295" y="4329978"/>
                      <a:pt x="52153" y="4320836"/>
                    </a:cubicBezTo>
                    <a:cubicBezTo>
                      <a:pt x="69300" y="4267492"/>
                      <a:pt x="67776" y="4213960"/>
                      <a:pt x="57297" y="4159666"/>
                    </a:cubicBezTo>
                    <a:cubicBezTo>
                      <a:pt x="55011" y="4148426"/>
                      <a:pt x="54629" y="4135853"/>
                      <a:pt x="56915" y="4124613"/>
                    </a:cubicBezTo>
                    <a:cubicBezTo>
                      <a:pt x="63584" y="4092988"/>
                      <a:pt x="74634" y="4062317"/>
                      <a:pt x="79396" y="4030502"/>
                    </a:cubicBezTo>
                    <a:cubicBezTo>
                      <a:pt x="87206" y="3977924"/>
                      <a:pt x="60918" y="3932393"/>
                      <a:pt x="43771" y="3885337"/>
                    </a:cubicBezTo>
                    <a:cubicBezTo>
                      <a:pt x="31627" y="3851760"/>
                      <a:pt x="8016" y="3821934"/>
                      <a:pt x="426" y="3786776"/>
                    </a:cubicBezTo>
                    <a:lnTo>
                      <a:pt x="0" y="3773896"/>
                    </a:lnTo>
                    <a:lnTo>
                      <a:pt x="0" y="3393881"/>
                    </a:lnTo>
                    <a:lnTo>
                      <a:pt x="11838" y="3359515"/>
                    </a:lnTo>
                    <a:cubicBezTo>
                      <a:pt x="14434" y="3346204"/>
                      <a:pt x="14910" y="3332773"/>
                      <a:pt x="12910" y="3318770"/>
                    </a:cubicBezTo>
                    <a:cubicBezTo>
                      <a:pt x="12243" y="3314103"/>
                      <a:pt x="9909" y="3308769"/>
                      <a:pt x="6718" y="3304078"/>
                    </a:cubicBezTo>
                    <a:lnTo>
                      <a:pt x="0" y="3297656"/>
                    </a:lnTo>
                    <a:lnTo>
                      <a:pt x="0" y="3207866"/>
                    </a:lnTo>
                    <a:lnTo>
                      <a:pt x="15553" y="3186770"/>
                    </a:lnTo>
                    <a:cubicBezTo>
                      <a:pt x="28483" y="3162328"/>
                      <a:pt x="30484" y="3134646"/>
                      <a:pt x="36341" y="3107499"/>
                    </a:cubicBezTo>
                    <a:cubicBezTo>
                      <a:pt x="41105" y="3085402"/>
                      <a:pt x="41295" y="3064826"/>
                      <a:pt x="38057" y="3042727"/>
                    </a:cubicBezTo>
                    <a:cubicBezTo>
                      <a:pt x="30817" y="2994721"/>
                      <a:pt x="41105" y="2948046"/>
                      <a:pt x="54249" y="2901942"/>
                    </a:cubicBezTo>
                    <a:cubicBezTo>
                      <a:pt x="63012" y="2871461"/>
                      <a:pt x="68346" y="2840218"/>
                      <a:pt x="77300" y="2809929"/>
                    </a:cubicBezTo>
                    <a:cubicBezTo>
                      <a:pt x="84158" y="2787258"/>
                      <a:pt x="92351" y="2764589"/>
                      <a:pt x="103399" y="2743825"/>
                    </a:cubicBezTo>
                    <a:cubicBezTo>
                      <a:pt x="119594" y="2713722"/>
                      <a:pt x="143978" y="2687435"/>
                      <a:pt x="137500" y="2649142"/>
                    </a:cubicBezTo>
                    <a:cubicBezTo>
                      <a:pt x="131786" y="2615420"/>
                      <a:pt x="143786" y="2584941"/>
                      <a:pt x="155217" y="2554078"/>
                    </a:cubicBezTo>
                    <a:cubicBezTo>
                      <a:pt x="163599" y="2531408"/>
                      <a:pt x="172173" y="2508741"/>
                      <a:pt x="177507" y="2485306"/>
                    </a:cubicBezTo>
                    <a:cubicBezTo>
                      <a:pt x="183794" y="2457491"/>
                      <a:pt x="181126" y="2426058"/>
                      <a:pt x="192748" y="2401291"/>
                    </a:cubicBezTo>
                    <a:cubicBezTo>
                      <a:pt x="204940" y="2375382"/>
                      <a:pt x="196748" y="2353858"/>
                      <a:pt x="193318" y="2330805"/>
                    </a:cubicBezTo>
                    <a:cubicBezTo>
                      <a:pt x="187984" y="2294038"/>
                      <a:pt x="178077" y="2257458"/>
                      <a:pt x="190652" y="2220311"/>
                    </a:cubicBezTo>
                    <a:cubicBezTo>
                      <a:pt x="205892" y="2175162"/>
                      <a:pt x="222275" y="2130392"/>
                      <a:pt x="236753" y="2085053"/>
                    </a:cubicBezTo>
                    <a:cubicBezTo>
                      <a:pt x="242280" y="2067524"/>
                      <a:pt x="244566" y="2048667"/>
                      <a:pt x="247042" y="2030377"/>
                    </a:cubicBezTo>
                    <a:cubicBezTo>
                      <a:pt x="249138" y="2013042"/>
                      <a:pt x="243804" y="1992278"/>
                      <a:pt x="251804" y="1978939"/>
                    </a:cubicBezTo>
                    <a:cubicBezTo>
                      <a:pt x="272379" y="1944648"/>
                      <a:pt x="282475" y="1909407"/>
                      <a:pt x="282475" y="1869779"/>
                    </a:cubicBezTo>
                    <a:cubicBezTo>
                      <a:pt x="282475" y="1854919"/>
                      <a:pt x="291049" y="1840440"/>
                      <a:pt x="292573" y="1825392"/>
                    </a:cubicBezTo>
                    <a:cubicBezTo>
                      <a:pt x="294477" y="1804815"/>
                      <a:pt x="299622" y="1781193"/>
                      <a:pt x="292381" y="1763286"/>
                    </a:cubicBezTo>
                    <a:cubicBezTo>
                      <a:pt x="275237" y="1721184"/>
                      <a:pt x="289525" y="1687085"/>
                      <a:pt x="306480" y="1650316"/>
                    </a:cubicBezTo>
                    <a:cubicBezTo>
                      <a:pt x="323244" y="1614119"/>
                      <a:pt x="336579" y="1576018"/>
                      <a:pt x="347629" y="1537536"/>
                    </a:cubicBezTo>
                    <a:cubicBezTo>
                      <a:pt x="351629" y="1523058"/>
                      <a:pt x="344961" y="1505723"/>
                      <a:pt x="343629" y="1489719"/>
                    </a:cubicBezTo>
                    <a:cubicBezTo>
                      <a:pt x="343247" y="1484003"/>
                      <a:pt x="342675" y="1477716"/>
                      <a:pt x="344581" y="1472574"/>
                    </a:cubicBezTo>
                    <a:cubicBezTo>
                      <a:pt x="362870" y="1422853"/>
                      <a:pt x="376776" y="1372367"/>
                      <a:pt x="367252" y="1318455"/>
                    </a:cubicBezTo>
                    <a:cubicBezTo>
                      <a:pt x="366298" y="1313503"/>
                      <a:pt x="368394" y="1307977"/>
                      <a:pt x="369728" y="1303023"/>
                    </a:cubicBezTo>
                    <a:cubicBezTo>
                      <a:pt x="376586" y="1278828"/>
                      <a:pt x="387444" y="1255205"/>
                      <a:pt x="389921" y="1230632"/>
                    </a:cubicBezTo>
                    <a:cubicBezTo>
                      <a:pt x="396017" y="1170050"/>
                      <a:pt x="398495" y="1109090"/>
                      <a:pt x="402495" y="1048124"/>
                    </a:cubicBezTo>
                    <a:cubicBezTo>
                      <a:pt x="402685" y="1044314"/>
                      <a:pt x="402685" y="1040314"/>
                      <a:pt x="404019" y="1036886"/>
                    </a:cubicBezTo>
                    <a:cubicBezTo>
                      <a:pt x="412211" y="1014405"/>
                      <a:pt x="409543" y="994784"/>
                      <a:pt x="393923" y="975732"/>
                    </a:cubicBezTo>
                    <a:cubicBezTo>
                      <a:pt x="387064" y="967349"/>
                      <a:pt x="383444" y="955919"/>
                      <a:pt x="379634" y="945443"/>
                    </a:cubicBezTo>
                    <a:cubicBezTo>
                      <a:pt x="373918" y="930010"/>
                      <a:pt x="368394" y="914199"/>
                      <a:pt x="364774" y="898197"/>
                    </a:cubicBezTo>
                    <a:cubicBezTo>
                      <a:pt x="361346" y="882383"/>
                      <a:pt x="356583" y="865429"/>
                      <a:pt x="359250" y="850188"/>
                    </a:cubicBezTo>
                    <a:cubicBezTo>
                      <a:pt x="364012" y="822755"/>
                      <a:pt x="374680" y="796654"/>
                      <a:pt x="381730" y="769604"/>
                    </a:cubicBezTo>
                    <a:cubicBezTo>
                      <a:pt x="384206" y="760269"/>
                      <a:pt x="383824" y="749981"/>
                      <a:pt x="384016" y="740267"/>
                    </a:cubicBezTo>
                    <a:cubicBezTo>
                      <a:pt x="384586" y="717976"/>
                      <a:pt x="379062" y="695115"/>
                      <a:pt x="394875" y="674922"/>
                    </a:cubicBezTo>
                    <a:cubicBezTo>
                      <a:pt x="409733" y="656254"/>
                      <a:pt x="405353" y="637391"/>
                      <a:pt x="394113" y="617771"/>
                    </a:cubicBezTo>
                    <a:cubicBezTo>
                      <a:pt x="386110" y="603672"/>
                      <a:pt x="379824" y="587671"/>
                      <a:pt x="376776" y="571859"/>
                    </a:cubicBezTo>
                    <a:cubicBezTo>
                      <a:pt x="372586" y="550140"/>
                      <a:pt x="370870" y="528614"/>
                      <a:pt x="373348" y="505181"/>
                    </a:cubicBezTo>
                    <a:cubicBezTo>
                      <a:pt x="375062" y="488606"/>
                      <a:pt x="375824" y="475080"/>
                      <a:pt x="385920" y="462125"/>
                    </a:cubicBezTo>
                    <a:cubicBezTo>
                      <a:pt x="387444" y="460031"/>
                      <a:pt x="387826" y="456221"/>
                      <a:pt x="387634" y="453363"/>
                    </a:cubicBezTo>
                    <a:cubicBezTo>
                      <a:pt x="384396" y="415834"/>
                      <a:pt x="386110" y="378685"/>
                      <a:pt x="388399" y="340773"/>
                    </a:cubicBezTo>
                    <a:cubicBezTo>
                      <a:pt x="391445" y="292578"/>
                      <a:pt x="382492" y="241900"/>
                      <a:pt x="350487" y="200181"/>
                    </a:cubicBezTo>
                    <a:cubicBezTo>
                      <a:pt x="345723" y="194084"/>
                      <a:pt x="343629" y="184940"/>
                      <a:pt x="342485" y="176938"/>
                    </a:cubicBezTo>
                    <a:cubicBezTo>
                      <a:pt x="337533" y="139218"/>
                      <a:pt x="334103" y="101307"/>
                      <a:pt x="328579" y="63586"/>
                    </a:cubicBezTo>
                    <a:cubicBezTo>
                      <a:pt x="325530" y="43011"/>
                      <a:pt x="322862" y="21485"/>
                      <a:pt x="314480" y="2816"/>
                    </a:cubicBezTo>
                    <a:close/>
                  </a:path>
                </a:pathLst>
              </a:custGeom>
              <a:solidFill>
                <a:schemeClr val="tx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C99245BA-7784-4E0D-ABE1-A4FB596E48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648048" y="0"/>
                <a:ext cx="4543952" cy="6858000"/>
              </a:xfrm>
              <a:custGeom>
                <a:avLst/>
                <a:gdLst>
                  <a:gd name="connsiteX0" fmla="*/ 328959 w 4543952"/>
                  <a:gd name="connsiteY0" fmla="*/ 6564619 h 6858000"/>
                  <a:gd name="connsiteX1" fmla="*/ 306480 w 4543952"/>
                  <a:gd name="connsiteY1" fmla="*/ 6588624 h 6858000"/>
                  <a:gd name="connsiteX2" fmla="*/ 289858 w 4543952"/>
                  <a:gd name="connsiteY2" fmla="*/ 6625223 h 6858000"/>
                  <a:gd name="connsiteX3" fmla="*/ 289858 w 4543952"/>
                  <a:gd name="connsiteY3" fmla="*/ 6625224 h 6858000"/>
                  <a:gd name="connsiteX4" fmla="*/ 289870 w 4543952"/>
                  <a:gd name="connsiteY4" fmla="*/ 6645551 h 6858000"/>
                  <a:gd name="connsiteX5" fmla="*/ 296953 w 4543952"/>
                  <a:gd name="connsiteY5" fmla="*/ 6662539 h 6858000"/>
                  <a:gd name="connsiteX6" fmla="*/ 296953 w 4543952"/>
                  <a:gd name="connsiteY6" fmla="*/ 6662541 h 6858000"/>
                  <a:gd name="connsiteX7" fmla="*/ 296954 w 4543952"/>
                  <a:gd name="connsiteY7" fmla="*/ 6662543 h 6858000"/>
                  <a:gd name="connsiteX8" fmla="*/ 311551 w 4543952"/>
                  <a:gd name="connsiteY8" fmla="*/ 6702975 h 6858000"/>
                  <a:gd name="connsiteX9" fmla="*/ 297715 w 4543952"/>
                  <a:gd name="connsiteY9" fmla="*/ 6742551 h 6858000"/>
                  <a:gd name="connsiteX10" fmla="*/ 297714 w 4543952"/>
                  <a:gd name="connsiteY10" fmla="*/ 6742554 h 6858000"/>
                  <a:gd name="connsiteX11" fmla="*/ 283011 w 4543952"/>
                  <a:gd name="connsiteY11" fmla="*/ 6776799 h 6858000"/>
                  <a:gd name="connsiteX12" fmla="*/ 278238 w 4543952"/>
                  <a:gd name="connsiteY12" fmla="*/ 6812061 h 6858000"/>
                  <a:gd name="connsiteX13" fmla="*/ 278237 w 4543952"/>
                  <a:gd name="connsiteY13" fmla="*/ 6812062 h 6858000"/>
                  <a:gd name="connsiteX14" fmla="*/ 278237 w 4543952"/>
                  <a:gd name="connsiteY14" fmla="*/ 6812063 h 6858000"/>
                  <a:gd name="connsiteX15" fmla="*/ 278238 w 4543952"/>
                  <a:gd name="connsiteY15" fmla="*/ 6812061 h 6858000"/>
                  <a:gd name="connsiteX16" fmla="*/ 297714 w 4543952"/>
                  <a:gd name="connsiteY16" fmla="*/ 6742554 h 6858000"/>
                  <a:gd name="connsiteX17" fmla="*/ 297715 w 4543952"/>
                  <a:gd name="connsiteY17" fmla="*/ 6742552 h 6858000"/>
                  <a:gd name="connsiteX18" fmla="*/ 311551 w 4543952"/>
                  <a:gd name="connsiteY18" fmla="*/ 6702976 h 6858000"/>
                  <a:gd name="connsiteX19" fmla="*/ 311551 w 4543952"/>
                  <a:gd name="connsiteY19" fmla="*/ 6702975 h 6858000"/>
                  <a:gd name="connsiteX20" fmla="*/ 308405 w 4543952"/>
                  <a:gd name="connsiteY20" fmla="*/ 6683026 h 6858000"/>
                  <a:gd name="connsiteX21" fmla="*/ 296954 w 4543952"/>
                  <a:gd name="connsiteY21" fmla="*/ 6662543 h 6858000"/>
                  <a:gd name="connsiteX22" fmla="*/ 296953 w 4543952"/>
                  <a:gd name="connsiteY22" fmla="*/ 6662540 h 6858000"/>
                  <a:gd name="connsiteX23" fmla="*/ 296953 w 4543952"/>
                  <a:gd name="connsiteY23" fmla="*/ 6662539 h 6858000"/>
                  <a:gd name="connsiteX24" fmla="*/ 289858 w 4543952"/>
                  <a:gd name="connsiteY24" fmla="*/ 6625224 h 6858000"/>
                  <a:gd name="connsiteX25" fmla="*/ 306480 w 4543952"/>
                  <a:gd name="connsiteY25" fmla="*/ 6588625 h 6858000"/>
                  <a:gd name="connsiteX26" fmla="*/ 328959 w 4543952"/>
                  <a:gd name="connsiteY26" fmla="*/ 6564620 h 6858000"/>
                  <a:gd name="connsiteX27" fmla="*/ 248638 w 4543952"/>
                  <a:gd name="connsiteY27" fmla="*/ 6438980 h 6858000"/>
                  <a:gd name="connsiteX28" fmla="*/ 268569 w 4543952"/>
                  <a:gd name="connsiteY28" fmla="*/ 6463840 h 6858000"/>
                  <a:gd name="connsiteX29" fmla="*/ 268572 w 4543952"/>
                  <a:gd name="connsiteY29" fmla="*/ 6463848 h 6858000"/>
                  <a:gd name="connsiteX30" fmla="*/ 279556 w 4543952"/>
                  <a:gd name="connsiteY30" fmla="*/ 6508051 h 6858000"/>
                  <a:gd name="connsiteX31" fmla="*/ 282367 w 4543952"/>
                  <a:gd name="connsiteY31" fmla="*/ 6513011 h 6858000"/>
                  <a:gd name="connsiteX32" fmla="*/ 284834 w 4543952"/>
                  <a:gd name="connsiteY32" fmla="*/ 6521803 h 6858000"/>
                  <a:gd name="connsiteX33" fmla="*/ 301172 w 4543952"/>
                  <a:gd name="connsiteY33" fmla="*/ 6546194 h 6858000"/>
                  <a:gd name="connsiteX34" fmla="*/ 301172 w 4543952"/>
                  <a:gd name="connsiteY34" fmla="*/ 6546193 h 6858000"/>
                  <a:gd name="connsiteX35" fmla="*/ 282367 w 4543952"/>
                  <a:gd name="connsiteY35" fmla="*/ 6513011 h 6858000"/>
                  <a:gd name="connsiteX36" fmla="*/ 268572 w 4543952"/>
                  <a:gd name="connsiteY36" fmla="*/ 6463848 h 6858000"/>
                  <a:gd name="connsiteX37" fmla="*/ 268569 w 4543952"/>
                  <a:gd name="connsiteY37" fmla="*/ 6463839 h 6858000"/>
                  <a:gd name="connsiteX38" fmla="*/ 166047 w 4543952"/>
                  <a:gd name="connsiteY38" fmla="*/ 6392242 h 6858000"/>
                  <a:gd name="connsiteX39" fmla="*/ 173364 w 4543952"/>
                  <a:gd name="connsiteY39" fmla="*/ 6407332 h 6858000"/>
                  <a:gd name="connsiteX40" fmla="*/ 173364 w 4543952"/>
                  <a:gd name="connsiteY40" fmla="*/ 6407331 h 6858000"/>
                  <a:gd name="connsiteX41" fmla="*/ 401733 w 4543952"/>
                  <a:gd name="connsiteY41" fmla="*/ 4221390 h 6858000"/>
                  <a:gd name="connsiteX42" fmla="*/ 396017 w 4543952"/>
                  <a:gd name="connsiteY42" fmla="*/ 4253013 h 6858000"/>
                  <a:gd name="connsiteX43" fmla="*/ 356201 w 4543952"/>
                  <a:gd name="connsiteY43" fmla="*/ 4324644 h 6858000"/>
                  <a:gd name="connsiteX44" fmla="*/ 347247 w 4543952"/>
                  <a:gd name="connsiteY44" fmla="*/ 4363889 h 6858000"/>
                  <a:gd name="connsiteX45" fmla="*/ 347247 w 4543952"/>
                  <a:gd name="connsiteY45" fmla="*/ 4363890 h 6858000"/>
                  <a:gd name="connsiteX46" fmla="*/ 348009 w 4543952"/>
                  <a:gd name="connsiteY46" fmla="*/ 4482004 h 6858000"/>
                  <a:gd name="connsiteX47" fmla="*/ 408019 w 4543952"/>
                  <a:gd name="connsiteY47" fmla="*/ 4659174 h 6858000"/>
                  <a:gd name="connsiteX48" fmla="*/ 416021 w 4543952"/>
                  <a:gd name="connsiteY48" fmla="*/ 4677655 h 6858000"/>
                  <a:gd name="connsiteX49" fmla="*/ 425928 w 4543952"/>
                  <a:gd name="connsiteY49" fmla="*/ 4767764 h 6858000"/>
                  <a:gd name="connsiteX50" fmla="*/ 427237 w 4543952"/>
                  <a:gd name="connsiteY50" fmla="*/ 4800482 h 6858000"/>
                  <a:gd name="connsiteX51" fmla="*/ 412401 w 4543952"/>
                  <a:gd name="connsiteY51" fmla="*/ 4828915 h 6858000"/>
                  <a:gd name="connsiteX52" fmla="*/ 391971 w 4543952"/>
                  <a:gd name="connsiteY52" fmla="*/ 4857316 h 6858000"/>
                  <a:gd name="connsiteX53" fmla="*/ 390221 w 4543952"/>
                  <a:gd name="connsiteY53" fmla="*/ 4863342 h 6858000"/>
                  <a:gd name="connsiteX54" fmla="*/ 387469 w 4543952"/>
                  <a:gd name="connsiteY54" fmla="*/ 4867613 h 6858000"/>
                  <a:gd name="connsiteX55" fmla="*/ 382691 w 4543952"/>
                  <a:gd name="connsiteY55" fmla="*/ 4889274 h 6858000"/>
                  <a:gd name="connsiteX56" fmla="*/ 382691 w 4543952"/>
                  <a:gd name="connsiteY56" fmla="*/ 4889275 h 6858000"/>
                  <a:gd name="connsiteX57" fmla="*/ 384396 w 4543952"/>
                  <a:gd name="connsiteY57" fmla="*/ 4912168 h 6858000"/>
                  <a:gd name="connsiteX58" fmla="*/ 385799 w 4543952"/>
                  <a:gd name="connsiteY58" fmla="*/ 4933804 h 6858000"/>
                  <a:gd name="connsiteX59" fmla="*/ 378247 w 4543952"/>
                  <a:gd name="connsiteY59" fmla="*/ 4957452 h 6858000"/>
                  <a:gd name="connsiteX60" fmla="*/ 360964 w 4543952"/>
                  <a:gd name="connsiteY60" fmla="*/ 4987036 h 6858000"/>
                  <a:gd name="connsiteX61" fmla="*/ 334485 w 4543952"/>
                  <a:gd name="connsiteY61" fmla="*/ 5041520 h 6858000"/>
                  <a:gd name="connsiteX62" fmla="*/ 321371 w 4543952"/>
                  <a:gd name="connsiteY62" fmla="*/ 5087422 h 6858000"/>
                  <a:gd name="connsiteX63" fmla="*/ 321364 w 4543952"/>
                  <a:gd name="connsiteY63" fmla="*/ 5087449 h 6858000"/>
                  <a:gd name="connsiteX64" fmla="*/ 315482 w 4543952"/>
                  <a:gd name="connsiteY64" fmla="*/ 5102460 h 6858000"/>
                  <a:gd name="connsiteX65" fmla="*/ 308338 w 4543952"/>
                  <a:gd name="connsiteY65" fmla="*/ 5133219 h 6858000"/>
                  <a:gd name="connsiteX66" fmla="*/ 308337 w 4543952"/>
                  <a:gd name="connsiteY66" fmla="*/ 5133223 h 6858000"/>
                  <a:gd name="connsiteX67" fmla="*/ 308337 w 4543952"/>
                  <a:gd name="connsiteY67" fmla="*/ 5133224 h 6858000"/>
                  <a:gd name="connsiteX68" fmla="*/ 315052 w 4543952"/>
                  <a:gd name="connsiteY68" fmla="*/ 5166113 h 6858000"/>
                  <a:gd name="connsiteX69" fmla="*/ 314362 w 4543952"/>
                  <a:gd name="connsiteY69" fmla="*/ 5172089 h 6858000"/>
                  <a:gd name="connsiteX70" fmla="*/ 311814 w 4543952"/>
                  <a:gd name="connsiteY70" fmla="*/ 5179066 h 6858000"/>
                  <a:gd name="connsiteX71" fmla="*/ 311814 w 4543952"/>
                  <a:gd name="connsiteY71" fmla="*/ 5179067 h 6858000"/>
                  <a:gd name="connsiteX72" fmla="*/ 335437 w 4543952"/>
                  <a:gd name="connsiteY72" fmla="*/ 5272796 h 6858000"/>
                  <a:gd name="connsiteX73" fmla="*/ 360397 w 4543952"/>
                  <a:gd name="connsiteY73" fmla="*/ 5321350 h 6858000"/>
                  <a:gd name="connsiteX74" fmla="*/ 364317 w 4543952"/>
                  <a:gd name="connsiteY74" fmla="*/ 5355013 h 6858000"/>
                  <a:gd name="connsiteX75" fmla="*/ 359440 w 4543952"/>
                  <a:gd name="connsiteY75" fmla="*/ 5385383 h 6858000"/>
                  <a:gd name="connsiteX76" fmla="*/ 351249 w 4543952"/>
                  <a:gd name="connsiteY76" fmla="*/ 5425581 h 6858000"/>
                  <a:gd name="connsiteX77" fmla="*/ 339627 w 4543952"/>
                  <a:gd name="connsiteY77" fmla="*/ 5480636 h 6858000"/>
                  <a:gd name="connsiteX78" fmla="*/ 335103 w 4543952"/>
                  <a:gd name="connsiteY78" fmla="*/ 5507666 h 6858000"/>
                  <a:gd name="connsiteX79" fmla="*/ 335103 w 4543952"/>
                  <a:gd name="connsiteY79" fmla="*/ 5507667 h 6858000"/>
                  <a:gd name="connsiteX80" fmla="*/ 337324 w 4543952"/>
                  <a:gd name="connsiteY80" fmla="*/ 5520421 h 6858000"/>
                  <a:gd name="connsiteX81" fmla="*/ 345722 w 4543952"/>
                  <a:gd name="connsiteY81" fmla="*/ 5531691 h 6858000"/>
                  <a:gd name="connsiteX82" fmla="*/ 345723 w 4543952"/>
                  <a:gd name="connsiteY82" fmla="*/ 5531693 h 6858000"/>
                  <a:gd name="connsiteX83" fmla="*/ 355869 w 4543952"/>
                  <a:gd name="connsiteY83" fmla="*/ 5547577 h 6858000"/>
                  <a:gd name="connsiteX84" fmla="*/ 346295 w 4543952"/>
                  <a:gd name="connsiteY84" fmla="*/ 5562745 h 6858000"/>
                  <a:gd name="connsiteX85" fmla="*/ 275047 w 4543952"/>
                  <a:gd name="connsiteY85" fmla="*/ 5704482 h 6858000"/>
                  <a:gd name="connsiteX86" fmla="*/ 269141 w 4543952"/>
                  <a:gd name="connsiteY86" fmla="*/ 5740487 h 6858000"/>
                  <a:gd name="connsiteX87" fmla="*/ 260376 w 4543952"/>
                  <a:gd name="connsiteY87" fmla="*/ 5760872 h 6858000"/>
                  <a:gd name="connsiteX88" fmla="*/ 171981 w 4543952"/>
                  <a:gd name="connsiteY88" fmla="*/ 5883750 h 6858000"/>
                  <a:gd name="connsiteX89" fmla="*/ 171979 w 4543952"/>
                  <a:gd name="connsiteY89" fmla="*/ 5883755 h 6858000"/>
                  <a:gd name="connsiteX90" fmla="*/ 160957 w 4543952"/>
                  <a:gd name="connsiteY90" fmla="*/ 5909350 h 6858000"/>
                  <a:gd name="connsiteX91" fmla="*/ 154076 w 4543952"/>
                  <a:gd name="connsiteY91" fmla="*/ 5935945 h 6858000"/>
                  <a:gd name="connsiteX92" fmla="*/ 154075 w 4543952"/>
                  <a:gd name="connsiteY92" fmla="*/ 5935948 h 6858000"/>
                  <a:gd name="connsiteX93" fmla="*/ 154075 w 4543952"/>
                  <a:gd name="connsiteY93" fmla="*/ 5935949 h 6858000"/>
                  <a:gd name="connsiteX94" fmla="*/ 154242 w 4543952"/>
                  <a:gd name="connsiteY94" fmla="*/ 5964476 h 6858000"/>
                  <a:gd name="connsiteX95" fmla="*/ 157695 w 4543952"/>
                  <a:gd name="connsiteY95" fmla="*/ 5993289 h 6858000"/>
                  <a:gd name="connsiteX96" fmla="*/ 157695 w 4543952"/>
                  <a:gd name="connsiteY96" fmla="*/ 5993291 h 6858000"/>
                  <a:gd name="connsiteX97" fmla="*/ 164171 w 4543952"/>
                  <a:gd name="connsiteY97" fmla="*/ 6026440 h 6858000"/>
                  <a:gd name="connsiteX98" fmla="*/ 220371 w 4543952"/>
                  <a:gd name="connsiteY98" fmla="*/ 6108738 h 6858000"/>
                  <a:gd name="connsiteX99" fmla="*/ 234064 w 4543952"/>
                  <a:gd name="connsiteY99" fmla="*/ 6133314 h 6858000"/>
                  <a:gd name="connsiteX100" fmla="*/ 218468 w 4543952"/>
                  <a:gd name="connsiteY100" fmla="*/ 6155599 h 6858000"/>
                  <a:gd name="connsiteX101" fmla="*/ 218465 w 4543952"/>
                  <a:gd name="connsiteY101" fmla="*/ 6155601 h 6858000"/>
                  <a:gd name="connsiteX102" fmla="*/ 179794 w 4543952"/>
                  <a:gd name="connsiteY102" fmla="*/ 6228755 h 6858000"/>
                  <a:gd name="connsiteX103" fmla="*/ 162457 w 4543952"/>
                  <a:gd name="connsiteY103" fmla="*/ 6361538 h 6858000"/>
                  <a:gd name="connsiteX104" fmla="*/ 162457 w 4543952"/>
                  <a:gd name="connsiteY104" fmla="*/ 6361539 h 6858000"/>
                  <a:gd name="connsiteX105" fmla="*/ 179794 w 4543952"/>
                  <a:gd name="connsiteY105" fmla="*/ 6228756 h 6858000"/>
                  <a:gd name="connsiteX106" fmla="*/ 218465 w 4543952"/>
                  <a:gd name="connsiteY106" fmla="*/ 6155602 h 6858000"/>
                  <a:gd name="connsiteX107" fmla="*/ 218468 w 4543952"/>
                  <a:gd name="connsiteY107" fmla="*/ 6155599 h 6858000"/>
                  <a:gd name="connsiteX108" fmla="*/ 230364 w 4543952"/>
                  <a:gd name="connsiteY108" fmla="*/ 6143189 h 6858000"/>
                  <a:gd name="connsiteX109" fmla="*/ 234064 w 4543952"/>
                  <a:gd name="connsiteY109" fmla="*/ 6133314 h 6858000"/>
                  <a:gd name="connsiteX110" fmla="*/ 234064 w 4543952"/>
                  <a:gd name="connsiteY110" fmla="*/ 6133313 h 6858000"/>
                  <a:gd name="connsiteX111" fmla="*/ 220371 w 4543952"/>
                  <a:gd name="connsiteY111" fmla="*/ 6108737 h 6858000"/>
                  <a:gd name="connsiteX112" fmla="*/ 164171 w 4543952"/>
                  <a:gd name="connsiteY112" fmla="*/ 6026439 h 6858000"/>
                  <a:gd name="connsiteX113" fmla="*/ 157695 w 4543952"/>
                  <a:gd name="connsiteY113" fmla="*/ 5993290 h 6858000"/>
                  <a:gd name="connsiteX114" fmla="*/ 157695 w 4543952"/>
                  <a:gd name="connsiteY114" fmla="*/ 5993289 h 6858000"/>
                  <a:gd name="connsiteX115" fmla="*/ 154075 w 4543952"/>
                  <a:gd name="connsiteY115" fmla="*/ 5935949 h 6858000"/>
                  <a:gd name="connsiteX116" fmla="*/ 154076 w 4543952"/>
                  <a:gd name="connsiteY116" fmla="*/ 5935945 h 6858000"/>
                  <a:gd name="connsiteX117" fmla="*/ 171979 w 4543952"/>
                  <a:gd name="connsiteY117" fmla="*/ 5883755 h 6858000"/>
                  <a:gd name="connsiteX118" fmla="*/ 171981 w 4543952"/>
                  <a:gd name="connsiteY118" fmla="*/ 5883751 h 6858000"/>
                  <a:gd name="connsiteX119" fmla="*/ 260376 w 4543952"/>
                  <a:gd name="connsiteY119" fmla="*/ 5760873 h 6858000"/>
                  <a:gd name="connsiteX120" fmla="*/ 269141 w 4543952"/>
                  <a:gd name="connsiteY120" fmla="*/ 5740488 h 6858000"/>
                  <a:gd name="connsiteX121" fmla="*/ 275047 w 4543952"/>
                  <a:gd name="connsiteY121" fmla="*/ 5704483 h 6858000"/>
                  <a:gd name="connsiteX122" fmla="*/ 346295 w 4543952"/>
                  <a:gd name="connsiteY122" fmla="*/ 5562746 h 6858000"/>
                  <a:gd name="connsiteX123" fmla="*/ 355869 w 4543952"/>
                  <a:gd name="connsiteY123" fmla="*/ 5547578 h 6858000"/>
                  <a:gd name="connsiteX124" fmla="*/ 355869 w 4543952"/>
                  <a:gd name="connsiteY124" fmla="*/ 5547577 h 6858000"/>
                  <a:gd name="connsiteX125" fmla="*/ 345723 w 4543952"/>
                  <a:gd name="connsiteY125" fmla="*/ 5531692 h 6858000"/>
                  <a:gd name="connsiteX126" fmla="*/ 345722 w 4543952"/>
                  <a:gd name="connsiteY126" fmla="*/ 5531691 h 6858000"/>
                  <a:gd name="connsiteX127" fmla="*/ 335103 w 4543952"/>
                  <a:gd name="connsiteY127" fmla="*/ 5507667 h 6858000"/>
                  <a:gd name="connsiteX128" fmla="*/ 339627 w 4543952"/>
                  <a:gd name="connsiteY128" fmla="*/ 5480637 h 6858000"/>
                  <a:gd name="connsiteX129" fmla="*/ 351249 w 4543952"/>
                  <a:gd name="connsiteY129" fmla="*/ 5425582 h 6858000"/>
                  <a:gd name="connsiteX130" fmla="*/ 359440 w 4543952"/>
                  <a:gd name="connsiteY130" fmla="*/ 5385384 h 6858000"/>
                  <a:gd name="connsiteX131" fmla="*/ 364317 w 4543952"/>
                  <a:gd name="connsiteY131" fmla="*/ 5355014 h 6858000"/>
                  <a:gd name="connsiteX132" fmla="*/ 364317 w 4543952"/>
                  <a:gd name="connsiteY132" fmla="*/ 5355013 h 6858000"/>
                  <a:gd name="connsiteX133" fmla="*/ 362870 w 4543952"/>
                  <a:gd name="connsiteY133" fmla="*/ 5326162 h 6858000"/>
                  <a:gd name="connsiteX134" fmla="*/ 360397 w 4543952"/>
                  <a:gd name="connsiteY134" fmla="*/ 5321350 h 6858000"/>
                  <a:gd name="connsiteX135" fmla="*/ 359341 w 4543952"/>
                  <a:gd name="connsiteY135" fmla="*/ 5312287 h 6858000"/>
                  <a:gd name="connsiteX136" fmla="*/ 335437 w 4543952"/>
                  <a:gd name="connsiteY136" fmla="*/ 5272795 h 6858000"/>
                  <a:gd name="connsiteX137" fmla="*/ 311981 w 4543952"/>
                  <a:gd name="connsiteY137" fmla="*/ 5229432 h 6858000"/>
                  <a:gd name="connsiteX138" fmla="*/ 311814 w 4543952"/>
                  <a:gd name="connsiteY138" fmla="*/ 5179067 h 6858000"/>
                  <a:gd name="connsiteX139" fmla="*/ 314362 w 4543952"/>
                  <a:gd name="connsiteY139" fmla="*/ 5172090 h 6858000"/>
                  <a:gd name="connsiteX140" fmla="*/ 315052 w 4543952"/>
                  <a:gd name="connsiteY140" fmla="*/ 5166113 h 6858000"/>
                  <a:gd name="connsiteX141" fmla="*/ 315052 w 4543952"/>
                  <a:gd name="connsiteY141" fmla="*/ 5166112 h 6858000"/>
                  <a:gd name="connsiteX142" fmla="*/ 308337 w 4543952"/>
                  <a:gd name="connsiteY142" fmla="*/ 5133224 h 6858000"/>
                  <a:gd name="connsiteX143" fmla="*/ 308338 w 4543952"/>
                  <a:gd name="connsiteY143" fmla="*/ 5133219 h 6858000"/>
                  <a:gd name="connsiteX144" fmla="*/ 321364 w 4543952"/>
                  <a:gd name="connsiteY144" fmla="*/ 5087449 h 6858000"/>
                  <a:gd name="connsiteX145" fmla="*/ 327270 w 4543952"/>
                  <a:gd name="connsiteY145" fmla="*/ 5072375 h 6858000"/>
                  <a:gd name="connsiteX146" fmla="*/ 334485 w 4543952"/>
                  <a:gd name="connsiteY146" fmla="*/ 5041521 h 6858000"/>
                  <a:gd name="connsiteX147" fmla="*/ 360964 w 4543952"/>
                  <a:gd name="connsiteY147" fmla="*/ 4987037 h 6858000"/>
                  <a:gd name="connsiteX148" fmla="*/ 376969 w 4543952"/>
                  <a:gd name="connsiteY148" fmla="*/ 4961455 h 6858000"/>
                  <a:gd name="connsiteX149" fmla="*/ 378247 w 4543952"/>
                  <a:gd name="connsiteY149" fmla="*/ 4957452 h 6858000"/>
                  <a:gd name="connsiteX150" fmla="*/ 381039 w 4543952"/>
                  <a:gd name="connsiteY150" fmla="*/ 4952672 h 6858000"/>
                  <a:gd name="connsiteX151" fmla="*/ 385799 w 4543952"/>
                  <a:gd name="connsiteY151" fmla="*/ 4933804 h 6858000"/>
                  <a:gd name="connsiteX152" fmla="*/ 384396 w 4543952"/>
                  <a:gd name="connsiteY152" fmla="*/ 4912167 h 6858000"/>
                  <a:gd name="connsiteX153" fmla="*/ 382691 w 4543952"/>
                  <a:gd name="connsiteY153" fmla="*/ 4889274 h 6858000"/>
                  <a:gd name="connsiteX154" fmla="*/ 390221 w 4543952"/>
                  <a:gd name="connsiteY154" fmla="*/ 4863342 h 6858000"/>
                  <a:gd name="connsiteX155" fmla="*/ 412401 w 4543952"/>
                  <a:gd name="connsiteY155" fmla="*/ 4828916 h 6858000"/>
                  <a:gd name="connsiteX156" fmla="*/ 427237 w 4543952"/>
                  <a:gd name="connsiteY156" fmla="*/ 4800483 h 6858000"/>
                  <a:gd name="connsiteX157" fmla="*/ 427237 w 4543952"/>
                  <a:gd name="connsiteY157" fmla="*/ 4800482 h 6858000"/>
                  <a:gd name="connsiteX158" fmla="*/ 425928 w 4543952"/>
                  <a:gd name="connsiteY158" fmla="*/ 4767763 h 6858000"/>
                  <a:gd name="connsiteX159" fmla="*/ 416021 w 4543952"/>
                  <a:gd name="connsiteY159" fmla="*/ 4677654 h 6858000"/>
                  <a:gd name="connsiteX160" fmla="*/ 408019 w 4543952"/>
                  <a:gd name="connsiteY160" fmla="*/ 4659173 h 6858000"/>
                  <a:gd name="connsiteX161" fmla="*/ 348009 w 4543952"/>
                  <a:gd name="connsiteY161" fmla="*/ 4482003 h 6858000"/>
                  <a:gd name="connsiteX162" fmla="*/ 347247 w 4543952"/>
                  <a:gd name="connsiteY162" fmla="*/ 4363890 h 6858000"/>
                  <a:gd name="connsiteX163" fmla="*/ 356201 w 4543952"/>
                  <a:gd name="connsiteY163" fmla="*/ 4324645 h 6858000"/>
                  <a:gd name="connsiteX164" fmla="*/ 396017 w 4543952"/>
                  <a:gd name="connsiteY164" fmla="*/ 4253014 h 6858000"/>
                  <a:gd name="connsiteX165" fmla="*/ 401733 w 4543952"/>
                  <a:gd name="connsiteY165" fmla="*/ 4221391 h 6858000"/>
                  <a:gd name="connsiteX166" fmla="*/ 332842 w 4543952"/>
                  <a:gd name="connsiteY166" fmla="*/ 2836171 h 6858000"/>
                  <a:gd name="connsiteX167" fmla="*/ 332842 w 4543952"/>
                  <a:gd name="connsiteY167" fmla="*/ 2836172 h 6858000"/>
                  <a:gd name="connsiteX168" fmla="*/ 341533 w 4543952"/>
                  <a:gd name="connsiteY168" fmla="*/ 2848793 h 6858000"/>
                  <a:gd name="connsiteX169" fmla="*/ 358166 w 4543952"/>
                  <a:gd name="connsiteY169" fmla="*/ 2903544 h 6858000"/>
                  <a:gd name="connsiteX170" fmla="*/ 366072 w 4543952"/>
                  <a:gd name="connsiteY170" fmla="*/ 2947858 h 6858000"/>
                  <a:gd name="connsiteX171" fmla="*/ 366072 w 4543952"/>
                  <a:gd name="connsiteY171" fmla="*/ 2947862 h 6858000"/>
                  <a:gd name="connsiteX172" fmla="*/ 362488 w 4543952"/>
                  <a:gd name="connsiteY172" fmla="*/ 2982147 h 6858000"/>
                  <a:gd name="connsiteX173" fmla="*/ 350796 w 4543952"/>
                  <a:gd name="connsiteY173" fmla="*/ 3077400 h 6858000"/>
                  <a:gd name="connsiteX174" fmla="*/ 350796 w 4543952"/>
                  <a:gd name="connsiteY174" fmla="*/ 3077401 h 6858000"/>
                  <a:gd name="connsiteX175" fmla="*/ 363250 w 4543952"/>
                  <a:gd name="connsiteY175" fmla="*/ 3172654 h 6858000"/>
                  <a:gd name="connsiteX176" fmla="*/ 410877 w 4543952"/>
                  <a:gd name="connsiteY176" fmla="*/ 3489467 h 6858000"/>
                  <a:gd name="connsiteX177" fmla="*/ 432976 w 4543952"/>
                  <a:gd name="connsiteY177" fmla="*/ 3544713 h 6858000"/>
                  <a:gd name="connsiteX178" fmla="*/ 445520 w 4543952"/>
                  <a:gd name="connsiteY178" fmla="*/ 3562320 h 6858000"/>
                  <a:gd name="connsiteX179" fmla="*/ 450598 w 4543952"/>
                  <a:gd name="connsiteY179" fmla="*/ 3574407 h 6858000"/>
                  <a:gd name="connsiteX180" fmla="*/ 448246 w 4543952"/>
                  <a:gd name="connsiteY180" fmla="*/ 3587173 h 6858000"/>
                  <a:gd name="connsiteX181" fmla="*/ 438500 w 4543952"/>
                  <a:gd name="connsiteY181" fmla="*/ 3606816 h 6858000"/>
                  <a:gd name="connsiteX182" fmla="*/ 424974 w 4543952"/>
                  <a:gd name="connsiteY182" fmla="*/ 3630631 h 6858000"/>
                  <a:gd name="connsiteX183" fmla="*/ 400733 w 4543952"/>
                  <a:gd name="connsiteY183" fmla="*/ 3680162 h 6858000"/>
                  <a:gd name="connsiteX184" fmla="*/ 400733 w 4543952"/>
                  <a:gd name="connsiteY184" fmla="*/ 3680163 h 6858000"/>
                  <a:gd name="connsiteX185" fmla="*/ 404781 w 4543952"/>
                  <a:gd name="connsiteY185" fmla="*/ 3734837 h 6858000"/>
                  <a:gd name="connsiteX186" fmla="*/ 404399 w 4543952"/>
                  <a:gd name="connsiteY186" fmla="*/ 3754651 h 6858000"/>
                  <a:gd name="connsiteX187" fmla="*/ 398042 w 4543952"/>
                  <a:gd name="connsiteY187" fmla="*/ 3789775 h 6858000"/>
                  <a:gd name="connsiteX188" fmla="*/ 398042 w 4543952"/>
                  <a:gd name="connsiteY188" fmla="*/ 3789776 h 6858000"/>
                  <a:gd name="connsiteX189" fmla="*/ 412973 w 4543952"/>
                  <a:gd name="connsiteY189" fmla="*/ 3822472 h 6858000"/>
                  <a:gd name="connsiteX190" fmla="*/ 427308 w 4543952"/>
                  <a:gd name="connsiteY190" fmla="*/ 3852619 h 6858000"/>
                  <a:gd name="connsiteX191" fmla="*/ 417926 w 4543952"/>
                  <a:gd name="connsiteY191" fmla="*/ 3885336 h 6858000"/>
                  <a:gd name="connsiteX192" fmla="*/ 417925 w 4543952"/>
                  <a:gd name="connsiteY192" fmla="*/ 3885337 h 6858000"/>
                  <a:gd name="connsiteX193" fmla="*/ 386040 w 4543952"/>
                  <a:gd name="connsiteY193" fmla="*/ 3962158 h 6858000"/>
                  <a:gd name="connsiteX194" fmla="*/ 386040 w 4543952"/>
                  <a:gd name="connsiteY194" fmla="*/ 3962159 h 6858000"/>
                  <a:gd name="connsiteX195" fmla="*/ 388431 w 4543952"/>
                  <a:gd name="connsiteY195" fmla="*/ 4002409 h 6858000"/>
                  <a:gd name="connsiteX196" fmla="*/ 401733 w 4543952"/>
                  <a:gd name="connsiteY196" fmla="*/ 4043837 h 6858000"/>
                  <a:gd name="connsiteX197" fmla="*/ 401733 w 4543952"/>
                  <a:gd name="connsiteY197" fmla="*/ 4043839 h 6858000"/>
                  <a:gd name="connsiteX198" fmla="*/ 416855 w 4543952"/>
                  <a:gd name="connsiteY198" fmla="*/ 4103825 h 6858000"/>
                  <a:gd name="connsiteX199" fmla="*/ 405544 w 4543952"/>
                  <a:gd name="connsiteY199" fmla="*/ 4165381 h 6858000"/>
                  <a:gd name="connsiteX200" fmla="*/ 405543 w 4543952"/>
                  <a:gd name="connsiteY200" fmla="*/ 4165382 h 6858000"/>
                  <a:gd name="connsiteX201" fmla="*/ 401638 w 4543952"/>
                  <a:gd name="connsiteY201" fmla="*/ 4192386 h 6858000"/>
                  <a:gd name="connsiteX202" fmla="*/ 401638 w 4543952"/>
                  <a:gd name="connsiteY202" fmla="*/ 4192387 h 6858000"/>
                  <a:gd name="connsiteX203" fmla="*/ 405543 w 4543952"/>
                  <a:gd name="connsiteY203" fmla="*/ 4165383 h 6858000"/>
                  <a:gd name="connsiteX204" fmla="*/ 405544 w 4543952"/>
                  <a:gd name="connsiteY204" fmla="*/ 4165381 h 6858000"/>
                  <a:gd name="connsiteX205" fmla="*/ 414887 w 4543952"/>
                  <a:gd name="connsiteY205" fmla="*/ 4134255 h 6858000"/>
                  <a:gd name="connsiteX206" fmla="*/ 416855 w 4543952"/>
                  <a:gd name="connsiteY206" fmla="*/ 4103825 h 6858000"/>
                  <a:gd name="connsiteX207" fmla="*/ 416855 w 4543952"/>
                  <a:gd name="connsiteY207" fmla="*/ 4103824 h 6858000"/>
                  <a:gd name="connsiteX208" fmla="*/ 401733 w 4543952"/>
                  <a:gd name="connsiteY208" fmla="*/ 4043838 h 6858000"/>
                  <a:gd name="connsiteX209" fmla="*/ 401733 w 4543952"/>
                  <a:gd name="connsiteY209" fmla="*/ 4043837 h 6858000"/>
                  <a:gd name="connsiteX210" fmla="*/ 386040 w 4543952"/>
                  <a:gd name="connsiteY210" fmla="*/ 3962159 h 6858000"/>
                  <a:gd name="connsiteX211" fmla="*/ 395544 w 4543952"/>
                  <a:gd name="connsiteY211" fmla="*/ 3923124 h 6858000"/>
                  <a:gd name="connsiteX212" fmla="*/ 417925 w 4543952"/>
                  <a:gd name="connsiteY212" fmla="*/ 3885338 h 6858000"/>
                  <a:gd name="connsiteX213" fmla="*/ 417926 w 4543952"/>
                  <a:gd name="connsiteY213" fmla="*/ 3885336 h 6858000"/>
                  <a:gd name="connsiteX214" fmla="*/ 426528 w 4543952"/>
                  <a:gd name="connsiteY214" fmla="*/ 3868763 h 6858000"/>
                  <a:gd name="connsiteX215" fmla="*/ 427308 w 4543952"/>
                  <a:gd name="connsiteY215" fmla="*/ 3852619 h 6858000"/>
                  <a:gd name="connsiteX216" fmla="*/ 427308 w 4543952"/>
                  <a:gd name="connsiteY216" fmla="*/ 3852618 h 6858000"/>
                  <a:gd name="connsiteX217" fmla="*/ 412973 w 4543952"/>
                  <a:gd name="connsiteY217" fmla="*/ 3822471 h 6858000"/>
                  <a:gd name="connsiteX218" fmla="*/ 398042 w 4543952"/>
                  <a:gd name="connsiteY218" fmla="*/ 3789775 h 6858000"/>
                  <a:gd name="connsiteX219" fmla="*/ 404399 w 4543952"/>
                  <a:gd name="connsiteY219" fmla="*/ 3754652 h 6858000"/>
                  <a:gd name="connsiteX220" fmla="*/ 404781 w 4543952"/>
                  <a:gd name="connsiteY220" fmla="*/ 3734837 h 6858000"/>
                  <a:gd name="connsiteX221" fmla="*/ 404781 w 4543952"/>
                  <a:gd name="connsiteY221" fmla="*/ 3734836 h 6858000"/>
                  <a:gd name="connsiteX222" fmla="*/ 400733 w 4543952"/>
                  <a:gd name="connsiteY222" fmla="*/ 3680163 h 6858000"/>
                  <a:gd name="connsiteX223" fmla="*/ 407246 w 4543952"/>
                  <a:gd name="connsiteY223" fmla="*/ 3654415 h 6858000"/>
                  <a:gd name="connsiteX224" fmla="*/ 424974 w 4543952"/>
                  <a:gd name="connsiteY224" fmla="*/ 3630632 h 6858000"/>
                  <a:gd name="connsiteX225" fmla="*/ 438500 w 4543952"/>
                  <a:gd name="connsiteY225" fmla="*/ 3606817 h 6858000"/>
                  <a:gd name="connsiteX226" fmla="*/ 450598 w 4543952"/>
                  <a:gd name="connsiteY226" fmla="*/ 3574408 h 6858000"/>
                  <a:gd name="connsiteX227" fmla="*/ 450598 w 4543952"/>
                  <a:gd name="connsiteY227" fmla="*/ 3574407 h 6858000"/>
                  <a:gd name="connsiteX228" fmla="*/ 432976 w 4543952"/>
                  <a:gd name="connsiteY228" fmla="*/ 3544712 h 6858000"/>
                  <a:gd name="connsiteX229" fmla="*/ 410877 w 4543952"/>
                  <a:gd name="connsiteY229" fmla="*/ 3489466 h 6858000"/>
                  <a:gd name="connsiteX230" fmla="*/ 363250 w 4543952"/>
                  <a:gd name="connsiteY230" fmla="*/ 3172653 h 6858000"/>
                  <a:gd name="connsiteX231" fmla="*/ 350796 w 4543952"/>
                  <a:gd name="connsiteY231" fmla="*/ 3077401 h 6858000"/>
                  <a:gd name="connsiteX232" fmla="*/ 362488 w 4543952"/>
                  <a:gd name="connsiteY232" fmla="*/ 2982148 h 6858000"/>
                  <a:gd name="connsiteX233" fmla="*/ 366072 w 4543952"/>
                  <a:gd name="connsiteY233" fmla="*/ 2947862 h 6858000"/>
                  <a:gd name="connsiteX234" fmla="*/ 366072 w 4543952"/>
                  <a:gd name="connsiteY234" fmla="*/ 2947861 h 6858000"/>
                  <a:gd name="connsiteX235" fmla="*/ 366072 w 4543952"/>
                  <a:gd name="connsiteY235" fmla="*/ 2947858 h 6858000"/>
                  <a:gd name="connsiteX236" fmla="*/ 361441 w 4543952"/>
                  <a:gd name="connsiteY236" fmla="*/ 2914327 h 6858000"/>
                  <a:gd name="connsiteX237" fmla="*/ 358166 w 4543952"/>
                  <a:gd name="connsiteY237" fmla="*/ 2903544 h 6858000"/>
                  <a:gd name="connsiteX238" fmla="*/ 357138 w 4543952"/>
                  <a:gd name="connsiteY238" fmla="*/ 2897784 h 6858000"/>
                  <a:gd name="connsiteX239" fmla="*/ 341533 w 4543952"/>
                  <a:gd name="connsiteY239" fmla="*/ 2848792 h 6858000"/>
                  <a:gd name="connsiteX240" fmla="*/ 296001 w 4543952"/>
                  <a:gd name="connsiteY240" fmla="*/ 2745351 h 6858000"/>
                  <a:gd name="connsiteX241" fmla="*/ 289670 w 4543952"/>
                  <a:gd name="connsiteY241" fmla="*/ 2770757 h 6858000"/>
                  <a:gd name="connsiteX242" fmla="*/ 290080 w 4543952"/>
                  <a:gd name="connsiteY242" fmla="*/ 2778005 h 6858000"/>
                  <a:gd name="connsiteX243" fmla="*/ 289301 w 4543952"/>
                  <a:gd name="connsiteY243" fmla="*/ 2782304 h 6858000"/>
                  <a:gd name="connsiteX244" fmla="*/ 290501 w 4543952"/>
                  <a:gd name="connsiteY244" fmla="*/ 2785439 h 6858000"/>
                  <a:gd name="connsiteX245" fmla="*/ 290929 w 4543952"/>
                  <a:gd name="connsiteY245" fmla="*/ 2793022 h 6858000"/>
                  <a:gd name="connsiteX246" fmla="*/ 300579 w 4543952"/>
                  <a:gd name="connsiteY246" fmla="*/ 2811779 h 6858000"/>
                  <a:gd name="connsiteX247" fmla="*/ 300582 w 4543952"/>
                  <a:gd name="connsiteY247" fmla="*/ 2811786 h 6858000"/>
                  <a:gd name="connsiteX248" fmla="*/ 300583 w 4543952"/>
                  <a:gd name="connsiteY248" fmla="*/ 2811786 h 6858000"/>
                  <a:gd name="connsiteX249" fmla="*/ 300579 w 4543952"/>
                  <a:gd name="connsiteY249" fmla="*/ 2811779 h 6858000"/>
                  <a:gd name="connsiteX250" fmla="*/ 290501 w 4543952"/>
                  <a:gd name="connsiteY250" fmla="*/ 2785439 h 6858000"/>
                  <a:gd name="connsiteX251" fmla="*/ 290080 w 4543952"/>
                  <a:gd name="connsiteY251" fmla="*/ 2778005 h 6858000"/>
                  <a:gd name="connsiteX252" fmla="*/ 817328 w 4543952"/>
                  <a:gd name="connsiteY252" fmla="*/ 1508457 h 6858000"/>
                  <a:gd name="connsiteX253" fmla="*/ 845421 w 4543952"/>
                  <a:gd name="connsiteY253" fmla="*/ 1596212 h 6858000"/>
                  <a:gd name="connsiteX254" fmla="*/ 843517 w 4543952"/>
                  <a:gd name="connsiteY254" fmla="*/ 1624979 h 6858000"/>
                  <a:gd name="connsiteX255" fmla="*/ 786935 w 4543952"/>
                  <a:gd name="connsiteY255" fmla="*/ 1697752 h 6858000"/>
                  <a:gd name="connsiteX256" fmla="*/ 764267 w 4543952"/>
                  <a:gd name="connsiteY256" fmla="*/ 1733187 h 6858000"/>
                  <a:gd name="connsiteX257" fmla="*/ 722546 w 4543952"/>
                  <a:gd name="connsiteY257" fmla="*/ 1833774 h 6858000"/>
                  <a:gd name="connsiteX258" fmla="*/ 714925 w 4543952"/>
                  <a:gd name="connsiteY258" fmla="*/ 1842157 h 6858000"/>
                  <a:gd name="connsiteX259" fmla="*/ 624434 w 4543952"/>
                  <a:gd name="connsiteY259" fmla="*/ 1916453 h 6858000"/>
                  <a:gd name="connsiteX260" fmla="*/ 609004 w 4543952"/>
                  <a:gd name="connsiteY260" fmla="*/ 1933218 h 6858000"/>
                  <a:gd name="connsiteX261" fmla="*/ 584999 w 4543952"/>
                  <a:gd name="connsiteY261" fmla="*/ 1953412 h 6858000"/>
                  <a:gd name="connsiteX262" fmla="*/ 538516 w 4543952"/>
                  <a:gd name="connsiteY262" fmla="*/ 2016468 h 6858000"/>
                  <a:gd name="connsiteX263" fmla="*/ 523657 w 4543952"/>
                  <a:gd name="connsiteY263" fmla="*/ 2094577 h 6858000"/>
                  <a:gd name="connsiteX264" fmla="*/ 500986 w 4543952"/>
                  <a:gd name="connsiteY264" fmla="*/ 2188878 h 6858000"/>
                  <a:gd name="connsiteX265" fmla="*/ 485746 w 4543952"/>
                  <a:gd name="connsiteY265" fmla="*/ 2228313 h 6858000"/>
                  <a:gd name="connsiteX266" fmla="*/ 456789 w 4543952"/>
                  <a:gd name="connsiteY266" fmla="*/ 2334043 h 6858000"/>
                  <a:gd name="connsiteX267" fmla="*/ 432404 w 4543952"/>
                  <a:gd name="connsiteY267" fmla="*/ 2409484 h 6858000"/>
                  <a:gd name="connsiteX268" fmla="*/ 415303 w 4543952"/>
                  <a:gd name="connsiteY268" fmla="*/ 2435912 h 6858000"/>
                  <a:gd name="connsiteX269" fmla="*/ 415303 w 4543952"/>
                  <a:gd name="connsiteY269" fmla="*/ 2435912 h 6858000"/>
                  <a:gd name="connsiteX270" fmla="*/ 415303 w 4543952"/>
                  <a:gd name="connsiteY270" fmla="*/ 2435912 h 6858000"/>
                  <a:gd name="connsiteX271" fmla="*/ 414227 w 4543952"/>
                  <a:gd name="connsiteY271" fmla="*/ 2440915 h 6858000"/>
                  <a:gd name="connsiteX272" fmla="*/ 409472 w 4543952"/>
                  <a:gd name="connsiteY272" fmla="*/ 2463016 h 6858000"/>
                  <a:gd name="connsiteX273" fmla="*/ 409472 w 4543952"/>
                  <a:gd name="connsiteY273" fmla="*/ 2463017 h 6858000"/>
                  <a:gd name="connsiteX274" fmla="*/ 411535 w 4543952"/>
                  <a:gd name="connsiteY274" fmla="*/ 2490550 h 6858000"/>
                  <a:gd name="connsiteX275" fmla="*/ 418115 w 4543952"/>
                  <a:gd name="connsiteY275" fmla="*/ 2518261 h 6858000"/>
                  <a:gd name="connsiteX276" fmla="*/ 418115 w 4543952"/>
                  <a:gd name="connsiteY276" fmla="*/ 2518264 h 6858000"/>
                  <a:gd name="connsiteX277" fmla="*/ 421759 w 4543952"/>
                  <a:gd name="connsiteY277" fmla="*/ 2545006 h 6858000"/>
                  <a:gd name="connsiteX278" fmla="*/ 417545 w 4543952"/>
                  <a:gd name="connsiteY278" fmla="*/ 2571033 h 6858000"/>
                  <a:gd name="connsiteX279" fmla="*/ 344391 w 4543952"/>
                  <a:gd name="connsiteY279" fmla="*/ 2668000 h 6858000"/>
                  <a:gd name="connsiteX280" fmla="*/ 296001 w 4543952"/>
                  <a:gd name="connsiteY280" fmla="*/ 2745347 h 6858000"/>
                  <a:gd name="connsiteX281" fmla="*/ 296001 w 4543952"/>
                  <a:gd name="connsiteY281" fmla="*/ 2745348 h 6858000"/>
                  <a:gd name="connsiteX282" fmla="*/ 344391 w 4543952"/>
                  <a:gd name="connsiteY282" fmla="*/ 2668001 h 6858000"/>
                  <a:gd name="connsiteX283" fmla="*/ 417545 w 4543952"/>
                  <a:gd name="connsiteY283" fmla="*/ 2571034 h 6858000"/>
                  <a:gd name="connsiteX284" fmla="*/ 421760 w 4543952"/>
                  <a:gd name="connsiteY284" fmla="*/ 2545006 h 6858000"/>
                  <a:gd name="connsiteX285" fmla="*/ 421759 w 4543952"/>
                  <a:gd name="connsiteY285" fmla="*/ 2545006 h 6858000"/>
                  <a:gd name="connsiteX286" fmla="*/ 421760 w 4543952"/>
                  <a:gd name="connsiteY286" fmla="*/ 2545005 h 6858000"/>
                  <a:gd name="connsiteX287" fmla="*/ 418115 w 4543952"/>
                  <a:gd name="connsiteY287" fmla="*/ 2518263 h 6858000"/>
                  <a:gd name="connsiteX288" fmla="*/ 418115 w 4543952"/>
                  <a:gd name="connsiteY288" fmla="*/ 2518261 h 6858000"/>
                  <a:gd name="connsiteX289" fmla="*/ 409472 w 4543952"/>
                  <a:gd name="connsiteY289" fmla="*/ 2463017 h 6858000"/>
                  <a:gd name="connsiteX290" fmla="*/ 414227 w 4543952"/>
                  <a:gd name="connsiteY290" fmla="*/ 2440915 h 6858000"/>
                  <a:gd name="connsiteX291" fmla="*/ 415303 w 4543952"/>
                  <a:gd name="connsiteY291" fmla="*/ 2435912 h 6858000"/>
                  <a:gd name="connsiteX292" fmla="*/ 432404 w 4543952"/>
                  <a:gd name="connsiteY292" fmla="*/ 2409485 h 6858000"/>
                  <a:gd name="connsiteX293" fmla="*/ 456789 w 4543952"/>
                  <a:gd name="connsiteY293" fmla="*/ 2334044 h 6858000"/>
                  <a:gd name="connsiteX294" fmla="*/ 485746 w 4543952"/>
                  <a:gd name="connsiteY294" fmla="*/ 2228314 h 6858000"/>
                  <a:gd name="connsiteX295" fmla="*/ 500986 w 4543952"/>
                  <a:gd name="connsiteY295" fmla="*/ 2188879 h 6858000"/>
                  <a:gd name="connsiteX296" fmla="*/ 523657 w 4543952"/>
                  <a:gd name="connsiteY296" fmla="*/ 2094578 h 6858000"/>
                  <a:gd name="connsiteX297" fmla="*/ 538516 w 4543952"/>
                  <a:gd name="connsiteY297" fmla="*/ 2016469 h 6858000"/>
                  <a:gd name="connsiteX298" fmla="*/ 584999 w 4543952"/>
                  <a:gd name="connsiteY298" fmla="*/ 1953413 h 6858000"/>
                  <a:gd name="connsiteX299" fmla="*/ 609004 w 4543952"/>
                  <a:gd name="connsiteY299" fmla="*/ 1933219 h 6858000"/>
                  <a:gd name="connsiteX300" fmla="*/ 624434 w 4543952"/>
                  <a:gd name="connsiteY300" fmla="*/ 1916454 h 6858000"/>
                  <a:gd name="connsiteX301" fmla="*/ 714925 w 4543952"/>
                  <a:gd name="connsiteY301" fmla="*/ 1842158 h 6858000"/>
                  <a:gd name="connsiteX302" fmla="*/ 722546 w 4543952"/>
                  <a:gd name="connsiteY302" fmla="*/ 1833775 h 6858000"/>
                  <a:gd name="connsiteX303" fmla="*/ 764267 w 4543952"/>
                  <a:gd name="connsiteY303" fmla="*/ 1733188 h 6858000"/>
                  <a:gd name="connsiteX304" fmla="*/ 786936 w 4543952"/>
                  <a:gd name="connsiteY304" fmla="*/ 1697753 h 6858000"/>
                  <a:gd name="connsiteX305" fmla="*/ 843517 w 4543952"/>
                  <a:gd name="connsiteY305" fmla="*/ 1624980 h 6858000"/>
                  <a:gd name="connsiteX306" fmla="*/ 845422 w 4543952"/>
                  <a:gd name="connsiteY306" fmla="*/ 1596213 h 6858000"/>
                  <a:gd name="connsiteX307" fmla="*/ 798723 w 4543952"/>
                  <a:gd name="connsiteY307" fmla="*/ 1459072 h 6858000"/>
                  <a:gd name="connsiteX308" fmla="*/ 807941 w 4543952"/>
                  <a:gd name="connsiteY308" fmla="*/ 1481571 h 6858000"/>
                  <a:gd name="connsiteX309" fmla="*/ 798724 w 4543952"/>
                  <a:gd name="connsiteY309" fmla="*/ 1459073 h 6858000"/>
                  <a:gd name="connsiteX310" fmla="*/ 779530 w 4543952"/>
                  <a:gd name="connsiteY310" fmla="*/ 1268757 h 6858000"/>
                  <a:gd name="connsiteX311" fmla="*/ 774363 w 4543952"/>
                  <a:gd name="connsiteY311" fmla="*/ 1286068 h 6858000"/>
                  <a:gd name="connsiteX312" fmla="*/ 752025 w 4543952"/>
                  <a:gd name="connsiteY312" fmla="*/ 1350626 h 6858000"/>
                  <a:gd name="connsiteX313" fmla="*/ 757620 w 4543952"/>
                  <a:gd name="connsiteY313" fmla="*/ 1413839 h 6858000"/>
                  <a:gd name="connsiteX314" fmla="*/ 752026 w 4543952"/>
                  <a:gd name="connsiteY314" fmla="*/ 1350627 h 6858000"/>
                  <a:gd name="connsiteX315" fmla="*/ 774363 w 4543952"/>
                  <a:gd name="connsiteY315" fmla="*/ 1286069 h 6858000"/>
                  <a:gd name="connsiteX316" fmla="*/ 779530 w 4543952"/>
                  <a:gd name="connsiteY316" fmla="*/ 1268757 h 6858000"/>
                  <a:gd name="connsiteX317" fmla="*/ 837801 w 4543952"/>
                  <a:gd name="connsiteY317" fmla="*/ 773034 h 6858000"/>
                  <a:gd name="connsiteX318" fmla="*/ 829801 w 4543952"/>
                  <a:gd name="connsiteY318" fmla="*/ 854378 h 6858000"/>
                  <a:gd name="connsiteX319" fmla="*/ 798747 w 4543952"/>
                  <a:gd name="connsiteY319" fmla="*/ 915342 h 6858000"/>
                  <a:gd name="connsiteX320" fmla="*/ 788269 w 4543952"/>
                  <a:gd name="connsiteY320" fmla="*/ 927154 h 6858000"/>
                  <a:gd name="connsiteX321" fmla="*/ 791889 w 4543952"/>
                  <a:gd name="connsiteY321" fmla="*/ 1097086 h 6858000"/>
                  <a:gd name="connsiteX322" fmla="*/ 796271 w 4543952"/>
                  <a:gd name="connsiteY322" fmla="*/ 1123184 h 6858000"/>
                  <a:gd name="connsiteX323" fmla="*/ 771553 w 4543952"/>
                  <a:gd name="connsiteY323" fmla="*/ 1184028 h 6858000"/>
                  <a:gd name="connsiteX324" fmla="*/ 796272 w 4543952"/>
                  <a:gd name="connsiteY324" fmla="*/ 1123185 h 6858000"/>
                  <a:gd name="connsiteX325" fmla="*/ 791890 w 4543952"/>
                  <a:gd name="connsiteY325" fmla="*/ 1097087 h 6858000"/>
                  <a:gd name="connsiteX326" fmla="*/ 788270 w 4543952"/>
                  <a:gd name="connsiteY326" fmla="*/ 927155 h 6858000"/>
                  <a:gd name="connsiteX327" fmla="*/ 798748 w 4543952"/>
                  <a:gd name="connsiteY327" fmla="*/ 915343 h 6858000"/>
                  <a:gd name="connsiteX328" fmla="*/ 829801 w 4543952"/>
                  <a:gd name="connsiteY328" fmla="*/ 854379 h 6858000"/>
                  <a:gd name="connsiteX329" fmla="*/ 837801 w 4543952"/>
                  <a:gd name="connsiteY329" fmla="*/ 773035 h 6858000"/>
                  <a:gd name="connsiteX330" fmla="*/ 782400 w 4543952"/>
                  <a:gd name="connsiteY330" fmla="*/ 517850 h 6858000"/>
                  <a:gd name="connsiteX331" fmla="*/ 791317 w 4543952"/>
                  <a:gd name="connsiteY331" fmla="*/ 556046 h 6858000"/>
                  <a:gd name="connsiteX332" fmla="*/ 797795 w 4543952"/>
                  <a:gd name="connsiteY332" fmla="*/ 580049 h 6858000"/>
                  <a:gd name="connsiteX333" fmla="*/ 801176 w 4543952"/>
                  <a:gd name="connsiteY333" fmla="*/ 642536 h 6858000"/>
                  <a:gd name="connsiteX334" fmla="*/ 813700 w 4543952"/>
                  <a:gd name="connsiteY334" fmla="*/ 694927 h 6858000"/>
                  <a:gd name="connsiteX335" fmla="*/ 801177 w 4543952"/>
                  <a:gd name="connsiteY335" fmla="*/ 642537 h 6858000"/>
                  <a:gd name="connsiteX336" fmla="*/ 797796 w 4543952"/>
                  <a:gd name="connsiteY336" fmla="*/ 580050 h 6858000"/>
                  <a:gd name="connsiteX337" fmla="*/ 791318 w 4543952"/>
                  <a:gd name="connsiteY337" fmla="*/ 556047 h 6858000"/>
                  <a:gd name="connsiteX338" fmla="*/ 783887 w 4543952"/>
                  <a:gd name="connsiteY338" fmla="*/ 313532 h 6858000"/>
                  <a:gd name="connsiteX339" fmla="*/ 786245 w 4543952"/>
                  <a:gd name="connsiteY339" fmla="*/ 324057 h 6858000"/>
                  <a:gd name="connsiteX340" fmla="*/ 784459 w 4543952"/>
                  <a:gd name="connsiteY340" fmla="*/ 338869 h 6858000"/>
                  <a:gd name="connsiteX341" fmla="*/ 784454 w 4543952"/>
                  <a:gd name="connsiteY341" fmla="*/ 338897 h 6858000"/>
                  <a:gd name="connsiteX342" fmla="*/ 778363 w 4543952"/>
                  <a:gd name="connsiteY342" fmla="*/ 367327 h 6858000"/>
                  <a:gd name="connsiteX343" fmla="*/ 774553 w 4543952"/>
                  <a:gd name="connsiteY343" fmla="*/ 395639 h 6858000"/>
                  <a:gd name="connsiteX344" fmla="*/ 784454 w 4543952"/>
                  <a:gd name="connsiteY344" fmla="*/ 338897 h 6858000"/>
                  <a:gd name="connsiteX345" fmla="*/ 784460 w 4543952"/>
                  <a:gd name="connsiteY345" fmla="*/ 338870 h 6858000"/>
                  <a:gd name="connsiteX346" fmla="*/ 783888 w 4543952"/>
                  <a:gd name="connsiteY346" fmla="*/ 313533 h 6858000"/>
                  <a:gd name="connsiteX347" fmla="*/ 761560 w 4543952"/>
                  <a:gd name="connsiteY347" fmla="*/ 281567 h 6858000"/>
                  <a:gd name="connsiteX348" fmla="*/ 766454 w 4543952"/>
                  <a:gd name="connsiteY348" fmla="*/ 295414 h 6858000"/>
                  <a:gd name="connsiteX349" fmla="*/ 766455 w 4543952"/>
                  <a:gd name="connsiteY349" fmla="*/ 295414 h 6858000"/>
                  <a:gd name="connsiteX350" fmla="*/ 774880 w 4543952"/>
                  <a:gd name="connsiteY350" fmla="*/ 24485 h 6858000"/>
                  <a:gd name="connsiteX351" fmla="*/ 777142 w 4543952"/>
                  <a:gd name="connsiteY351" fmla="*/ 74128 h 6858000"/>
                  <a:gd name="connsiteX352" fmla="*/ 767023 w 4543952"/>
                  <a:gd name="connsiteY352" fmla="*/ 151568 h 6858000"/>
                  <a:gd name="connsiteX353" fmla="*/ 766824 w 4543952"/>
                  <a:gd name="connsiteY353" fmla="*/ 153387 h 6858000"/>
                  <a:gd name="connsiteX354" fmla="*/ 763010 w 4543952"/>
                  <a:gd name="connsiteY354" fmla="*/ 177270 h 6858000"/>
                  <a:gd name="connsiteX355" fmla="*/ 758551 w 4543952"/>
                  <a:gd name="connsiteY355" fmla="*/ 228943 h 6858000"/>
                  <a:gd name="connsiteX356" fmla="*/ 766824 w 4543952"/>
                  <a:gd name="connsiteY356" fmla="*/ 153387 h 6858000"/>
                  <a:gd name="connsiteX357" fmla="*/ 771220 w 4543952"/>
                  <a:gd name="connsiteY357" fmla="*/ 125860 h 6858000"/>
                  <a:gd name="connsiteX358" fmla="*/ 777143 w 4543952"/>
                  <a:gd name="connsiteY358" fmla="*/ 74128 h 6858000"/>
                  <a:gd name="connsiteX359" fmla="*/ 313354 w 4543952"/>
                  <a:gd name="connsiteY359" fmla="*/ 0 h 6858000"/>
                  <a:gd name="connsiteX360" fmla="*/ 777461 w 4543952"/>
                  <a:gd name="connsiteY360" fmla="*/ 0 h 6858000"/>
                  <a:gd name="connsiteX361" fmla="*/ 774743 w 4543952"/>
                  <a:gd name="connsiteY361" fmla="*/ 21485 h 6858000"/>
                  <a:gd name="connsiteX362" fmla="*/ 777461 w 4543952"/>
                  <a:gd name="connsiteY362" fmla="*/ 0 h 6858000"/>
                  <a:gd name="connsiteX363" fmla="*/ 4543952 w 4543952"/>
                  <a:gd name="connsiteY363" fmla="*/ 1 h 6858000"/>
                  <a:gd name="connsiteX364" fmla="*/ 4543952 w 4543952"/>
                  <a:gd name="connsiteY364" fmla="*/ 6858000 h 6858000"/>
                  <a:gd name="connsiteX365" fmla="*/ 284400 w 4543952"/>
                  <a:gd name="connsiteY365" fmla="*/ 6858000 h 6858000"/>
                  <a:gd name="connsiteX366" fmla="*/ 112147 w 4543952"/>
                  <a:gd name="connsiteY366" fmla="*/ 6858000 h 6858000"/>
                  <a:gd name="connsiteX367" fmla="*/ 102447 w 4543952"/>
                  <a:gd name="connsiteY367" fmla="*/ 6815515 h 6858000"/>
                  <a:gd name="connsiteX368" fmla="*/ 83396 w 4543952"/>
                  <a:gd name="connsiteY368" fmla="*/ 6748457 h 6858000"/>
                  <a:gd name="connsiteX369" fmla="*/ 61870 w 4543952"/>
                  <a:gd name="connsiteY369" fmla="*/ 6584811 h 6858000"/>
                  <a:gd name="connsiteX370" fmla="*/ 41105 w 4543952"/>
                  <a:gd name="connsiteY370" fmla="*/ 6415832 h 6858000"/>
                  <a:gd name="connsiteX371" fmla="*/ 34247 w 4543952"/>
                  <a:gd name="connsiteY371" fmla="*/ 6323057 h 6858000"/>
                  <a:gd name="connsiteX372" fmla="*/ 23386 w 4543952"/>
                  <a:gd name="connsiteY372" fmla="*/ 6242092 h 6858000"/>
                  <a:gd name="connsiteX373" fmla="*/ 16528 w 4543952"/>
                  <a:gd name="connsiteY373" fmla="*/ 6171604 h 6858000"/>
                  <a:gd name="connsiteX374" fmla="*/ 2622 w 4543952"/>
                  <a:gd name="connsiteY374" fmla="*/ 6059396 h 6858000"/>
                  <a:gd name="connsiteX375" fmla="*/ 0 w 4543952"/>
                  <a:gd name="connsiteY375" fmla="*/ 6041768 h 6858000"/>
                  <a:gd name="connsiteX376" fmla="*/ 0 w 4543952"/>
                  <a:gd name="connsiteY376" fmla="*/ 6000936 h 6858000"/>
                  <a:gd name="connsiteX377" fmla="*/ 3670 w 4543952"/>
                  <a:gd name="connsiteY377" fmla="*/ 5957594 h 6858000"/>
                  <a:gd name="connsiteX378" fmla="*/ 0 w 4543952"/>
                  <a:gd name="connsiteY378" fmla="*/ 5912510 h 6858000"/>
                  <a:gd name="connsiteX379" fmla="*/ 0 w 4543952"/>
                  <a:gd name="connsiteY379" fmla="*/ 5886400 h 6858000"/>
                  <a:gd name="connsiteX380" fmla="*/ 1098 w 4543952"/>
                  <a:gd name="connsiteY380" fmla="*/ 5864317 h 6858000"/>
                  <a:gd name="connsiteX381" fmla="*/ 24720 w 4543952"/>
                  <a:gd name="connsiteY381" fmla="*/ 5790591 h 6858000"/>
                  <a:gd name="connsiteX382" fmla="*/ 26434 w 4543952"/>
                  <a:gd name="connsiteY382" fmla="*/ 5781829 h 6858000"/>
                  <a:gd name="connsiteX383" fmla="*/ 35771 w 4543952"/>
                  <a:gd name="connsiteY383" fmla="*/ 5733439 h 6858000"/>
                  <a:gd name="connsiteX384" fmla="*/ 38819 w 4543952"/>
                  <a:gd name="connsiteY384" fmla="*/ 5706958 h 6858000"/>
                  <a:gd name="connsiteX385" fmla="*/ 58250 w 4543952"/>
                  <a:gd name="connsiteY385" fmla="*/ 5606371 h 6858000"/>
                  <a:gd name="connsiteX386" fmla="*/ 67394 w 4543952"/>
                  <a:gd name="connsiteY386" fmla="*/ 5548459 h 6858000"/>
                  <a:gd name="connsiteX387" fmla="*/ 66060 w 4543952"/>
                  <a:gd name="connsiteY387" fmla="*/ 5501593 h 6858000"/>
                  <a:gd name="connsiteX388" fmla="*/ 64346 w 4543952"/>
                  <a:gd name="connsiteY388" fmla="*/ 5419294 h 6858000"/>
                  <a:gd name="connsiteX389" fmla="*/ 59964 w 4543952"/>
                  <a:gd name="connsiteY389" fmla="*/ 5393004 h 6858000"/>
                  <a:gd name="connsiteX390" fmla="*/ 72538 w 4543952"/>
                  <a:gd name="connsiteY390" fmla="*/ 5274128 h 6858000"/>
                  <a:gd name="connsiteX391" fmla="*/ 73490 w 4543952"/>
                  <a:gd name="connsiteY391" fmla="*/ 5206307 h 6858000"/>
                  <a:gd name="connsiteX392" fmla="*/ 89113 w 4543952"/>
                  <a:gd name="connsiteY392" fmla="*/ 5129915 h 6858000"/>
                  <a:gd name="connsiteX393" fmla="*/ 88351 w 4543952"/>
                  <a:gd name="connsiteY393" fmla="*/ 5107626 h 6858000"/>
                  <a:gd name="connsiteX394" fmla="*/ 87016 w 4543952"/>
                  <a:gd name="connsiteY394" fmla="*/ 5082669 h 6858000"/>
                  <a:gd name="connsiteX395" fmla="*/ 85872 w 4543952"/>
                  <a:gd name="connsiteY395" fmla="*/ 5006085 h 6858000"/>
                  <a:gd name="connsiteX396" fmla="*/ 80158 w 4543952"/>
                  <a:gd name="connsiteY396" fmla="*/ 4959601 h 6858000"/>
                  <a:gd name="connsiteX397" fmla="*/ 83586 w 4543952"/>
                  <a:gd name="connsiteY397" fmla="*/ 4871018 h 6858000"/>
                  <a:gd name="connsiteX398" fmla="*/ 78634 w 4543952"/>
                  <a:gd name="connsiteY398" fmla="*/ 4838249 h 6858000"/>
                  <a:gd name="connsiteX399" fmla="*/ 78062 w 4543952"/>
                  <a:gd name="connsiteY399" fmla="*/ 4755380 h 6858000"/>
                  <a:gd name="connsiteX400" fmla="*/ 80920 w 4543952"/>
                  <a:gd name="connsiteY400" fmla="*/ 4681082 h 6858000"/>
                  <a:gd name="connsiteX401" fmla="*/ 79396 w 4543952"/>
                  <a:gd name="connsiteY401" fmla="*/ 4609451 h 6858000"/>
                  <a:gd name="connsiteX402" fmla="*/ 73110 w 4543952"/>
                  <a:gd name="connsiteY402" fmla="*/ 4558206 h 6858000"/>
                  <a:gd name="connsiteX403" fmla="*/ 69300 w 4543952"/>
                  <a:gd name="connsiteY403" fmla="*/ 4502578 h 6858000"/>
                  <a:gd name="connsiteX404" fmla="*/ 46629 w 4543952"/>
                  <a:gd name="connsiteY404" fmla="*/ 4349221 h 6858000"/>
                  <a:gd name="connsiteX405" fmla="*/ 52153 w 4543952"/>
                  <a:gd name="connsiteY405" fmla="*/ 4320836 h 6858000"/>
                  <a:gd name="connsiteX406" fmla="*/ 57297 w 4543952"/>
                  <a:gd name="connsiteY406" fmla="*/ 4159666 h 6858000"/>
                  <a:gd name="connsiteX407" fmla="*/ 56915 w 4543952"/>
                  <a:gd name="connsiteY407" fmla="*/ 4124613 h 6858000"/>
                  <a:gd name="connsiteX408" fmla="*/ 79396 w 4543952"/>
                  <a:gd name="connsiteY408" fmla="*/ 4030502 h 6858000"/>
                  <a:gd name="connsiteX409" fmla="*/ 43771 w 4543952"/>
                  <a:gd name="connsiteY409" fmla="*/ 3885337 h 6858000"/>
                  <a:gd name="connsiteX410" fmla="*/ 426 w 4543952"/>
                  <a:gd name="connsiteY410" fmla="*/ 3786776 h 6858000"/>
                  <a:gd name="connsiteX411" fmla="*/ 0 w 4543952"/>
                  <a:gd name="connsiteY411" fmla="*/ 3773896 h 6858000"/>
                  <a:gd name="connsiteX412" fmla="*/ 0 w 4543952"/>
                  <a:gd name="connsiteY412" fmla="*/ 3393881 h 6858000"/>
                  <a:gd name="connsiteX413" fmla="*/ 11838 w 4543952"/>
                  <a:gd name="connsiteY413" fmla="*/ 3359515 h 6858000"/>
                  <a:gd name="connsiteX414" fmla="*/ 12910 w 4543952"/>
                  <a:gd name="connsiteY414" fmla="*/ 3318770 h 6858000"/>
                  <a:gd name="connsiteX415" fmla="*/ 6718 w 4543952"/>
                  <a:gd name="connsiteY415" fmla="*/ 3304078 h 6858000"/>
                  <a:gd name="connsiteX416" fmla="*/ 0 w 4543952"/>
                  <a:gd name="connsiteY416" fmla="*/ 3297656 h 6858000"/>
                  <a:gd name="connsiteX417" fmla="*/ 0 w 4543952"/>
                  <a:gd name="connsiteY417" fmla="*/ 3207866 h 6858000"/>
                  <a:gd name="connsiteX418" fmla="*/ 15553 w 4543952"/>
                  <a:gd name="connsiteY418" fmla="*/ 3186770 h 6858000"/>
                  <a:gd name="connsiteX419" fmla="*/ 36341 w 4543952"/>
                  <a:gd name="connsiteY419" fmla="*/ 3107499 h 6858000"/>
                  <a:gd name="connsiteX420" fmla="*/ 38057 w 4543952"/>
                  <a:gd name="connsiteY420" fmla="*/ 3042727 h 6858000"/>
                  <a:gd name="connsiteX421" fmla="*/ 54249 w 4543952"/>
                  <a:gd name="connsiteY421" fmla="*/ 2901942 h 6858000"/>
                  <a:gd name="connsiteX422" fmla="*/ 77300 w 4543952"/>
                  <a:gd name="connsiteY422" fmla="*/ 2809929 h 6858000"/>
                  <a:gd name="connsiteX423" fmla="*/ 103399 w 4543952"/>
                  <a:gd name="connsiteY423" fmla="*/ 2743825 h 6858000"/>
                  <a:gd name="connsiteX424" fmla="*/ 137500 w 4543952"/>
                  <a:gd name="connsiteY424" fmla="*/ 2649142 h 6858000"/>
                  <a:gd name="connsiteX425" fmla="*/ 155217 w 4543952"/>
                  <a:gd name="connsiteY425" fmla="*/ 2554078 h 6858000"/>
                  <a:gd name="connsiteX426" fmla="*/ 177507 w 4543952"/>
                  <a:gd name="connsiteY426" fmla="*/ 2485306 h 6858000"/>
                  <a:gd name="connsiteX427" fmla="*/ 192748 w 4543952"/>
                  <a:gd name="connsiteY427" fmla="*/ 2401291 h 6858000"/>
                  <a:gd name="connsiteX428" fmla="*/ 193318 w 4543952"/>
                  <a:gd name="connsiteY428" fmla="*/ 2330805 h 6858000"/>
                  <a:gd name="connsiteX429" fmla="*/ 190652 w 4543952"/>
                  <a:gd name="connsiteY429" fmla="*/ 2220311 h 6858000"/>
                  <a:gd name="connsiteX430" fmla="*/ 236753 w 4543952"/>
                  <a:gd name="connsiteY430" fmla="*/ 2085053 h 6858000"/>
                  <a:gd name="connsiteX431" fmla="*/ 247042 w 4543952"/>
                  <a:gd name="connsiteY431" fmla="*/ 2030377 h 6858000"/>
                  <a:gd name="connsiteX432" fmla="*/ 251804 w 4543952"/>
                  <a:gd name="connsiteY432" fmla="*/ 1978939 h 6858000"/>
                  <a:gd name="connsiteX433" fmla="*/ 282475 w 4543952"/>
                  <a:gd name="connsiteY433" fmla="*/ 1869779 h 6858000"/>
                  <a:gd name="connsiteX434" fmla="*/ 292573 w 4543952"/>
                  <a:gd name="connsiteY434" fmla="*/ 1825392 h 6858000"/>
                  <a:gd name="connsiteX435" fmla="*/ 292381 w 4543952"/>
                  <a:gd name="connsiteY435" fmla="*/ 1763286 h 6858000"/>
                  <a:gd name="connsiteX436" fmla="*/ 306480 w 4543952"/>
                  <a:gd name="connsiteY436" fmla="*/ 1650316 h 6858000"/>
                  <a:gd name="connsiteX437" fmla="*/ 347629 w 4543952"/>
                  <a:gd name="connsiteY437" fmla="*/ 1537536 h 6858000"/>
                  <a:gd name="connsiteX438" fmla="*/ 343629 w 4543952"/>
                  <a:gd name="connsiteY438" fmla="*/ 1489719 h 6858000"/>
                  <a:gd name="connsiteX439" fmla="*/ 344581 w 4543952"/>
                  <a:gd name="connsiteY439" fmla="*/ 1472574 h 6858000"/>
                  <a:gd name="connsiteX440" fmla="*/ 367252 w 4543952"/>
                  <a:gd name="connsiteY440" fmla="*/ 1318455 h 6858000"/>
                  <a:gd name="connsiteX441" fmla="*/ 369728 w 4543952"/>
                  <a:gd name="connsiteY441" fmla="*/ 1303023 h 6858000"/>
                  <a:gd name="connsiteX442" fmla="*/ 389921 w 4543952"/>
                  <a:gd name="connsiteY442" fmla="*/ 1230632 h 6858000"/>
                  <a:gd name="connsiteX443" fmla="*/ 402495 w 4543952"/>
                  <a:gd name="connsiteY443" fmla="*/ 1048124 h 6858000"/>
                  <a:gd name="connsiteX444" fmla="*/ 404019 w 4543952"/>
                  <a:gd name="connsiteY444" fmla="*/ 1036886 h 6858000"/>
                  <a:gd name="connsiteX445" fmla="*/ 393923 w 4543952"/>
                  <a:gd name="connsiteY445" fmla="*/ 975732 h 6858000"/>
                  <a:gd name="connsiteX446" fmla="*/ 379634 w 4543952"/>
                  <a:gd name="connsiteY446" fmla="*/ 945443 h 6858000"/>
                  <a:gd name="connsiteX447" fmla="*/ 364774 w 4543952"/>
                  <a:gd name="connsiteY447" fmla="*/ 898197 h 6858000"/>
                  <a:gd name="connsiteX448" fmla="*/ 359250 w 4543952"/>
                  <a:gd name="connsiteY448" fmla="*/ 850188 h 6858000"/>
                  <a:gd name="connsiteX449" fmla="*/ 381730 w 4543952"/>
                  <a:gd name="connsiteY449" fmla="*/ 769604 h 6858000"/>
                  <a:gd name="connsiteX450" fmla="*/ 384016 w 4543952"/>
                  <a:gd name="connsiteY450" fmla="*/ 740267 h 6858000"/>
                  <a:gd name="connsiteX451" fmla="*/ 394875 w 4543952"/>
                  <a:gd name="connsiteY451" fmla="*/ 674922 h 6858000"/>
                  <a:gd name="connsiteX452" fmla="*/ 394113 w 4543952"/>
                  <a:gd name="connsiteY452" fmla="*/ 617771 h 6858000"/>
                  <a:gd name="connsiteX453" fmla="*/ 376776 w 4543952"/>
                  <a:gd name="connsiteY453" fmla="*/ 571859 h 6858000"/>
                  <a:gd name="connsiteX454" fmla="*/ 373348 w 4543952"/>
                  <a:gd name="connsiteY454" fmla="*/ 505181 h 6858000"/>
                  <a:gd name="connsiteX455" fmla="*/ 385920 w 4543952"/>
                  <a:gd name="connsiteY455" fmla="*/ 462125 h 6858000"/>
                  <a:gd name="connsiteX456" fmla="*/ 387634 w 4543952"/>
                  <a:gd name="connsiteY456" fmla="*/ 453363 h 6858000"/>
                  <a:gd name="connsiteX457" fmla="*/ 388399 w 4543952"/>
                  <a:gd name="connsiteY457" fmla="*/ 340773 h 6858000"/>
                  <a:gd name="connsiteX458" fmla="*/ 350487 w 4543952"/>
                  <a:gd name="connsiteY458" fmla="*/ 200181 h 6858000"/>
                  <a:gd name="connsiteX459" fmla="*/ 342485 w 4543952"/>
                  <a:gd name="connsiteY459" fmla="*/ 176938 h 6858000"/>
                  <a:gd name="connsiteX460" fmla="*/ 328579 w 4543952"/>
                  <a:gd name="connsiteY460" fmla="*/ 63586 h 6858000"/>
                  <a:gd name="connsiteX461" fmla="*/ 314480 w 4543952"/>
                  <a:gd name="connsiteY461" fmla="*/ 2816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</a:cxnLst>
                <a:rect l="l" t="t" r="r" b="b"/>
                <a:pathLst>
                  <a:path w="4543952" h="6858000">
                    <a:moveTo>
                      <a:pt x="328959" y="6564619"/>
                    </a:moveTo>
                    <a:lnTo>
                      <a:pt x="306480" y="6588624"/>
                    </a:lnTo>
                    <a:cubicBezTo>
                      <a:pt x="298003" y="6597577"/>
                      <a:pt x="291954" y="6611341"/>
                      <a:pt x="289858" y="6625223"/>
                    </a:cubicBezTo>
                    <a:lnTo>
                      <a:pt x="289858" y="6625224"/>
                    </a:lnTo>
                    <a:lnTo>
                      <a:pt x="289870" y="6645551"/>
                    </a:lnTo>
                    <a:lnTo>
                      <a:pt x="296953" y="6662539"/>
                    </a:lnTo>
                    <a:lnTo>
                      <a:pt x="296953" y="6662541"/>
                    </a:lnTo>
                    <a:lnTo>
                      <a:pt x="296954" y="6662543"/>
                    </a:lnTo>
                    <a:lnTo>
                      <a:pt x="311551" y="6702975"/>
                    </a:lnTo>
                    <a:lnTo>
                      <a:pt x="297715" y="6742551"/>
                    </a:lnTo>
                    <a:lnTo>
                      <a:pt x="297714" y="6742554"/>
                    </a:lnTo>
                    <a:lnTo>
                      <a:pt x="283011" y="6776799"/>
                    </a:lnTo>
                    <a:lnTo>
                      <a:pt x="278238" y="6812061"/>
                    </a:lnTo>
                    <a:lnTo>
                      <a:pt x="278237" y="6812062"/>
                    </a:lnTo>
                    <a:lnTo>
                      <a:pt x="278237" y="6812063"/>
                    </a:lnTo>
                    <a:lnTo>
                      <a:pt x="278238" y="6812061"/>
                    </a:lnTo>
                    <a:lnTo>
                      <a:pt x="297714" y="6742554"/>
                    </a:lnTo>
                    <a:lnTo>
                      <a:pt x="297715" y="6742552"/>
                    </a:lnTo>
                    <a:cubicBezTo>
                      <a:pt x="306003" y="6729218"/>
                      <a:pt x="311147" y="6716168"/>
                      <a:pt x="311551" y="6702976"/>
                    </a:cubicBezTo>
                    <a:lnTo>
                      <a:pt x="311551" y="6702975"/>
                    </a:lnTo>
                    <a:lnTo>
                      <a:pt x="308405" y="6683026"/>
                    </a:lnTo>
                    <a:lnTo>
                      <a:pt x="296954" y="6662543"/>
                    </a:lnTo>
                    <a:lnTo>
                      <a:pt x="296953" y="6662540"/>
                    </a:lnTo>
                    <a:lnTo>
                      <a:pt x="296953" y="6662539"/>
                    </a:lnTo>
                    <a:lnTo>
                      <a:pt x="289858" y="6625224"/>
                    </a:lnTo>
                    <a:lnTo>
                      <a:pt x="306480" y="6588625"/>
                    </a:lnTo>
                    <a:cubicBezTo>
                      <a:pt x="312576" y="6582146"/>
                      <a:pt x="318672" y="6575478"/>
                      <a:pt x="328959" y="6564620"/>
                    </a:cubicBezTo>
                    <a:close/>
                    <a:moveTo>
                      <a:pt x="248638" y="6438980"/>
                    </a:moveTo>
                    <a:cubicBezTo>
                      <a:pt x="258140" y="6444076"/>
                      <a:pt x="265617" y="6451649"/>
                      <a:pt x="268569" y="6463840"/>
                    </a:cubicBezTo>
                    <a:lnTo>
                      <a:pt x="268572" y="6463848"/>
                    </a:lnTo>
                    <a:lnTo>
                      <a:pt x="279556" y="6508051"/>
                    </a:lnTo>
                    <a:lnTo>
                      <a:pt x="282367" y="6513011"/>
                    </a:lnTo>
                    <a:lnTo>
                      <a:pt x="284834" y="6521803"/>
                    </a:lnTo>
                    <a:lnTo>
                      <a:pt x="301172" y="6546194"/>
                    </a:lnTo>
                    <a:lnTo>
                      <a:pt x="301172" y="6546193"/>
                    </a:lnTo>
                    <a:lnTo>
                      <a:pt x="282367" y="6513011"/>
                    </a:lnTo>
                    <a:lnTo>
                      <a:pt x="268572" y="6463848"/>
                    </a:lnTo>
                    <a:lnTo>
                      <a:pt x="268569" y="6463839"/>
                    </a:lnTo>
                    <a:close/>
                    <a:moveTo>
                      <a:pt x="166047" y="6392242"/>
                    </a:moveTo>
                    <a:lnTo>
                      <a:pt x="173364" y="6407332"/>
                    </a:lnTo>
                    <a:lnTo>
                      <a:pt x="173364" y="6407331"/>
                    </a:lnTo>
                    <a:close/>
                    <a:moveTo>
                      <a:pt x="401733" y="4221390"/>
                    </a:moveTo>
                    <a:lnTo>
                      <a:pt x="396017" y="4253013"/>
                    </a:lnTo>
                    <a:cubicBezTo>
                      <a:pt x="383824" y="4277400"/>
                      <a:pt x="368204" y="4300069"/>
                      <a:pt x="356201" y="4324644"/>
                    </a:cubicBezTo>
                    <a:cubicBezTo>
                      <a:pt x="350487" y="4336456"/>
                      <a:pt x="347439" y="4350553"/>
                      <a:pt x="347247" y="4363889"/>
                    </a:cubicBezTo>
                    <a:lnTo>
                      <a:pt x="347247" y="4363890"/>
                    </a:lnTo>
                    <a:cubicBezTo>
                      <a:pt x="346295" y="4403325"/>
                      <a:pt x="346295" y="4442761"/>
                      <a:pt x="348009" y="4482004"/>
                    </a:cubicBezTo>
                    <a:cubicBezTo>
                      <a:pt x="350677" y="4546776"/>
                      <a:pt x="351249" y="4612500"/>
                      <a:pt x="408019" y="4659174"/>
                    </a:cubicBezTo>
                    <a:cubicBezTo>
                      <a:pt x="412591" y="4662986"/>
                      <a:pt x="415259" y="4671176"/>
                      <a:pt x="416021" y="4677655"/>
                    </a:cubicBezTo>
                    <a:cubicBezTo>
                      <a:pt x="419640" y="4707564"/>
                      <a:pt x="420022" y="4738235"/>
                      <a:pt x="425928" y="4767764"/>
                    </a:cubicBezTo>
                    <a:lnTo>
                      <a:pt x="427237" y="4800482"/>
                    </a:lnTo>
                    <a:lnTo>
                      <a:pt x="412401" y="4828915"/>
                    </a:lnTo>
                    <a:cubicBezTo>
                      <a:pt x="404115" y="4837702"/>
                      <a:pt x="397114" y="4847213"/>
                      <a:pt x="391971" y="4857316"/>
                    </a:cubicBezTo>
                    <a:lnTo>
                      <a:pt x="390221" y="4863342"/>
                    </a:lnTo>
                    <a:lnTo>
                      <a:pt x="387469" y="4867613"/>
                    </a:lnTo>
                    <a:lnTo>
                      <a:pt x="382691" y="4889274"/>
                    </a:lnTo>
                    <a:lnTo>
                      <a:pt x="382691" y="4889275"/>
                    </a:lnTo>
                    <a:cubicBezTo>
                      <a:pt x="382122" y="4896713"/>
                      <a:pt x="382634" y="4904357"/>
                      <a:pt x="384396" y="4912168"/>
                    </a:cubicBezTo>
                    <a:lnTo>
                      <a:pt x="385799" y="4933804"/>
                    </a:lnTo>
                    <a:lnTo>
                      <a:pt x="378247" y="4957452"/>
                    </a:lnTo>
                    <a:lnTo>
                      <a:pt x="360964" y="4987036"/>
                    </a:lnTo>
                    <a:cubicBezTo>
                      <a:pt x="349725" y="5003800"/>
                      <a:pt x="335627" y="5022851"/>
                      <a:pt x="334485" y="5041520"/>
                    </a:cubicBezTo>
                    <a:cubicBezTo>
                      <a:pt x="333557" y="5057380"/>
                      <a:pt x="327458" y="5072410"/>
                      <a:pt x="321371" y="5087422"/>
                    </a:cubicBezTo>
                    <a:lnTo>
                      <a:pt x="321364" y="5087449"/>
                    </a:lnTo>
                    <a:lnTo>
                      <a:pt x="315482" y="5102460"/>
                    </a:lnTo>
                    <a:lnTo>
                      <a:pt x="308338" y="5133219"/>
                    </a:lnTo>
                    <a:lnTo>
                      <a:pt x="308337" y="5133223"/>
                    </a:lnTo>
                    <a:lnTo>
                      <a:pt x="308337" y="5133224"/>
                    </a:lnTo>
                    <a:lnTo>
                      <a:pt x="315052" y="5166113"/>
                    </a:lnTo>
                    <a:lnTo>
                      <a:pt x="314362" y="5172089"/>
                    </a:lnTo>
                    <a:cubicBezTo>
                      <a:pt x="313481" y="5174399"/>
                      <a:pt x="312290" y="5176875"/>
                      <a:pt x="311814" y="5179066"/>
                    </a:cubicBezTo>
                    <a:lnTo>
                      <a:pt x="311814" y="5179067"/>
                    </a:lnTo>
                    <a:cubicBezTo>
                      <a:pt x="304574" y="5214121"/>
                      <a:pt x="311624" y="5247078"/>
                      <a:pt x="335437" y="5272796"/>
                    </a:cubicBezTo>
                    <a:lnTo>
                      <a:pt x="360397" y="5321350"/>
                    </a:lnTo>
                    <a:lnTo>
                      <a:pt x="364317" y="5355013"/>
                    </a:lnTo>
                    <a:lnTo>
                      <a:pt x="359440" y="5385383"/>
                    </a:lnTo>
                    <a:cubicBezTo>
                      <a:pt x="356201" y="5398720"/>
                      <a:pt x="353915" y="5412056"/>
                      <a:pt x="351249" y="5425581"/>
                    </a:cubicBezTo>
                    <a:cubicBezTo>
                      <a:pt x="347439" y="5443869"/>
                      <a:pt x="343437" y="5462350"/>
                      <a:pt x="339627" y="5480636"/>
                    </a:cubicBezTo>
                    <a:cubicBezTo>
                      <a:pt x="337722" y="5489496"/>
                      <a:pt x="335151" y="5498831"/>
                      <a:pt x="335103" y="5507666"/>
                    </a:cubicBezTo>
                    <a:lnTo>
                      <a:pt x="335103" y="5507667"/>
                    </a:lnTo>
                    <a:lnTo>
                      <a:pt x="337324" y="5520421"/>
                    </a:lnTo>
                    <a:lnTo>
                      <a:pt x="345722" y="5531691"/>
                    </a:lnTo>
                    <a:lnTo>
                      <a:pt x="345723" y="5531693"/>
                    </a:lnTo>
                    <a:lnTo>
                      <a:pt x="355869" y="5547577"/>
                    </a:lnTo>
                    <a:lnTo>
                      <a:pt x="346295" y="5562745"/>
                    </a:lnTo>
                    <a:cubicBezTo>
                      <a:pt x="303622" y="5600466"/>
                      <a:pt x="276951" y="5646188"/>
                      <a:pt x="275047" y="5704482"/>
                    </a:cubicBezTo>
                    <a:cubicBezTo>
                      <a:pt x="274665" y="5716484"/>
                      <a:pt x="271999" y="5728677"/>
                      <a:pt x="269141" y="5740487"/>
                    </a:cubicBezTo>
                    <a:cubicBezTo>
                      <a:pt x="267426" y="5747727"/>
                      <a:pt x="265520" y="5756492"/>
                      <a:pt x="260376" y="5760872"/>
                    </a:cubicBezTo>
                    <a:cubicBezTo>
                      <a:pt x="221133" y="5794973"/>
                      <a:pt x="193890" y="5837456"/>
                      <a:pt x="171981" y="5883750"/>
                    </a:cubicBezTo>
                    <a:lnTo>
                      <a:pt x="171979" y="5883755"/>
                    </a:lnTo>
                    <a:lnTo>
                      <a:pt x="160957" y="5909350"/>
                    </a:lnTo>
                    <a:lnTo>
                      <a:pt x="154076" y="5935945"/>
                    </a:lnTo>
                    <a:lnTo>
                      <a:pt x="154075" y="5935948"/>
                    </a:lnTo>
                    <a:lnTo>
                      <a:pt x="154075" y="5935949"/>
                    </a:lnTo>
                    <a:lnTo>
                      <a:pt x="154242" y="5964476"/>
                    </a:lnTo>
                    <a:lnTo>
                      <a:pt x="157695" y="5993289"/>
                    </a:lnTo>
                    <a:lnTo>
                      <a:pt x="157695" y="5993291"/>
                    </a:lnTo>
                    <a:cubicBezTo>
                      <a:pt x="158837" y="6004531"/>
                      <a:pt x="158647" y="6017485"/>
                      <a:pt x="164171" y="6026440"/>
                    </a:cubicBezTo>
                    <a:cubicBezTo>
                      <a:pt x="181508" y="6054825"/>
                      <a:pt x="200176" y="6082258"/>
                      <a:pt x="220371" y="6108738"/>
                    </a:cubicBezTo>
                    <a:lnTo>
                      <a:pt x="234064" y="6133314"/>
                    </a:lnTo>
                    <a:lnTo>
                      <a:pt x="218468" y="6155599"/>
                    </a:lnTo>
                    <a:lnTo>
                      <a:pt x="218465" y="6155601"/>
                    </a:lnTo>
                    <a:cubicBezTo>
                      <a:pt x="196176" y="6175796"/>
                      <a:pt x="184556" y="6200943"/>
                      <a:pt x="179794" y="6228755"/>
                    </a:cubicBezTo>
                    <a:cubicBezTo>
                      <a:pt x="172363" y="6272763"/>
                      <a:pt x="166077" y="6317150"/>
                      <a:pt x="162457" y="6361538"/>
                    </a:cubicBezTo>
                    <a:lnTo>
                      <a:pt x="162457" y="6361539"/>
                    </a:lnTo>
                    <a:lnTo>
                      <a:pt x="179794" y="6228756"/>
                    </a:lnTo>
                    <a:cubicBezTo>
                      <a:pt x="184556" y="6200944"/>
                      <a:pt x="196176" y="6175797"/>
                      <a:pt x="218465" y="6155602"/>
                    </a:cubicBezTo>
                    <a:lnTo>
                      <a:pt x="218468" y="6155599"/>
                    </a:lnTo>
                    <a:lnTo>
                      <a:pt x="230364" y="6143189"/>
                    </a:lnTo>
                    <a:lnTo>
                      <a:pt x="234064" y="6133314"/>
                    </a:lnTo>
                    <a:lnTo>
                      <a:pt x="234064" y="6133313"/>
                    </a:lnTo>
                    <a:cubicBezTo>
                      <a:pt x="233993" y="6126883"/>
                      <a:pt x="229039" y="6120073"/>
                      <a:pt x="220371" y="6108737"/>
                    </a:cubicBezTo>
                    <a:cubicBezTo>
                      <a:pt x="200176" y="6082257"/>
                      <a:pt x="181508" y="6054824"/>
                      <a:pt x="164171" y="6026439"/>
                    </a:cubicBezTo>
                    <a:cubicBezTo>
                      <a:pt x="158647" y="6017484"/>
                      <a:pt x="158837" y="6004530"/>
                      <a:pt x="157695" y="5993290"/>
                    </a:cubicBezTo>
                    <a:lnTo>
                      <a:pt x="157695" y="5993289"/>
                    </a:lnTo>
                    <a:lnTo>
                      <a:pt x="154075" y="5935949"/>
                    </a:lnTo>
                    <a:lnTo>
                      <a:pt x="154076" y="5935945"/>
                    </a:lnTo>
                    <a:lnTo>
                      <a:pt x="171979" y="5883755"/>
                    </a:lnTo>
                    <a:lnTo>
                      <a:pt x="171981" y="5883751"/>
                    </a:lnTo>
                    <a:cubicBezTo>
                      <a:pt x="193890" y="5837457"/>
                      <a:pt x="221133" y="5794974"/>
                      <a:pt x="260376" y="5760873"/>
                    </a:cubicBezTo>
                    <a:cubicBezTo>
                      <a:pt x="265520" y="5756493"/>
                      <a:pt x="267426" y="5747728"/>
                      <a:pt x="269141" y="5740488"/>
                    </a:cubicBezTo>
                    <a:cubicBezTo>
                      <a:pt x="271999" y="5728678"/>
                      <a:pt x="274665" y="5716485"/>
                      <a:pt x="275047" y="5704483"/>
                    </a:cubicBezTo>
                    <a:cubicBezTo>
                      <a:pt x="276951" y="5646189"/>
                      <a:pt x="303622" y="5600467"/>
                      <a:pt x="346295" y="5562746"/>
                    </a:cubicBezTo>
                    <a:cubicBezTo>
                      <a:pt x="352392" y="5557317"/>
                      <a:pt x="355774" y="5552507"/>
                      <a:pt x="355869" y="5547578"/>
                    </a:cubicBezTo>
                    <a:lnTo>
                      <a:pt x="355869" y="5547577"/>
                    </a:lnTo>
                    <a:cubicBezTo>
                      <a:pt x="355964" y="5542648"/>
                      <a:pt x="352773" y="5537599"/>
                      <a:pt x="345723" y="5531692"/>
                    </a:cubicBezTo>
                    <a:lnTo>
                      <a:pt x="345722" y="5531691"/>
                    </a:lnTo>
                    <a:lnTo>
                      <a:pt x="335103" y="5507667"/>
                    </a:lnTo>
                    <a:lnTo>
                      <a:pt x="339627" y="5480637"/>
                    </a:lnTo>
                    <a:cubicBezTo>
                      <a:pt x="343437" y="5462351"/>
                      <a:pt x="347439" y="5443870"/>
                      <a:pt x="351249" y="5425582"/>
                    </a:cubicBezTo>
                    <a:cubicBezTo>
                      <a:pt x="353915" y="5412057"/>
                      <a:pt x="356201" y="5398721"/>
                      <a:pt x="359440" y="5385384"/>
                    </a:cubicBezTo>
                    <a:cubicBezTo>
                      <a:pt x="361965" y="5375002"/>
                      <a:pt x="363668" y="5364882"/>
                      <a:pt x="364317" y="5355014"/>
                    </a:cubicBezTo>
                    <a:lnTo>
                      <a:pt x="364317" y="5355013"/>
                    </a:lnTo>
                    <a:lnTo>
                      <a:pt x="362870" y="5326162"/>
                    </a:lnTo>
                    <a:lnTo>
                      <a:pt x="360397" y="5321350"/>
                    </a:lnTo>
                    <a:lnTo>
                      <a:pt x="359341" y="5312287"/>
                    </a:lnTo>
                    <a:cubicBezTo>
                      <a:pt x="354789" y="5298594"/>
                      <a:pt x="347082" y="5285440"/>
                      <a:pt x="335437" y="5272795"/>
                    </a:cubicBezTo>
                    <a:cubicBezTo>
                      <a:pt x="323531" y="5259936"/>
                      <a:pt x="315815" y="5245268"/>
                      <a:pt x="311981" y="5229432"/>
                    </a:cubicBezTo>
                    <a:lnTo>
                      <a:pt x="311814" y="5179067"/>
                    </a:lnTo>
                    <a:lnTo>
                      <a:pt x="314362" y="5172090"/>
                    </a:lnTo>
                    <a:cubicBezTo>
                      <a:pt x="315243" y="5169780"/>
                      <a:pt x="315814" y="5167637"/>
                      <a:pt x="315052" y="5166113"/>
                    </a:cubicBezTo>
                    <a:lnTo>
                      <a:pt x="315052" y="5166112"/>
                    </a:lnTo>
                    <a:lnTo>
                      <a:pt x="308337" y="5133224"/>
                    </a:lnTo>
                    <a:lnTo>
                      <a:pt x="308338" y="5133219"/>
                    </a:lnTo>
                    <a:lnTo>
                      <a:pt x="321364" y="5087449"/>
                    </a:lnTo>
                    <a:lnTo>
                      <a:pt x="327270" y="5072375"/>
                    </a:lnTo>
                    <a:cubicBezTo>
                      <a:pt x="330949" y="5062299"/>
                      <a:pt x="333866" y="5052095"/>
                      <a:pt x="334485" y="5041521"/>
                    </a:cubicBezTo>
                    <a:cubicBezTo>
                      <a:pt x="335627" y="5022852"/>
                      <a:pt x="349725" y="5003801"/>
                      <a:pt x="360964" y="4987037"/>
                    </a:cubicBezTo>
                    <a:cubicBezTo>
                      <a:pt x="366751" y="4978392"/>
                      <a:pt x="372458" y="4970096"/>
                      <a:pt x="376969" y="4961455"/>
                    </a:cubicBezTo>
                    <a:lnTo>
                      <a:pt x="378247" y="4957452"/>
                    </a:lnTo>
                    <a:lnTo>
                      <a:pt x="381039" y="4952672"/>
                    </a:lnTo>
                    <a:lnTo>
                      <a:pt x="385799" y="4933804"/>
                    </a:lnTo>
                    <a:cubicBezTo>
                      <a:pt x="386468" y="4927121"/>
                      <a:pt x="386111" y="4919978"/>
                      <a:pt x="384396" y="4912167"/>
                    </a:cubicBezTo>
                    <a:lnTo>
                      <a:pt x="382691" y="4889274"/>
                    </a:lnTo>
                    <a:lnTo>
                      <a:pt x="390221" y="4863342"/>
                    </a:lnTo>
                    <a:lnTo>
                      <a:pt x="412401" y="4828916"/>
                    </a:lnTo>
                    <a:cubicBezTo>
                      <a:pt x="420784" y="4819963"/>
                      <a:pt x="425356" y="4810580"/>
                      <a:pt x="427237" y="4800483"/>
                    </a:cubicBezTo>
                    <a:lnTo>
                      <a:pt x="427237" y="4800482"/>
                    </a:lnTo>
                    <a:cubicBezTo>
                      <a:pt x="429119" y="4790385"/>
                      <a:pt x="428309" y="4779574"/>
                      <a:pt x="425928" y="4767763"/>
                    </a:cubicBezTo>
                    <a:cubicBezTo>
                      <a:pt x="420022" y="4738234"/>
                      <a:pt x="419640" y="4707563"/>
                      <a:pt x="416021" y="4677654"/>
                    </a:cubicBezTo>
                    <a:cubicBezTo>
                      <a:pt x="415259" y="4671175"/>
                      <a:pt x="412591" y="4662985"/>
                      <a:pt x="408019" y="4659173"/>
                    </a:cubicBezTo>
                    <a:cubicBezTo>
                      <a:pt x="351249" y="4612499"/>
                      <a:pt x="350677" y="4546775"/>
                      <a:pt x="348009" y="4482003"/>
                    </a:cubicBezTo>
                    <a:lnTo>
                      <a:pt x="347247" y="4363890"/>
                    </a:lnTo>
                    <a:lnTo>
                      <a:pt x="356201" y="4324645"/>
                    </a:lnTo>
                    <a:cubicBezTo>
                      <a:pt x="368204" y="4300070"/>
                      <a:pt x="383824" y="4277401"/>
                      <a:pt x="396017" y="4253014"/>
                    </a:cubicBezTo>
                    <a:cubicBezTo>
                      <a:pt x="400781" y="4243872"/>
                      <a:pt x="400971" y="4232060"/>
                      <a:pt x="401733" y="4221391"/>
                    </a:cubicBezTo>
                    <a:close/>
                    <a:moveTo>
                      <a:pt x="332842" y="2836171"/>
                    </a:moveTo>
                    <a:lnTo>
                      <a:pt x="332842" y="2836172"/>
                    </a:lnTo>
                    <a:cubicBezTo>
                      <a:pt x="336914" y="2839982"/>
                      <a:pt x="340200" y="2844316"/>
                      <a:pt x="341533" y="2848793"/>
                    </a:cubicBezTo>
                    <a:lnTo>
                      <a:pt x="358166" y="2903544"/>
                    </a:lnTo>
                    <a:lnTo>
                      <a:pt x="366072" y="2947858"/>
                    </a:lnTo>
                    <a:lnTo>
                      <a:pt x="366072" y="2947862"/>
                    </a:lnTo>
                    <a:lnTo>
                      <a:pt x="362488" y="2982147"/>
                    </a:lnTo>
                    <a:cubicBezTo>
                      <a:pt x="354392" y="3014152"/>
                      <a:pt x="350582" y="3045776"/>
                      <a:pt x="350796" y="3077400"/>
                    </a:cubicBezTo>
                    <a:lnTo>
                      <a:pt x="350796" y="3077401"/>
                    </a:lnTo>
                    <a:cubicBezTo>
                      <a:pt x="351010" y="3109025"/>
                      <a:pt x="355249" y="3140649"/>
                      <a:pt x="363250" y="3172654"/>
                    </a:cubicBezTo>
                    <a:cubicBezTo>
                      <a:pt x="389159" y="3276480"/>
                      <a:pt x="416591" y="3380305"/>
                      <a:pt x="410877" y="3489467"/>
                    </a:cubicBezTo>
                    <a:cubicBezTo>
                      <a:pt x="409925" y="3507563"/>
                      <a:pt x="421546" y="3529090"/>
                      <a:pt x="432976" y="3544713"/>
                    </a:cubicBezTo>
                    <a:cubicBezTo>
                      <a:pt x="438406" y="3552190"/>
                      <a:pt x="442585" y="3557715"/>
                      <a:pt x="445520" y="3562320"/>
                    </a:cubicBezTo>
                    <a:lnTo>
                      <a:pt x="450598" y="3574407"/>
                    </a:lnTo>
                    <a:lnTo>
                      <a:pt x="448246" y="3587173"/>
                    </a:lnTo>
                    <a:cubicBezTo>
                      <a:pt x="446228" y="3592231"/>
                      <a:pt x="442978" y="3598434"/>
                      <a:pt x="438500" y="3606816"/>
                    </a:cubicBezTo>
                    <a:cubicBezTo>
                      <a:pt x="434118" y="3614818"/>
                      <a:pt x="431452" y="3624724"/>
                      <a:pt x="424974" y="3630631"/>
                    </a:cubicBezTo>
                    <a:cubicBezTo>
                      <a:pt x="408496" y="3645681"/>
                      <a:pt x="402257" y="3662493"/>
                      <a:pt x="400733" y="3680162"/>
                    </a:cubicBezTo>
                    <a:lnTo>
                      <a:pt x="400733" y="3680163"/>
                    </a:lnTo>
                    <a:lnTo>
                      <a:pt x="404781" y="3734837"/>
                    </a:lnTo>
                    <a:lnTo>
                      <a:pt x="404399" y="3754651"/>
                    </a:lnTo>
                    <a:cubicBezTo>
                      <a:pt x="398399" y="3767129"/>
                      <a:pt x="396447" y="3778654"/>
                      <a:pt x="398042" y="3789775"/>
                    </a:cubicBezTo>
                    <a:lnTo>
                      <a:pt x="398042" y="3789776"/>
                    </a:lnTo>
                    <a:cubicBezTo>
                      <a:pt x="399638" y="3800896"/>
                      <a:pt x="404781" y="3811613"/>
                      <a:pt x="412973" y="3822472"/>
                    </a:cubicBezTo>
                    <a:lnTo>
                      <a:pt x="427308" y="3852619"/>
                    </a:lnTo>
                    <a:lnTo>
                      <a:pt x="417926" y="3885336"/>
                    </a:lnTo>
                    <a:lnTo>
                      <a:pt x="417925" y="3885337"/>
                    </a:lnTo>
                    <a:cubicBezTo>
                      <a:pt x="398494" y="3910103"/>
                      <a:pt x="388302" y="3935726"/>
                      <a:pt x="386040" y="3962158"/>
                    </a:cubicBezTo>
                    <a:lnTo>
                      <a:pt x="386040" y="3962159"/>
                    </a:lnTo>
                    <a:lnTo>
                      <a:pt x="388431" y="4002409"/>
                    </a:lnTo>
                    <a:lnTo>
                      <a:pt x="401733" y="4043837"/>
                    </a:lnTo>
                    <a:lnTo>
                      <a:pt x="401733" y="4043839"/>
                    </a:lnTo>
                    <a:lnTo>
                      <a:pt x="416855" y="4103825"/>
                    </a:lnTo>
                    <a:lnTo>
                      <a:pt x="405544" y="4165381"/>
                    </a:lnTo>
                    <a:lnTo>
                      <a:pt x="405543" y="4165382"/>
                    </a:lnTo>
                    <a:cubicBezTo>
                      <a:pt x="402114" y="4173479"/>
                      <a:pt x="401543" y="4182766"/>
                      <a:pt x="401638" y="4192386"/>
                    </a:cubicBezTo>
                    <a:lnTo>
                      <a:pt x="401638" y="4192387"/>
                    </a:lnTo>
                    <a:lnTo>
                      <a:pt x="405543" y="4165383"/>
                    </a:lnTo>
                    <a:lnTo>
                      <a:pt x="405544" y="4165381"/>
                    </a:lnTo>
                    <a:lnTo>
                      <a:pt x="414887" y="4134255"/>
                    </a:lnTo>
                    <a:lnTo>
                      <a:pt x="416855" y="4103825"/>
                    </a:lnTo>
                    <a:lnTo>
                      <a:pt x="416855" y="4103824"/>
                    </a:lnTo>
                    <a:cubicBezTo>
                      <a:pt x="415879" y="4083701"/>
                      <a:pt x="410497" y="4063841"/>
                      <a:pt x="401733" y="4043838"/>
                    </a:cubicBezTo>
                    <a:lnTo>
                      <a:pt x="401733" y="4043837"/>
                    </a:lnTo>
                    <a:lnTo>
                      <a:pt x="386040" y="3962159"/>
                    </a:lnTo>
                    <a:lnTo>
                      <a:pt x="395544" y="3923124"/>
                    </a:lnTo>
                    <a:cubicBezTo>
                      <a:pt x="400804" y="3910318"/>
                      <a:pt x="408210" y="3897721"/>
                      <a:pt x="417925" y="3885338"/>
                    </a:cubicBezTo>
                    <a:lnTo>
                      <a:pt x="417926" y="3885336"/>
                    </a:lnTo>
                    <a:lnTo>
                      <a:pt x="426528" y="3868763"/>
                    </a:lnTo>
                    <a:lnTo>
                      <a:pt x="427308" y="3852619"/>
                    </a:lnTo>
                    <a:lnTo>
                      <a:pt x="427308" y="3852618"/>
                    </a:lnTo>
                    <a:cubicBezTo>
                      <a:pt x="425642" y="3842045"/>
                      <a:pt x="420022" y="3831901"/>
                      <a:pt x="412973" y="3822471"/>
                    </a:cubicBezTo>
                    <a:lnTo>
                      <a:pt x="398042" y="3789775"/>
                    </a:lnTo>
                    <a:lnTo>
                      <a:pt x="404399" y="3754652"/>
                    </a:lnTo>
                    <a:cubicBezTo>
                      <a:pt x="407067" y="3749125"/>
                      <a:pt x="405733" y="3741315"/>
                      <a:pt x="404781" y="3734837"/>
                    </a:cubicBezTo>
                    <a:lnTo>
                      <a:pt x="404781" y="3734836"/>
                    </a:lnTo>
                    <a:lnTo>
                      <a:pt x="400733" y="3680163"/>
                    </a:lnTo>
                    <a:lnTo>
                      <a:pt x="407246" y="3654415"/>
                    </a:lnTo>
                    <a:cubicBezTo>
                      <a:pt x="411056" y="3646122"/>
                      <a:pt x="416735" y="3638157"/>
                      <a:pt x="424974" y="3630632"/>
                    </a:cubicBezTo>
                    <a:cubicBezTo>
                      <a:pt x="431452" y="3624725"/>
                      <a:pt x="434118" y="3614819"/>
                      <a:pt x="438500" y="3606817"/>
                    </a:cubicBezTo>
                    <a:cubicBezTo>
                      <a:pt x="447455" y="3590053"/>
                      <a:pt x="451503" y="3582004"/>
                      <a:pt x="450598" y="3574408"/>
                    </a:cubicBezTo>
                    <a:lnTo>
                      <a:pt x="450598" y="3574407"/>
                    </a:lnTo>
                    <a:cubicBezTo>
                      <a:pt x="449693" y="3566810"/>
                      <a:pt x="443835" y="3559667"/>
                      <a:pt x="432976" y="3544712"/>
                    </a:cubicBezTo>
                    <a:cubicBezTo>
                      <a:pt x="421546" y="3529089"/>
                      <a:pt x="409925" y="3507562"/>
                      <a:pt x="410877" y="3489466"/>
                    </a:cubicBezTo>
                    <a:cubicBezTo>
                      <a:pt x="416591" y="3380304"/>
                      <a:pt x="389159" y="3276479"/>
                      <a:pt x="363250" y="3172653"/>
                    </a:cubicBezTo>
                    <a:lnTo>
                      <a:pt x="350796" y="3077401"/>
                    </a:lnTo>
                    <a:lnTo>
                      <a:pt x="362488" y="2982148"/>
                    </a:lnTo>
                    <a:cubicBezTo>
                      <a:pt x="365441" y="2970575"/>
                      <a:pt x="366442" y="2959156"/>
                      <a:pt x="366072" y="2947862"/>
                    </a:cubicBezTo>
                    <a:lnTo>
                      <a:pt x="366072" y="2947861"/>
                    </a:lnTo>
                    <a:lnTo>
                      <a:pt x="366072" y="2947858"/>
                    </a:lnTo>
                    <a:lnTo>
                      <a:pt x="361441" y="2914327"/>
                    </a:lnTo>
                    <a:lnTo>
                      <a:pt x="358166" y="2903544"/>
                    </a:lnTo>
                    <a:lnTo>
                      <a:pt x="357138" y="2897784"/>
                    </a:lnTo>
                    <a:cubicBezTo>
                      <a:pt x="352392" y="2881306"/>
                      <a:pt x="346534" y="2865009"/>
                      <a:pt x="341533" y="2848792"/>
                    </a:cubicBezTo>
                    <a:close/>
                    <a:moveTo>
                      <a:pt x="296001" y="2745351"/>
                    </a:moveTo>
                    <a:lnTo>
                      <a:pt x="289670" y="2770757"/>
                    </a:lnTo>
                    <a:lnTo>
                      <a:pt x="290080" y="2778005"/>
                    </a:lnTo>
                    <a:lnTo>
                      <a:pt x="289301" y="2782304"/>
                    </a:lnTo>
                    <a:lnTo>
                      <a:pt x="290501" y="2785439"/>
                    </a:lnTo>
                    <a:lnTo>
                      <a:pt x="290929" y="2793022"/>
                    </a:lnTo>
                    <a:lnTo>
                      <a:pt x="300579" y="2811779"/>
                    </a:lnTo>
                    <a:lnTo>
                      <a:pt x="300582" y="2811786"/>
                    </a:lnTo>
                    <a:lnTo>
                      <a:pt x="300583" y="2811786"/>
                    </a:lnTo>
                    <a:lnTo>
                      <a:pt x="300579" y="2811779"/>
                    </a:lnTo>
                    <a:lnTo>
                      <a:pt x="290501" y="2785439"/>
                    </a:lnTo>
                    <a:lnTo>
                      <a:pt x="290080" y="2778005"/>
                    </a:lnTo>
                    <a:close/>
                    <a:moveTo>
                      <a:pt x="817328" y="1508457"/>
                    </a:moveTo>
                    <a:lnTo>
                      <a:pt x="845421" y="1596212"/>
                    </a:lnTo>
                    <a:cubicBezTo>
                      <a:pt x="847898" y="1604977"/>
                      <a:pt x="846373" y="1615835"/>
                      <a:pt x="843517" y="1624979"/>
                    </a:cubicBezTo>
                    <a:cubicBezTo>
                      <a:pt x="833801" y="1656222"/>
                      <a:pt x="809415" y="1676035"/>
                      <a:pt x="786935" y="1697752"/>
                    </a:cubicBezTo>
                    <a:cubicBezTo>
                      <a:pt x="777029" y="1707278"/>
                      <a:pt x="769981" y="1720422"/>
                      <a:pt x="764267" y="1733187"/>
                    </a:cubicBezTo>
                    <a:cubicBezTo>
                      <a:pt x="749595" y="1766334"/>
                      <a:pt x="736452" y="1800245"/>
                      <a:pt x="722546" y="1833774"/>
                    </a:cubicBezTo>
                    <a:cubicBezTo>
                      <a:pt x="721212" y="1837012"/>
                      <a:pt x="717783" y="1839678"/>
                      <a:pt x="714925" y="1842157"/>
                    </a:cubicBezTo>
                    <a:cubicBezTo>
                      <a:pt x="684824" y="1866921"/>
                      <a:pt x="654535" y="1891496"/>
                      <a:pt x="624434" y="1916453"/>
                    </a:cubicBezTo>
                    <a:cubicBezTo>
                      <a:pt x="618720" y="1921215"/>
                      <a:pt x="614528" y="1928075"/>
                      <a:pt x="609004" y="1933218"/>
                    </a:cubicBezTo>
                    <a:cubicBezTo>
                      <a:pt x="601384" y="1940458"/>
                      <a:pt x="594143" y="1949602"/>
                      <a:pt x="584999" y="1953412"/>
                    </a:cubicBezTo>
                    <a:cubicBezTo>
                      <a:pt x="556234" y="1965223"/>
                      <a:pt x="543850" y="1987893"/>
                      <a:pt x="538516" y="2016468"/>
                    </a:cubicBezTo>
                    <a:cubicBezTo>
                      <a:pt x="533563" y="2042569"/>
                      <a:pt x="529371" y="2068668"/>
                      <a:pt x="523657" y="2094577"/>
                    </a:cubicBezTo>
                    <a:cubicBezTo>
                      <a:pt x="516799" y="2126200"/>
                      <a:pt x="509369" y="2157635"/>
                      <a:pt x="500986" y="2188878"/>
                    </a:cubicBezTo>
                    <a:cubicBezTo>
                      <a:pt x="497366" y="2202403"/>
                      <a:pt x="493176" y="2216691"/>
                      <a:pt x="485746" y="2228313"/>
                    </a:cubicBezTo>
                    <a:cubicBezTo>
                      <a:pt x="465171" y="2260889"/>
                      <a:pt x="451265" y="2295752"/>
                      <a:pt x="456789" y="2334043"/>
                    </a:cubicBezTo>
                    <a:cubicBezTo>
                      <a:pt x="461171" y="2364714"/>
                      <a:pt x="449931" y="2390433"/>
                      <a:pt x="432404" y="2409484"/>
                    </a:cubicBezTo>
                    <a:cubicBezTo>
                      <a:pt x="424451" y="2418153"/>
                      <a:pt x="418938" y="2426976"/>
                      <a:pt x="415303" y="2435912"/>
                    </a:cubicBezTo>
                    <a:lnTo>
                      <a:pt x="415303" y="2435912"/>
                    </a:lnTo>
                    <a:lnTo>
                      <a:pt x="415303" y="2435912"/>
                    </a:lnTo>
                    <a:lnTo>
                      <a:pt x="414227" y="2440915"/>
                    </a:lnTo>
                    <a:lnTo>
                      <a:pt x="409472" y="2463016"/>
                    </a:lnTo>
                    <a:lnTo>
                      <a:pt x="409472" y="2463017"/>
                    </a:lnTo>
                    <a:lnTo>
                      <a:pt x="411535" y="2490550"/>
                    </a:lnTo>
                    <a:lnTo>
                      <a:pt x="418115" y="2518261"/>
                    </a:lnTo>
                    <a:lnTo>
                      <a:pt x="418115" y="2518264"/>
                    </a:lnTo>
                    <a:lnTo>
                      <a:pt x="421759" y="2545006"/>
                    </a:lnTo>
                    <a:lnTo>
                      <a:pt x="417545" y="2571033"/>
                    </a:lnTo>
                    <a:cubicBezTo>
                      <a:pt x="405543" y="2612944"/>
                      <a:pt x="372966" y="2640949"/>
                      <a:pt x="344391" y="2668000"/>
                    </a:cubicBezTo>
                    <a:cubicBezTo>
                      <a:pt x="320006" y="2691053"/>
                      <a:pt x="306290" y="2716962"/>
                      <a:pt x="296001" y="2745347"/>
                    </a:cubicBezTo>
                    <a:lnTo>
                      <a:pt x="296001" y="2745348"/>
                    </a:lnTo>
                    <a:cubicBezTo>
                      <a:pt x="306290" y="2716963"/>
                      <a:pt x="320006" y="2691054"/>
                      <a:pt x="344391" y="2668001"/>
                    </a:cubicBezTo>
                    <a:cubicBezTo>
                      <a:pt x="372966" y="2640950"/>
                      <a:pt x="405543" y="2612945"/>
                      <a:pt x="417545" y="2571034"/>
                    </a:cubicBezTo>
                    <a:cubicBezTo>
                      <a:pt x="420117" y="2561985"/>
                      <a:pt x="421593" y="2553555"/>
                      <a:pt x="421760" y="2545006"/>
                    </a:cubicBezTo>
                    <a:lnTo>
                      <a:pt x="421759" y="2545006"/>
                    </a:lnTo>
                    <a:lnTo>
                      <a:pt x="421760" y="2545005"/>
                    </a:lnTo>
                    <a:cubicBezTo>
                      <a:pt x="421926" y="2536456"/>
                      <a:pt x="420783" y="2527789"/>
                      <a:pt x="418115" y="2518263"/>
                    </a:cubicBezTo>
                    <a:lnTo>
                      <a:pt x="418115" y="2518261"/>
                    </a:lnTo>
                    <a:lnTo>
                      <a:pt x="409472" y="2463017"/>
                    </a:lnTo>
                    <a:lnTo>
                      <a:pt x="414227" y="2440915"/>
                    </a:lnTo>
                    <a:lnTo>
                      <a:pt x="415303" y="2435912"/>
                    </a:lnTo>
                    <a:lnTo>
                      <a:pt x="432404" y="2409485"/>
                    </a:lnTo>
                    <a:cubicBezTo>
                      <a:pt x="449931" y="2390434"/>
                      <a:pt x="461171" y="2364715"/>
                      <a:pt x="456789" y="2334044"/>
                    </a:cubicBezTo>
                    <a:cubicBezTo>
                      <a:pt x="451265" y="2295753"/>
                      <a:pt x="465171" y="2260890"/>
                      <a:pt x="485746" y="2228314"/>
                    </a:cubicBezTo>
                    <a:cubicBezTo>
                      <a:pt x="493176" y="2216692"/>
                      <a:pt x="497366" y="2202404"/>
                      <a:pt x="500986" y="2188879"/>
                    </a:cubicBezTo>
                    <a:cubicBezTo>
                      <a:pt x="509369" y="2157636"/>
                      <a:pt x="516799" y="2126201"/>
                      <a:pt x="523657" y="2094578"/>
                    </a:cubicBezTo>
                    <a:cubicBezTo>
                      <a:pt x="529371" y="2068669"/>
                      <a:pt x="533563" y="2042570"/>
                      <a:pt x="538516" y="2016469"/>
                    </a:cubicBezTo>
                    <a:cubicBezTo>
                      <a:pt x="543850" y="1987894"/>
                      <a:pt x="556234" y="1965224"/>
                      <a:pt x="584999" y="1953413"/>
                    </a:cubicBezTo>
                    <a:cubicBezTo>
                      <a:pt x="594143" y="1949603"/>
                      <a:pt x="601384" y="1940459"/>
                      <a:pt x="609004" y="1933219"/>
                    </a:cubicBezTo>
                    <a:cubicBezTo>
                      <a:pt x="614528" y="1928076"/>
                      <a:pt x="618720" y="1921216"/>
                      <a:pt x="624434" y="1916454"/>
                    </a:cubicBezTo>
                    <a:cubicBezTo>
                      <a:pt x="654535" y="1891497"/>
                      <a:pt x="684824" y="1866922"/>
                      <a:pt x="714925" y="1842158"/>
                    </a:cubicBezTo>
                    <a:cubicBezTo>
                      <a:pt x="717783" y="1839679"/>
                      <a:pt x="721212" y="1837013"/>
                      <a:pt x="722546" y="1833775"/>
                    </a:cubicBezTo>
                    <a:cubicBezTo>
                      <a:pt x="736452" y="1800246"/>
                      <a:pt x="749596" y="1766335"/>
                      <a:pt x="764267" y="1733188"/>
                    </a:cubicBezTo>
                    <a:cubicBezTo>
                      <a:pt x="769981" y="1720423"/>
                      <a:pt x="777029" y="1707279"/>
                      <a:pt x="786936" y="1697753"/>
                    </a:cubicBezTo>
                    <a:cubicBezTo>
                      <a:pt x="809416" y="1676036"/>
                      <a:pt x="833801" y="1656223"/>
                      <a:pt x="843517" y="1624980"/>
                    </a:cubicBezTo>
                    <a:cubicBezTo>
                      <a:pt x="846374" y="1615836"/>
                      <a:pt x="847899" y="1604978"/>
                      <a:pt x="845422" y="1596213"/>
                    </a:cubicBezTo>
                    <a:close/>
                    <a:moveTo>
                      <a:pt x="798723" y="1459072"/>
                    </a:moveTo>
                    <a:lnTo>
                      <a:pt x="807941" y="1481571"/>
                    </a:lnTo>
                    <a:lnTo>
                      <a:pt x="798724" y="1459073"/>
                    </a:lnTo>
                    <a:close/>
                    <a:moveTo>
                      <a:pt x="779530" y="1268757"/>
                    </a:moveTo>
                    <a:lnTo>
                      <a:pt x="774363" y="1286068"/>
                    </a:lnTo>
                    <a:cubicBezTo>
                      <a:pt x="759789" y="1306929"/>
                      <a:pt x="753550" y="1328551"/>
                      <a:pt x="752025" y="1350626"/>
                    </a:cubicBezTo>
                    <a:lnTo>
                      <a:pt x="757620" y="1413839"/>
                    </a:lnTo>
                    <a:lnTo>
                      <a:pt x="752026" y="1350627"/>
                    </a:lnTo>
                    <a:cubicBezTo>
                      <a:pt x="753550" y="1328552"/>
                      <a:pt x="759790" y="1306929"/>
                      <a:pt x="774363" y="1286069"/>
                    </a:cubicBezTo>
                    <a:cubicBezTo>
                      <a:pt x="777506" y="1281688"/>
                      <a:pt x="779078" y="1275401"/>
                      <a:pt x="779530" y="1268757"/>
                    </a:cubicBezTo>
                    <a:close/>
                    <a:moveTo>
                      <a:pt x="837801" y="773034"/>
                    </a:moveTo>
                    <a:lnTo>
                      <a:pt x="829801" y="854378"/>
                    </a:lnTo>
                    <a:cubicBezTo>
                      <a:pt x="827515" y="878955"/>
                      <a:pt x="826753" y="903721"/>
                      <a:pt x="798747" y="915342"/>
                    </a:cubicBezTo>
                    <a:cubicBezTo>
                      <a:pt x="794365" y="917058"/>
                      <a:pt x="791127" y="922772"/>
                      <a:pt x="788269" y="927154"/>
                    </a:cubicBezTo>
                    <a:cubicBezTo>
                      <a:pt x="744261" y="994784"/>
                      <a:pt x="745405" y="1030979"/>
                      <a:pt x="791889" y="1097086"/>
                    </a:cubicBezTo>
                    <a:cubicBezTo>
                      <a:pt x="796651" y="1103944"/>
                      <a:pt x="800081" y="1118612"/>
                      <a:pt x="796271" y="1123184"/>
                    </a:cubicBezTo>
                    <a:cubicBezTo>
                      <a:pt x="780459" y="1142616"/>
                      <a:pt x="773411" y="1162953"/>
                      <a:pt x="771553" y="1184028"/>
                    </a:cubicBezTo>
                    <a:cubicBezTo>
                      <a:pt x="773411" y="1162953"/>
                      <a:pt x="780460" y="1142617"/>
                      <a:pt x="796272" y="1123185"/>
                    </a:cubicBezTo>
                    <a:cubicBezTo>
                      <a:pt x="800082" y="1118613"/>
                      <a:pt x="796652" y="1103945"/>
                      <a:pt x="791890" y="1097087"/>
                    </a:cubicBezTo>
                    <a:cubicBezTo>
                      <a:pt x="745406" y="1030980"/>
                      <a:pt x="744262" y="994785"/>
                      <a:pt x="788270" y="927155"/>
                    </a:cubicBezTo>
                    <a:cubicBezTo>
                      <a:pt x="791128" y="922773"/>
                      <a:pt x="794366" y="917059"/>
                      <a:pt x="798748" y="915343"/>
                    </a:cubicBezTo>
                    <a:cubicBezTo>
                      <a:pt x="826753" y="903722"/>
                      <a:pt x="827515" y="878956"/>
                      <a:pt x="829801" y="854379"/>
                    </a:cubicBezTo>
                    <a:cubicBezTo>
                      <a:pt x="832277" y="827329"/>
                      <a:pt x="835515" y="800276"/>
                      <a:pt x="837801" y="773035"/>
                    </a:cubicBezTo>
                    <a:close/>
                    <a:moveTo>
                      <a:pt x="782400" y="517850"/>
                    </a:moveTo>
                    <a:lnTo>
                      <a:pt x="791317" y="556046"/>
                    </a:lnTo>
                    <a:cubicBezTo>
                      <a:pt x="793413" y="564047"/>
                      <a:pt x="798937" y="572621"/>
                      <a:pt x="797795" y="580049"/>
                    </a:cubicBezTo>
                    <a:cubicBezTo>
                      <a:pt x="794461" y="601577"/>
                      <a:pt x="796890" y="622200"/>
                      <a:pt x="801176" y="642536"/>
                    </a:cubicBezTo>
                    <a:lnTo>
                      <a:pt x="813700" y="694927"/>
                    </a:lnTo>
                    <a:lnTo>
                      <a:pt x="801177" y="642537"/>
                    </a:lnTo>
                    <a:cubicBezTo>
                      <a:pt x="796891" y="622200"/>
                      <a:pt x="794462" y="601578"/>
                      <a:pt x="797796" y="580050"/>
                    </a:cubicBezTo>
                    <a:cubicBezTo>
                      <a:pt x="798938" y="572622"/>
                      <a:pt x="793414" y="564048"/>
                      <a:pt x="791318" y="556047"/>
                    </a:cubicBezTo>
                    <a:close/>
                    <a:moveTo>
                      <a:pt x="783887" y="313532"/>
                    </a:moveTo>
                    <a:lnTo>
                      <a:pt x="786245" y="324057"/>
                    </a:lnTo>
                    <a:cubicBezTo>
                      <a:pt x="786031" y="328963"/>
                      <a:pt x="785126" y="334583"/>
                      <a:pt x="784459" y="338869"/>
                    </a:cubicBezTo>
                    <a:lnTo>
                      <a:pt x="784454" y="338897"/>
                    </a:lnTo>
                    <a:lnTo>
                      <a:pt x="778363" y="367327"/>
                    </a:lnTo>
                    <a:lnTo>
                      <a:pt x="774553" y="395639"/>
                    </a:lnTo>
                    <a:lnTo>
                      <a:pt x="784454" y="338897"/>
                    </a:lnTo>
                    <a:lnTo>
                      <a:pt x="784460" y="338870"/>
                    </a:lnTo>
                    <a:cubicBezTo>
                      <a:pt x="785794" y="330298"/>
                      <a:pt x="788080" y="316389"/>
                      <a:pt x="783888" y="313533"/>
                    </a:cubicBezTo>
                    <a:close/>
                    <a:moveTo>
                      <a:pt x="761560" y="281567"/>
                    </a:moveTo>
                    <a:lnTo>
                      <a:pt x="766454" y="295414"/>
                    </a:lnTo>
                    <a:lnTo>
                      <a:pt x="766455" y="295414"/>
                    </a:lnTo>
                    <a:close/>
                    <a:moveTo>
                      <a:pt x="774880" y="24485"/>
                    </a:moveTo>
                    <a:lnTo>
                      <a:pt x="777142" y="74128"/>
                    </a:lnTo>
                    <a:cubicBezTo>
                      <a:pt x="775758" y="100173"/>
                      <a:pt x="771253" y="125875"/>
                      <a:pt x="767023" y="151568"/>
                    </a:cubicBezTo>
                    <a:lnTo>
                      <a:pt x="766824" y="153387"/>
                    </a:lnTo>
                    <a:lnTo>
                      <a:pt x="763010" y="177270"/>
                    </a:lnTo>
                    <a:lnTo>
                      <a:pt x="758551" y="228943"/>
                    </a:lnTo>
                    <a:lnTo>
                      <a:pt x="766824" y="153387"/>
                    </a:lnTo>
                    <a:lnTo>
                      <a:pt x="771220" y="125860"/>
                    </a:lnTo>
                    <a:cubicBezTo>
                      <a:pt x="773910" y="108702"/>
                      <a:pt x="776220" y="91491"/>
                      <a:pt x="777143" y="74128"/>
                    </a:cubicBezTo>
                    <a:close/>
                    <a:moveTo>
                      <a:pt x="313354" y="0"/>
                    </a:moveTo>
                    <a:lnTo>
                      <a:pt x="777461" y="0"/>
                    </a:lnTo>
                    <a:lnTo>
                      <a:pt x="774743" y="21485"/>
                    </a:lnTo>
                    <a:lnTo>
                      <a:pt x="777461" y="0"/>
                    </a:lnTo>
                    <a:lnTo>
                      <a:pt x="4543952" y="1"/>
                    </a:lnTo>
                    <a:lnTo>
                      <a:pt x="4543952" y="6858000"/>
                    </a:lnTo>
                    <a:lnTo>
                      <a:pt x="284400" y="6858000"/>
                    </a:lnTo>
                    <a:lnTo>
                      <a:pt x="112147" y="6858000"/>
                    </a:lnTo>
                    <a:lnTo>
                      <a:pt x="102447" y="6815515"/>
                    </a:lnTo>
                    <a:cubicBezTo>
                      <a:pt x="96923" y="6793034"/>
                      <a:pt x="87016" y="6771318"/>
                      <a:pt x="83396" y="6748457"/>
                    </a:cubicBezTo>
                    <a:cubicBezTo>
                      <a:pt x="74824" y="6694163"/>
                      <a:pt x="68728" y="6639487"/>
                      <a:pt x="61870" y="6584811"/>
                    </a:cubicBezTo>
                    <a:cubicBezTo>
                      <a:pt x="54821" y="6528423"/>
                      <a:pt x="47391" y="6472224"/>
                      <a:pt x="41105" y="6415832"/>
                    </a:cubicBezTo>
                    <a:cubicBezTo>
                      <a:pt x="37865" y="6384971"/>
                      <a:pt x="37295" y="6353918"/>
                      <a:pt x="34247" y="6323057"/>
                    </a:cubicBezTo>
                    <a:cubicBezTo>
                      <a:pt x="31579" y="6296004"/>
                      <a:pt x="26626" y="6269143"/>
                      <a:pt x="23386" y="6242092"/>
                    </a:cubicBezTo>
                    <a:cubicBezTo>
                      <a:pt x="20720" y="6218659"/>
                      <a:pt x="19196" y="6195036"/>
                      <a:pt x="16528" y="6171604"/>
                    </a:cubicBezTo>
                    <a:cubicBezTo>
                      <a:pt x="12148" y="6134074"/>
                      <a:pt x="7194" y="6096735"/>
                      <a:pt x="2622" y="6059396"/>
                    </a:cubicBezTo>
                    <a:lnTo>
                      <a:pt x="0" y="6041768"/>
                    </a:lnTo>
                    <a:lnTo>
                      <a:pt x="0" y="6000936"/>
                    </a:lnTo>
                    <a:lnTo>
                      <a:pt x="3670" y="5957594"/>
                    </a:lnTo>
                    <a:lnTo>
                      <a:pt x="0" y="5912510"/>
                    </a:lnTo>
                    <a:lnTo>
                      <a:pt x="0" y="5886400"/>
                    </a:lnTo>
                    <a:lnTo>
                      <a:pt x="1098" y="5864317"/>
                    </a:lnTo>
                    <a:cubicBezTo>
                      <a:pt x="7576" y="5839360"/>
                      <a:pt x="16720" y="5815168"/>
                      <a:pt x="24720" y="5790591"/>
                    </a:cubicBezTo>
                    <a:cubicBezTo>
                      <a:pt x="25672" y="5787923"/>
                      <a:pt x="25864" y="5784685"/>
                      <a:pt x="26434" y="5781829"/>
                    </a:cubicBezTo>
                    <a:cubicBezTo>
                      <a:pt x="29675" y="5765634"/>
                      <a:pt x="32913" y="5749633"/>
                      <a:pt x="35771" y="5733439"/>
                    </a:cubicBezTo>
                    <a:cubicBezTo>
                      <a:pt x="37295" y="5724677"/>
                      <a:pt x="37485" y="5715722"/>
                      <a:pt x="38819" y="5706958"/>
                    </a:cubicBezTo>
                    <a:cubicBezTo>
                      <a:pt x="44153" y="5673049"/>
                      <a:pt x="35199" y="5635710"/>
                      <a:pt x="58250" y="5606371"/>
                    </a:cubicBezTo>
                    <a:cubicBezTo>
                      <a:pt x="73110" y="5587320"/>
                      <a:pt x="69680" y="5568841"/>
                      <a:pt x="67394" y="5548459"/>
                    </a:cubicBezTo>
                    <a:cubicBezTo>
                      <a:pt x="65680" y="5533026"/>
                      <a:pt x="66252" y="5517214"/>
                      <a:pt x="66060" y="5501593"/>
                    </a:cubicBezTo>
                    <a:cubicBezTo>
                      <a:pt x="65490" y="5474160"/>
                      <a:pt x="65298" y="5446727"/>
                      <a:pt x="64346" y="5419294"/>
                    </a:cubicBezTo>
                    <a:cubicBezTo>
                      <a:pt x="63966" y="5410530"/>
                      <a:pt x="59202" y="5401578"/>
                      <a:pt x="59964" y="5393004"/>
                    </a:cubicBezTo>
                    <a:cubicBezTo>
                      <a:pt x="63584" y="5353378"/>
                      <a:pt x="69300" y="5313753"/>
                      <a:pt x="72538" y="5274128"/>
                    </a:cubicBezTo>
                    <a:cubicBezTo>
                      <a:pt x="74442" y="5251649"/>
                      <a:pt x="70824" y="5228596"/>
                      <a:pt x="73490" y="5206307"/>
                    </a:cubicBezTo>
                    <a:cubicBezTo>
                      <a:pt x="76538" y="5180590"/>
                      <a:pt x="84348" y="5155444"/>
                      <a:pt x="89113" y="5129915"/>
                    </a:cubicBezTo>
                    <a:cubicBezTo>
                      <a:pt x="90445" y="5122866"/>
                      <a:pt x="88731" y="5115056"/>
                      <a:pt x="88351" y="5107626"/>
                    </a:cubicBezTo>
                    <a:cubicBezTo>
                      <a:pt x="87968" y="5099244"/>
                      <a:pt x="87206" y="5091051"/>
                      <a:pt x="87016" y="5082669"/>
                    </a:cubicBezTo>
                    <a:cubicBezTo>
                      <a:pt x="86634" y="5057140"/>
                      <a:pt x="87206" y="5031613"/>
                      <a:pt x="85872" y="5006085"/>
                    </a:cubicBezTo>
                    <a:cubicBezTo>
                      <a:pt x="85110" y="4990464"/>
                      <a:pt x="77300" y="4974081"/>
                      <a:pt x="80158" y="4959601"/>
                    </a:cubicBezTo>
                    <a:cubicBezTo>
                      <a:pt x="85682" y="4930074"/>
                      <a:pt x="73300" y="4900545"/>
                      <a:pt x="83586" y="4871018"/>
                    </a:cubicBezTo>
                    <a:cubicBezTo>
                      <a:pt x="86634" y="4861872"/>
                      <a:pt x="79014" y="4849299"/>
                      <a:pt x="78634" y="4838249"/>
                    </a:cubicBezTo>
                    <a:cubicBezTo>
                      <a:pt x="77682" y="4810626"/>
                      <a:pt x="77872" y="4783003"/>
                      <a:pt x="78062" y="4755380"/>
                    </a:cubicBezTo>
                    <a:cubicBezTo>
                      <a:pt x="78252" y="4730613"/>
                      <a:pt x="75586" y="4704894"/>
                      <a:pt x="80920" y="4681082"/>
                    </a:cubicBezTo>
                    <a:cubicBezTo>
                      <a:pt x="86634" y="4656125"/>
                      <a:pt x="85872" y="4633646"/>
                      <a:pt x="79396" y="4609451"/>
                    </a:cubicBezTo>
                    <a:cubicBezTo>
                      <a:pt x="75014" y="4592877"/>
                      <a:pt x="74442" y="4575350"/>
                      <a:pt x="73110" y="4558206"/>
                    </a:cubicBezTo>
                    <a:cubicBezTo>
                      <a:pt x="71586" y="4539727"/>
                      <a:pt x="75586" y="4519342"/>
                      <a:pt x="69300" y="4502578"/>
                    </a:cubicBezTo>
                    <a:cubicBezTo>
                      <a:pt x="50629" y="4452664"/>
                      <a:pt x="46629" y="4401418"/>
                      <a:pt x="46629" y="4349221"/>
                    </a:cubicBezTo>
                    <a:cubicBezTo>
                      <a:pt x="46629" y="4339694"/>
                      <a:pt x="49295" y="4329978"/>
                      <a:pt x="52153" y="4320836"/>
                    </a:cubicBezTo>
                    <a:cubicBezTo>
                      <a:pt x="69300" y="4267492"/>
                      <a:pt x="67776" y="4213960"/>
                      <a:pt x="57297" y="4159666"/>
                    </a:cubicBezTo>
                    <a:cubicBezTo>
                      <a:pt x="55011" y="4148426"/>
                      <a:pt x="54629" y="4135853"/>
                      <a:pt x="56915" y="4124613"/>
                    </a:cubicBezTo>
                    <a:cubicBezTo>
                      <a:pt x="63584" y="4092988"/>
                      <a:pt x="74634" y="4062317"/>
                      <a:pt x="79396" y="4030502"/>
                    </a:cubicBezTo>
                    <a:cubicBezTo>
                      <a:pt x="87206" y="3977924"/>
                      <a:pt x="60918" y="3932393"/>
                      <a:pt x="43771" y="3885337"/>
                    </a:cubicBezTo>
                    <a:cubicBezTo>
                      <a:pt x="31627" y="3851760"/>
                      <a:pt x="8016" y="3821934"/>
                      <a:pt x="426" y="3786776"/>
                    </a:cubicBezTo>
                    <a:lnTo>
                      <a:pt x="0" y="3773896"/>
                    </a:lnTo>
                    <a:lnTo>
                      <a:pt x="0" y="3393881"/>
                    </a:lnTo>
                    <a:lnTo>
                      <a:pt x="11838" y="3359515"/>
                    </a:lnTo>
                    <a:cubicBezTo>
                      <a:pt x="14434" y="3346204"/>
                      <a:pt x="14910" y="3332773"/>
                      <a:pt x="12910" y="3318770"/>
                    </a:cubicBezTo>
                    <a:cubicBezTo>
                      <a:pt x="12243" y="3314103"/>
                      <a:pt x="9909" y="3308769"/>
                      <a:pt x="6718" y="3304078"/>
                    </a:cubicBezTo>
                    <a:lnTo>
                      <a:pt x="0" y="3297656"/>
                    </a:lnTo>
                    <a:lnTo>
                      <a:pt x="0" y="3207866"/>
                    </a:lnTo>
                    <a:lnTo>
                      <a:pt x="15553" y="3186770"/>
                    </a:lnTo>
                    <a:cubicBezTo>
                      <a:pt x="28483" y="3162328"/>
                      <a:pt x="30484" y="3134646"/>
                      <a:pt x="36341" y="3107499"/>
                    </a:cubicBezTo>
                    <a:cubicBezTo>
                      <a:pt x="41105" y="3085402"/>
                      <a:pt x="41295" y="3064826"/>
                      <a:pt x="38057" y="3042727"/>
                    </a:cubicBezTo>
                    <a:cubicBezTo>
                      <a:pt x="30817" y="2994721"/>
                      <a:pt x="41105" y="2948046"/>
                      <a:pt x="54249" y="2901942"/>
                    </a:cubicBezTo>
                    <a:cubicBezTo>
                      <a:pt x="63012" y="2871461"/>
                      <a:pt x="68346" y="2840218"/>
                      <a:pt x="77300" y="2809929"/>
                    </a:cubicBezTo>
                    <a:cubicBezTo>
                      <a:pt x="84158" y="2787258"/>
                      <a:pt x="92351" y="2764589"/>
                      <a:pt x="103399" y="2743825"/>
                    </a:cubicBezTo>
                    <a:cubicBezTo>
                      <a:pt x="119594" y="2713722"/>
                      <a:pt x="143978" y="2687435"/>
                      <a:pt x="137500" y="2649142"/>
                    </a:cubicBezTo>
                    <a:cubicBezTo>
                      <a:pt x="131786" y="2615420"/>
                      <a:pt x="143786" y="2584941"/>
                      <a:pt x="155217" y="2554078"/>
                    </a:cubicBezTo>
                    <a:cubicBezTo>
                      <a:pt x="163599" y="2531408"/>
                      <a:pt x="172173" y="2508741"/>
                      <a:pt x="177507" y="2485306"/>
                    </a:cubicBezTo>
                    <a:cubicBezTo>
                      <a:pt x="183794" y="2457491"/>
                      <a:pt x="181126" y="2426058"/>
                      <a:pt x="192748" y="2401291"/>
                    </a:cubicBezTo>
                    <a:cubicBezTo>
                      <a:pt x="204940" y="2375382"/>
                      <a:pt x="196748" y="2353858"/>
                      <a:pt x="193318" y="2330805"/>
                    </a:cubicBezTo>
                    <a:cubicBezTo>
                      <a:pt x="187984" y="2294038"/>
                      <a:pt x="178077" y="2257458"/>
                      <a:pt x="190652" y="2220311"/>
                    </a:cubicBezTo>
                    <a:cubicBezTo>
                      <a:pt x="205892" y="2175162"/>
                      <a:pt x="222275" y="2130392"/>
                      <a:pt x="236753" y="2085053"/>
                    </a:cubicBezTo>
                    <a:cubicBezTo>
                      <a:pt x="242280" y="2067524"/>
                      <a:pt x="244566" y="2048667"/>
                      <a:pt x="247042" y="2030377"/>
                    </a:cubicBezTo>
                    <a:cubicBezTo>
                      <a:pt x="249138" y="2013042"/>
                      <a:pt x="243804" y="1992278"/>
                      <a:pt x="251804" y="1978939"/>
                    </a:cubicBezTo>
                    <a:cubicBezTo>
                      <a:pt x="272379" y="1944648"/>
                      <a:pt x="282475" y="1909407"/>
                      <a:pt x="282475" y="1869779"/>
                    </a:cubicBezTo>
                    <a:cubicBezTo>
                      <a:pt x="282475" y="1854919"/>
                      <a:pt x="291049" y="1840440"/>
                      <a:pt x="292573" y="1825392"/>
                    </a:cubicBezTo>
                    <a:cubicBezTo>
                      <a:pt x="294477" y="1804815"/>
                      <a:pt x="299622" y="1781193"/>
                      <a:pt x="292381" y="1763286"/>
                    </a:cubicBezTo>
                    <a:cubicBezTo>
                      <a:pt x="275237" y="1721184"/>
                      <a:pt x="289525" y="1687085"/>
                      <a:pt x="306480" y="1650316"/>
                    </a:cubicBezTo>
                    <a:cubicBezTo>
                      <a:pt x="323244" y="1614119"/>
                      <a:pt x="336579" y="1576018"/>
                      <a:pt x="347629" y="1537536"/>
                    </a:cubicBezTo>
                    <a:cubicBezTo>
                      <a:pt x="351629" y="1523058"/>
                      <a:pt x="344961" y="1505723"/>
                      <a:pt x="343629" y="1489719"/>
                    </a:cubicBezTo>
                    <a:cubicBezTo>
                      <a:pt x="343247" y="1484003"/>
                      <a:pt x="342675" y="1477716"/>
                      <a:pt x="344581" y="1472574"/>
                    </a:cubicBezTo>
                    <a:cubicBezTo>
                      <a:pt x="362870" y="1422853"/>
                      <a:pt x="376776" y="1372367"/>
                      <a:pt x="367252" y="1318455"/>
                    </a:cubicBezTo>
                    <a:cubicBezTo>
                      <a:pt x="366298" y="1313503"/>
                      <a:pt x="368394" y="1307977"/>
                      <a:pt x="369728" y="1303023"/>
                    </a:cubicBezTo>
                    <a:cubicBezTo>
                      <a:pt x="376586" y="1278828"/>
                      <a:pt x="387444" y="1255205"/>
                      <a:pt x="389921" y="1230632"/>
                    </a:cubicBezTo>
                    <a:cubicBezTo>
                      <a:pt x="396017" y="1170050"/>
                      <a:pt x="398495" y="1109090"/>
                      <a:pt x="402495" y="1048124"/>
                    </a:cubicBezTo>
                    <a:cubicBezTo>
                      <a:pt x="402685" y="1044314"/>
                      <a:pt x="402685" y="1040314"/>
                      <a:pt x="404019" y="1036886"/>
                    </a:cubicBezTo>
                    <a:cubicBezTo>
                      <a:pt x="412211" y="1014405"/>
                      <a:pt x="409543" y="994784"/>
                      <a:pt x="393923" y="975732"/>
                    </a:cubicBezTo>
                    <a:cubicBezTo>
                      <a:pt x="387064" y="967349"/>
                      <a:pt x="383444" y="955919"/>
                      <a:pt x="379634" y="945443"/>
                    </a:cubicBezTo>
                    <a:cubicBezTo>
                      <a:pt x="373918" y="930010"/>
                      <a:pt x="368394" y="914199"/>
                      <a:pt x="364774" y="898197"/>
                    </a:cubicBezTo>
                    <a:cubicBezTo>
                      <a:pt x="361346" y="882383"/>
                      <a:pt x="356583" y="865429"/>
                      <a:pt x="359250" y="850188"/>
                    </a:cubicBezTo>
                    <a:cubicBezTo>
                      <a:pt x="364012" y="822755"/>
                      <a:pt x="374680" y="796654"/>
                      <a:pt x="381730" y="769604"/>
                    </a:cubicBezTo>
                    <a:cubicBezTo>
                      <a:pt x="384206" y="760269"/>
                      <a:pt x="383824" y="749981"/>
                      <a:pt x="384016" y="740267"/>
                    </a:cubicBezTo>
                    <a:cubicBezTo>
                      <a:pt x="384586" y="717976"/>
                      <a:pt x="379062" y="695115"/>
                      <a:pt x="394875" y="674922"/>
                    </a:cubicBezTo>
                    <a:cubicBezTo>
                      <a:pt x="409733" y="656254"/>
                      <a:pt x="405353" y="637391"/>
                      <a:pt x="394113" y="617771"/>
                    </a:cubicBezTo>
                    <a:cubicBezTo>
                      <a:pt x="386110" y="603672"/>
                      <a:pt x="379824" y="587671"/>
                      <a:pt x="376776" y="571859"/>
                    </a:cubicBezTo>
                    <a:cubicBezTo>
                      <a:pt x="372586" y="550140"/>
                      <a:pt x="370870" y="528614"/>
                      <a:pt x="373348" y="505181"/>
                    </a:cubicBezTo>
                    <a:cubicBezTo>
                      <a:pt x="375062" y="488606"/>
                      <a:pt x="375824" y="475080"/>
                      <a:pt x="385920" y="462125"/>
                    </a:cubicBezTo>
                    <a:cubicBezTo>
                      <a:pt x="387444" y="460031"/>
                      <a:pt x="387826" y="456221"/>
                      <a:pt x="387634" y="453363"/>
                    </a:cubicBezTo>
                    <a:cubicBezTo>
                      <a:pt x="384396" y="415834"/>
                      <a:pt x="386110" y="378685"/>
                      <a:pt x="388399" y="340773"/>
                    </a:cubicBezTo>
                    <a:cubicBezTo>
                      <a:pt x="391445" y="292578"/>
                      <a:pt x="382492" y="241900"/>
                      <a:pt x="350487" y="200181"/>
                    </a:cubicBezTo>
                    <a:cubicBezTo>
                      <a:pt x="345723" y="194084"/>
                      <a:pt x="343629" y="184940"/>
                      <a:pt x="342485" y="176938"/>
                    </a:cubicBezTo>
                    <a:cubicBezTo>
                      <a:pt x="337533" y="139218"/>
                      <a:pt x="334103" y="101307"/>
                      <a:pt x="328579" y="63586"/>
                    </a:cubicBezTo>
                    <a:cubicBezTo>
                      <a:pt x="325530" y="43011"/>
                      <a:pt x="322862" y="21485"/>
                      <a:pt x="314480" y="2816"/>
                    </a:cubicBez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F442D6D-30A3-40EA-ADD8-5313A3BB97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7620000" y="-1"/>
              <a:ext cx="874716" cy="6858001"/>
              <a:chOff x="7620000" y="-1"/>
              <a:chExt cx="874716" cy="6858001"/>
            </a:xfrm>
          </p:grpSpPr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29E679B4-D12E-448A-8D8F-7183D6A2EEA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rot="5400000">
                <a:off x="4628357" y="2991642"/>
                <a:ext cx="6858001" cy="874716"/>
              </a:xfrm>
              <a:custGeom>
                <a:avLst/>
                <a:gdLst>
                  <a:gd name="connsiteX0" fmla="*/ 0 w 6858001"/>
                  <a:gd name="connsiteY0" fmla="*/ 533314 h 874716"/>
                  <a:gd name="connsiteX1" fmla="*/ 0 w 6858001"/>
                  <a:gd name="connsiteY1" fmla="*/ 69206 h 874716"/>
                  <a:gd name="connsiteX2" fmla="*/ 21486 w 6858001"/>
                  <a:gd name="connsiteY2" fmla="*/ 71924 h 874716"/>
                  <a:gd name="connsiteX3" fmla="*/ 228948 w 6858001"/>
                  <a:gd name="connsiteY3" fmla="*/ 88116 h 874716"/>
                  <a:gd name="connsiteX4" fmla="*/ 313533 w 6858001"/>
                  <a:gd name="connsiteY4" fmla="*/ 62779 h 874716"/>
                  <a:gd name="connsiteX5" fmla="*/ 338870 w 6858001"/>
                  <a:gd name="connsiteY5" fmla="*/ 62207 h 874716"/>
                  <a:gd name="connsiteX6" fmla="*/ 395640 w 6858001"/>
                  <a:gd name="connsiteY6" fmla="*/ 72114 h 874716"/>
                  <a:gd name="connsiteX7" fmla="*/ 512802 w 6858001"/>
                  <a:gd name="connsiteY7" fmla="*/ 65446 h 874716"/>
                  <a:gd name="connsiteX8" fmla="*/ 556047 w 6858001"/>
                  <a:gd name="connsiteY8" fmla="*/ 55349 h 874716"/>
                  <a:gd name="connsiteX9" fmla="*/ 580050 w 6858001"/>
                  <a:gd name="connsiteY9" fmla="*/ 48871 h 874716"/>
                  <a:gd name="connsiteX10" fmla="*/ 703308 w 6858001"/>
                  <a:gd name="connsiteY10" fmla="*/ 30964 h 874716"/>
                  <a:gd name="connsiteX11" fmla="*/ 758174 w 6858001"/>
                  <a:gd name="connsiteY11" fmla="*/ 11724 h 874716"/>
                  <a:gd name="connsiteX12" fmla="*/ 773035 w 6858001"/>
                  <a:gd name="connsiteY12" fmla="*/ 8866 h 874716"/>
                  <a:gd name="connsiteX13" fmla="*/ 854379 w 6858001"/>
                  <a:gd name="connsiteY13" fmla="*/ 16866 h 874716"/>
                  <a:gd name="connsiteX14" fmla="*/ 915343 w 6858001"/>
                  <a:gd name="connsiteY14" fmla="*/ 47919 h 874716"/>
                  <a:gd name="connsiteX15" fmla="*/ 927155 w 6858001"/>
                  <a:gd name="connsiteY15" fmla="*/ 58397 h 874716"/>
                  <a:gd name="connsiteX16" fmla="*/ 1097087 w 6858001"/>
                  <a:gd name="connsiteY16" fmla="*/ 54777 h 874716"/>
                  <a:gd name="connsiteX17" fmla="*/ 1123185 w 6858001"/>
                  <a:gd name="connsiteY17" fmla="*/ 50395 h 874716"/>
                  <a:gd name="connsiteX18" fmla="*/ 1249302 w 6858001"/>
                  <a:gd name="connsiteY18" fmla="*/ 68684 h 874716"/>
                  <a:gd name="connsiteX19" fmla="*/ 1286069 w 6858001"/>
                  <a:gd name="connsiteY19" fmla="*/ 72304 h 874716"/>
                  <a:gd name="connsiteX20" fmla="*/ 1417899 w 6858001"/>
                  <a:gd name="connsiteY20" fmla="*/ 88688 h 874716"/>
                  <a:gd name="connsiteX21" fmla="*/ 1436568 w 6858001"/>
                  <a:gd name="connsiteY21" fmla="*/ 73448 h 874716"/>
                  <a:gd name="connsiteX22" fmla="*/ 1490292 w 6858001"/>
                  <a:gd name="connsiteY22" fmla="*/ 35154 h 874716"/>
                  <a:gd name="connsiteX23" fmla="*/ 1596213 w 6858001"/>
                  <a:gd name="connsiteY23" fmla="*/ 1245 h 874716"/>
                  <a:gd name="connsiteX24" fmla="*/ 1624980 w 6858001"/>
                  <a:gd name="connsiteY24" fmla="*/ 3150 h 874716"/>
                  <a:gd name="connsiteX25" fmla="*/ 1697753 w 6858001"/>
                  <a:gd name="connsiteY25" fmla="*/ 59731 h 874716"/>
                  <a:gd name="connsiteX26" fmla="*/ 1733188 w 6858001"/>
                  <a:gd name="connsiteY26" fmla="*/ 82400 h 874716"/>
                  <a:gd name="connsiteX27" fmla="*/ 1833775 w 6858001"/>
                  <a:gd name="connsiteY27" fmla="*/ 124121 h 874716"/>
                  <a:gd name="connsiteX28" fmla="*/ 1842158 w 6858001"/>
                  <a:gd name="connsiteY28" fmla="*/ 131742 h 874716"/>
                  <a:gd name="connsiteX29" fmla="*/ 1916454 w 6858001"/>
                  <a:gd name="connsiteY29" fmla="*/ 222233 h 874716"/>
                  <a:gd name="connsiteX30" fmla="*/ 1933219 w 6858001"/>
                  <a:gd name="connsiteY30" fmla="*/ 237663 h 874716"/>
                  <a:gd name="connsiteX31" fmla="*/ 1953413 w 6858001"/>
                  <a:gd name="connsiteY31" fmla="*/ 261668 h 874716"/>
                  <a:gd name="connsiteX32" fmla="*/ 2016469 w 6858001"/>
                  <a:gd name="connsiteY32" fmla="*/ 308151 h 874716"/>
                  <a:gd name="connsiteX33" fmla="*/ 2094578 w 6858001"/>
                  <a:gd name="connsiteY33" fmla="*/ 323010 h 874716"/>
                  <a:gd name="connsiteX34" fmla="*/ 2188879 w 6858001"/>
                  <a:gd name="connsiteY34" fmla="*/ 345681 h 874716"/>
                  <a:gd name="connsiteX35" fmla="*/ 2228314 w 6858001"/>
                  <a:gd name="connsiteY35" fmla="*/ 360921 h 874716"/>
                  <a:gd name="connsiteX36" fmla="*/ 2334044 w 6858001"/>
                  <a:gd name="connsiteY36" fmla="*/ 389878 h 874716"/>
                  <a:gd name="connsiteX37" fmla="*/ 2409485 w 6858001"/>
                  <a:gd name="connsiteY37" fmla="*/ 414263 h 874716"/>
                  <a:gd name="connsiteX38" fmla="*/ 2518264 w 6858001"/>
                  <a:gd name="connsiteY38" fmla="*/ 428552 h 874716"/>
                  <a:gd name="connsiteX39" fmla="*/ 2571034 w 6858001"/>
                  <a:gd name="connsiteY39" fmla="*/ 429122 h 874716"/>
                  <a:gd name="connsiteX40" fmla="*/ 2668001 w 6858001"/>
                  <a:gd name="connsiteY40" fmla="*/ 502276 h 874716"/>
                  <a:gd name="connsiteX41" fmla="*/ 2745348 w 6858001"/>
                  <a:gd name="connsiteY41" fmla="*/ 550666 h 874716"/>
                  <a:gd name="connsiteX42" fmla="*/ 2826694 w 6858001"/>
                  <a:gd name="connsiteY42" fmla="*/ 527233 h 874716"/>
                  <a:gd name="connsiteX43" fmla="*/ 2848793 w 6858001"/>
                  <a:gd name="connsiteY43" fmla="*/ 505134 h 874716"/>
                  <a:gd name="connsiteX44" fmla="*/ 2982148 w 6858001"/>
                  <a:gd name="connsiteY44" fmla="*/ 484179 h 874716"/>
                  <a:gd name="connsiteX45" fmla="*/ 3172654 w 6858001"/>
                  <a:gd name="connsiteY45" fmla="*/ 483417 h 874716"/>
                  <a:gd name="connsiteX46" fmla="*/ 3489467 w 6858001"/>
                  <a:gd name="connsiteY46" fmla="*/ 435790 h 874716"/>
                  <a:gd name="connsiteX47" fmla="*/ 3544713 w 6858001"/>
                  <a:gd name="connsiteY47" fmla="*/ 413691 h 874716"/>
                  <a:gd name="connsiteX48" fmla="*/ 3606817 w 6858001"/>
                  <a:gd name="connsiteY48" fmla="*/ 408167 h 874716"/>
                  <a:gd name="connsiteX49" fmla="*/ 3630632 w 6858001"/>
                  <a:gd name="connsiteY49" fmla="*/ 421693 h 874716"/>
                  <a:gd name="connsiteX50" fmla="*/ 3734837 w 6858001"/>
                  <a:gd name="connsiteY50" fmla="*/ 441886 h 874716"/>
                  <a:gd name="connsiteX51" fmla="*/ 3754652 w 6858001"/>
                  <a:gd name="connsiteY51" fmla="*/ 442268 h 874716"/>
                  <a:gd name="connsiteX52" fmla="*/ 3822472 w 6858001"/>
                  <a:gd name="connsiteY52" fmla="*/ 433694 h 874716"/>
                  <a:gd name="connsiteX53" fmla="*/ 3885338 w 6858001"/>
                  <a:gd name="connsiteY53" fmla="*/ 428742 h 874716"/>
                  <a:gd name="connsiteX54" fmla="*/ 4043839 w 6858001"/>
                  <a:gd name="connsiteY54" fmla="*/ 444934 h 874716"/>
                  <a:gd name="connsiteX55" fmla="*/ 4165383 w 6858001"/>
                  <a:gd name="connsiteY55" fmla="*/ 441124 h 874716"/>
                  <a:gd name="connsiteX56" fmla="*/ 4221391 w 6858001"/>
                  <a:gd name="connsiteY56" fmla="*/ 444934 h 874716"/>
                  <a:gd name="connsiteX57" fmla="*/ 4253014 w 6858001"/>
                  <a:gd name="connsiteY57" fmla="*/ 450650 h 874716"/>
                  <a:gd name="connsiteX58" fmla="*/ 4324645 w 6858001"/>
                  <a:gd name="connsiteY58" fmla="*/ 490466 h 874716"/>
                  <a:gd name="connsiteX59" fmla="*/ 4363890 w 6858001"/>
                  <a:gd name="connsiteY59" fmla="*/ 499420 h 874716"/>
                  <a:gd name="connsiteX60" fmla="*/ 4482004 w 6858001"/>
                  <a:gd name="connsiteY60" fmla="*/ 498658 h 874716"/>
                  <a:gd name="connsiteX61" fmla="*/ 4659174 w 6858001"/>
                  <a:gd name="connsiteY61" fmla="*/ 438648 h 874716"/>
                  <a:gd name="connsiteX62" fmla="*/ 4677655 w 6858001"/>
                  <a:gd name="connsiteY62" fmla="*/ 430646 h 874716"/>
                  <a:gd name="connsiteX63" fmla="*/ 4767764 w 6858001"/>
                  <a:gd name="connsiteY63" fmla="*/ 420739 h 874716"/>
                  <a:gd name="connsiteX64" fmla="*/ 4828916 w 6858001"/>
                  <a:gd name="connsiteY64" fmla="*/ 434266 h 874716"/>
                  <a:gd name="connsiteX65" fmla="*/ 4912168 w 6858001"/>
                  <a:gd name="connsiteY65" fmla="*/ 462271 h 874716"/>
                  <a:gd name="connsiteX66" fmla="*/ 4987037 w 6858001"/>
                  <a:gd name="connsiteY66" fmla="*/ 485703 h 874716"/>
                  <a:gd name="connsiteX67" fmla="*/ 5041521 w 6858001"/>
                  <a:gd name="connsiteY67" fmla="*/ 512182 h 874716"/>
                  <a:gd name="connsiteX68" fmla="*/ 5166113 w 6858001"/>
                  <a:gd name="connsiteY68" fmla="*/ 531615 h 874716"/>
                  <a:gd name="connsiteX69" fmla="*/ 5179067 w 6858001"/>
                  <a:gd name="connsiteY69" fmla="*/ 534853 h 874716"/>
                  <a:gd name="connsiteX70" fmla="*/ 5272796 w 6858001"/>
                  <a:gd name="connsiteY70" fmla="*/ 511230 h 874716"/>
                  <a:gd name="connsiteX71" fmla="*/ 5385384 w 6858001"/>
                  <a:gd name="connsiteY71" fmla="*/ 487227 h 874716"/>
                  <a:gd name="connsiteX72" fmla="*/ 5425582 w 6858001"/>
                  <a:gd name="connsiteY72" fmla="*/ 495418 h 874716"/>
                  <a:gd name="connsiteX73" fmla="*/ 5480637 w 6858001"/>
                  <a:gd name="connsiteY73" fmla="*/ 507040 h 874716"/>
                  <a:gd name="connsiteX74" fmla="*/ 5531693 w 6858001"/>
                  <a:gd name="connsiteY74" fmla="*/ 500944 h 874716"/>
                  <a:gd name="connsiteX75" fmla="*/ 5562746 w 6858001"/>
                  <a:gd name="connsiteY75" fmla="*/ 500372 h 874716"/>
                  <a:gd name="connsiteX76" fmla="*/ 5704483 w 6858001"/>
                  <a:gd name="connsiteY76" fmla="*/ 571620 h 874716"/>
                  <a:gd name="connsiteX77" fmla="*/ 5740488 w 6858001"/>
                  <a:gd name="connsiteY77" fmla="*/ 577526 h 874716"/>
                  <a:gd name="connsiteX78" fmla="*/ 5760873 w 6858001"/>
                  <a:gd name="connsiteY78" fmla="*/ 586291 h 874716"/>
                  <a:gd name="connsiteX79" fmla="*/ 5883751 w 6858001"/>
                  <a:gd name="connsiteY79" fmla="*/ 674686 h 874716"/>
                  <a:gd name="connsiteX80" fmla="*/ 5935949 w 6858001"/>
                  <a:gd name="connsiteY80" fmla="*/ 692592 h 874716"/>
                  <a:gd name="connsiteX81" fmla="*/ 5993291 w 6858001"/>
                  <a:gd name="connsiteY81" fmla="*/ 688972 h 874716"/>
                  <a:gd name="connsiteX82" fmla="*/ 6026440 w 6858001"/>
                  <a:gd name="connsiteY82" fmla="*/ 682496 h 874716"/>
                  <a:gd name="connsiteX83" fmla="*/ 6108738 w 6858001"/>
                  <a:gd name="connsiteY83" fmla="*/ 626296 h 874716"/>
                  <a:gd name="connsiteX84" fmla="*/ 6155602 w 6858001"/>
                  <a:gd name="connsiteY84" fmla="*/ 628202 h 874716"/>
                  <a:gd name="connsiteX85" fmla="*/ 6228756 w 6858001"/>
                  <a:gd name="connsiteY85" fmla="*/ 666873 h 874716"/>
                  <a:gd name="connsiteX86" fmla="*/ 6361539 w 6858001"/>
                  <a:gd name="connsiteY86" fmla="*/ 684210 h 874716"/>
                  <a:gd name="connsiteX87" fmla="*/ 6428979 w 6858001"/>
                  <a:gd name="connsiteY87" fmla="*/ 630106 h 874716"/>
                  <a:gd name="connsiteX88" fmla="*/ 6463840 w 6858001"/>
                  <a:gd name="connsiteY88" fmla="*/ 578098 h 874716"/>
                  <a:gd name="connsiteX89" fmla="*/ 6564620 w 6858001"/>
                  <a:gd name="connsiteY89" fmla="*/ 517708 h 874716"/>
                  <a:gd name="connsiteX90" fmla="*/ 6588625 w 6858001"/>
                  <a:gd name="connsiteY90" fmla="*/ 540187 h 874716"/>
                  <a:gd name="connsiteX91" fmla="*/ 6662541 w 6858001"/>
                  <a:gd name="connsiteY91" fmla="*/ 549714 h 874716"/>
                  <a:gd name="connsiteX92" fmla="*/ 6742552 w 6858001"/>
                  <a:gd name="connsiteY92" fmla="*/ 548952 h 874716"/>
                  <a:gd name="connsiteX93" fmla="*/ 6812063 w 6858001"/>
                  <a:gd name="connsiteY93" fmla="*/ 568430 h 874716"/>
                  <a:gd name="connsiteX94" fmla="*/ 6858001 w 6858001"/>
                  <a:gd name="connsiteY94" fmla="*/ 562267 h 874716"/>
                  <a:gd name="connsiteX95" fmla="*/ 6858001 w 6858001"/>
                  <a:gd name="connsiteY95" fmla="*/ 734520 h 874716"/>
                  <a:gd name="connsiteX96" fmla="*/ 6815516 w 6858001"/>
                  <a:gd name="connsiteY96" fmla="*/ 744220 h 874716"/>
                  <a:gd name="connsiteX97" fmla="*/ 6748458 w 6858001"/>
                  <a:gd name="connsiteY97" fmla="*/ 763271 h 874716"/>
                  <a:gd name="connsiteX98" fmla="*/ 6584812 w 6858001"/>
                  <a:gd name="connsiteY98" fmla="*/ 784797 h 874716"/>
                  <a:gd name="connsiteX99" fmla="*/ 6415833 w 6858001"/>
                  <a:gd name="connsiteY99" fmla="*/ 805562 h 874716"/>
                  <a:gd name="connsiteX100" fmla="*/ 6323058 w 6858001"/>
                  <a:gd name="connsiteY100" fmla="*/ 812420 h 874716"/>
                  <a:gd name="connsiteX101" fmla="*/ 6242093 w 6858001"/>
                  <a:gd name="connsiteY101" fmla="*/ 823281 h 874716"/>
                  <a:gd name="connsiteX102" fmla="*/ 6171605 w 6858001"/>
                  <a:gd name="connsiteY102" fmla="*/ 830139 h 874716"/>
                  <a:gd name="connsiteX103" fmla="*/ 6059397 w 6858001"/>
                  <a:gd name="connsiteY103" fmla="*/ 844045 h 874716"/>
                  <a:gd name="connsiteX104" fmla="*/ 6012723 w 6858001"/>
                  <a:gd name="connsiteY104" fmla="*/ 847665 h 874716"/>
                  <a:gd name="connsiteX105" fmla="*/ 5902610 w 6858001"/>
                  <a:gd name="connsiteY105" fmla="*/ 847473 h 874716"/>
                  <a:gd name="connsiteX106" fmla="*/ 5864318 w 6858001"/>
                  <a:gd name="connsiteY106" fmla="*/ 845569 h 874716"/>
                  <a:gd name="connsiteX107" fmla="*/ 5790592 w 6858001"/>
                  <a:gd name="connsiteY107" fmla="*/ 821947 h 874716"/>
                  <a:gd name="connsiteX108" fmla="*/ 5781830 w 6858001"/>
                  <a:gd name="connsiteY108" fmla="*/ 820233 h 874716"/>
                  <a:gd name="connsiteX109" fmla="*/ 5733440 w 6858001"/>
                  <a:gd name="connsiteY109" fmla="*/ 810896 h 874716"/>
                  <a:gd name="connsiteX110" fmla="*/ 5706959 w 6858001"/>
                  <a:gd name="connsiteY110" fmla="*/ 807848 h 874716"/>
                  <a:gd name="connsiteX111" fmla="*/ 5606372 w 6858001"/>
                  <a:gd name="connsiteY111" fmla="*/ 788417 h 874716"/>
                  <a:gd name="connsiteX112" fmla="*/ 5548460 w 6858001"/>
                  <a:gd name="connsiteY112" fmla="*/ 779273 h 874716"/>
                  <a:gd name="connsiteX113" fmla="*/ 5501594 w 6858001"/>
                  <a:gd name="connsiteY113" fmla="*/ 780607 h 874716"/>
                  <a:gd name="connsiteX114" fmla="*/ 5419295 w 6858001"/>
                  <a:gd name="connsiteY114" fmla="*/ 782321 h 874716"/>
                  <a:gd name="connsiteX115" fmla="*/ 5393005 w 6858001"/>
                  <a:gd name="connsiteY115" fmla="*/ 786703 h 874716"/>
                  <a:gd name="connsiteX116" fmla="*/ 5274129 w 6858001"/>
                  <a:gd name="connsiteY116" fmla="*/ 774129 h 874716"/>
                  <a:gd name="connsiteX117" fmla="*/ 5206308 w 6858001"/>
                  <a:gd name="connsiteY117" fmla="*/ 773177 h 874716"/>
                  <a:gd name="connsiteX118" fmla="*/ 5129916 w 6858001"/>
                  <a:gd name="connsiteY118" fmla="*/ 757554 h 874716"/>
                  <a:gd name="connsiteX119" fmla="*/ 5107627 w 6858001"/>
                  <a:gd name="connsiteY119" fmla="*/ 758316 h 874716"/>
                  <a:gd name="connsiteX120" fmla="*/ 5082670 w 6858001"/>
                  <a:gd name="connsiteY120" fmla="*/ 759651 h 874716"/>
                  <a:gd name="connsiteX121" fmla="*/ 5006086 w 6858001"/>
                  <a:gd name="connsiteY121" fmla="*/ 760795 h 874716"/>
                  <a:gd name="connsiteX122" fmla="*/ 4959602 w 6858001"/>
                  <a:gd name="connsiteY122" fmla="*/ 766509 h 874716"/>
                  <a:gd name="connsiteX123" fmla="*/ 4871019 w 6858001"/>
                  <a:gd name="connsiteY123" fmla="*/ 763081 h 874716"/>
                  <a:gd name="connsiteX124" fmla="*/ 4838250 w 6858001"/>
                  <a:gd name="connsiteY124" fmla="*/ 768033 h 874716"/>
                  <a:gd name="connsiteX125" fmla="*/ 4755381 w 6858001"/>
                  <a:gd name="connsiteY125" fmla="*/ 768605 h 874716"/>
                  <a:gd name="connsiteX126" fmla="*/ 4681083 w 6858001"/>
                  <a:gd name="connsiteY126" fmla="*/ 765747 h 874716"/>
                  <a:gd name="connsiteX127" fmla="*/ 4609452 w 6858001"/>
                  <a:gd name="connsiteY127" fmla="*/ 767271 h 874716"/>
                  <a:gd name="connsiteX128" fmla="*/ 4558207 w 6858001"/>
                  <a:gd name="connsiteY128" fmla="*/ 773557 h 874716"/>
                  <a:gd name="connsiteX129" fmla="*/ 4502579 w 6858001"/>
                  <a:gd name="connsiteY129" fmla="*/ 777367 h 874716"/>
                  <a:gd name="connsiteX130" fmla="*/ 4349222 w 6858001"/>
                  <a:gd name="connsiteY130" fmla="*/ 800038 h 874716"/>
                  <a:gd name="connsiteX131" fmla="*/ 4320837 w 6858001"/>
                  <a:gd name="connsiteY131" fmla="*/ 794514 h 874716"/>
                  <a:gd name="connsiteX132" fmla="*/ 4159667 w 6858001"/>
                  <a:gd name="connsiteY132" fmla="*/ 789370 h 874716"/>
                  <a:gd name="connsiteX133" fmla="*/ 4124614 w 6858001"/>
                  <a:gd name="connsiteY133" fmla="*/ 789752 h 874716"/>
                  <a:gd name="connsiteX134" fmla="*/ 4030503 w 6858001"/>
                  <a:gd name="connsiteY134" fmla="*/ 767271 h 874716"/>
                  <a:gd name="connsiteX135" fmla="*/ 3885338 w 6858001"/>
                  <a:gd name="connsiteY135" fmla="*/ 802896 h 874716"/>
                  <a:gd name="connsiteX136" fmla="*/ 3749506 w 6858001"/>
                  <a:gd name="connsiteY136" fmla="*/ 847473 h 874716"/>
                  <a:gd name="connsiteX137" fmla="*/ 3732361 w 6858001"/>
                  <a:gd name="connsiteY137" fmla="*/ 853190 h 874716"/>
                  <a:gd name="connsiteX138" fmla="*/ 3683591 w 6858001"/>
                  <a:gd name="connsiteY138" fmla="*/ 862906 h 874716"/>
                  <a:gd name="connsiteX139" fmla="*/ 3623201 w 6858001"/>
                  <a:gd name="connsiteY139" fmla="*/ 866334 h 874716"/>
                  <a:gd name="connsiteX140" fmla="*/ 3546617 w 6858001"/>
                  <a:gd name="connsiteY140" fmla="*/ 874716 h 874716"/>
                  <a:gd name="connsiteX141" fmla="*/ 3485275 w 6858001"/>
                  <a:gd name="connsiteY141" fmla="*/ 864238 h 874716"/>
                  <a:gd name="connsiteX142" fmla="*/ 3399546 w 6858001"/>
                  <a:gd name="connsiteY142" fmla="*/ 848618 h 874716"/>
                  <a:gd name="connsiteX143" fmla="*/ 3318771 w 6858001"/>
                  <a:gd name="connsiteY143" fmla="*/ 833757 h 874716"/>
                  <a:gd name="connsiteX144" fmla="*/ 3293244 w 6858001"/>
                  <a:gd name="connsiteY144" fmla="*/ 851284 h 874716"/>
                  <a:gd name="connsiteX145" fmla="*/ 3253809 w 6858001"/>
                  <a:gd name="connsiteY145" fmla="*/ 866524 h 874716"/>
                  <a:gd name="connsiteX146" fmla="*/ 3209993 w 6858001"/>
                  <a:gd name="connsiteY146" fmla="*/ 848235 h 874716"/>
                  <a:gd name="connsiteX147" fmla="*/ 3107500 w 6858001"/>
                  <a:gd name="connsiteY147" fmla="*/ 810326 h 874716"/>
                  <a:gd name="connsiteX148" fmla="*/ 3042728 w 6858001"/>
                  <a:gd name="connsiteY148" fmla="*/ 808610 h 874716"/>
                  <a:gd name="connsiteX149" fmla="*/ 2901943 w 6858001"/>
                  <a:gd name="connsiteY149" fmla="*/ 792418 h 874716"/>
                  <a:gd name="connsiteX150" fmla="*/ 2809930 w 6858001"/>
                  <a:gd name="connsiteY150" fmla="*/ 769367 h 874716"/>
                  <a:gd name="connsiteX151" fmla="*/ 2743826 w 6858001"/>
                  <a:gd name="connsiteY151" fmla="*/ 743268 h 874716"/>
                  <a:gd name="connsiteX152" fmla="*/ 2649143 w 6858001"/>
                  <a:gd name="connsiteY152" fmla="*/ 709167 h 874716"/>
                  <a:gd name="connsiteX153" fmla="*/ 2554079 w 6858001"/>
                  <a:gd name="connsiteY153" fmla="*/ 691450 h 874716"/>
                  <a:gd name="connsiteX154" fmla="*/ 2485307 w 6858001"/>
                  <a:gd name="connsiteY154" fmla="*/ 669160 h 874716"/>
                  <a:gd name="connsiteX155" fmla="*/ 2401292 w 6858001"/>
                  <a:gd name="connsiteY155" fmla="*/ 653919 h 874716"/>
                  <a:gd name="connsiteX156" fmla="*/ 2330806 w 6858001"/>
                  <a:gd name="connsiteY156" fmla="*/ 653349 h 874716"/>
                  <a:gd name="connsiteX157" fmla="*/ 2220312 w 6858001"/>
                  <a:gd name="connsiteY157" fmla="*/ 656015 h 874716"/>
                  <a:gd name="connsiteX158" fmla="*/ 2085054 w 6858001"/>
                  <a:gd name="connsiteY158" fmla="*/ 609914 h 874716"/>
                  <a:gd name="connsiteX159" fmla="*/ 2030378 w 6858001"/>
                  <a:gd name="connsiteY159" fmla="*/ 599625 h 874716"/>
                  <a:gd name="connsiteX160" fmla="*/ 1978940 w 6858001"/>
                  <a:gd name="connsiteY160" fmla="*/ 594863 h 874716"/>
                  <a:gd name="connsiteX161" fmla="*/ 1869780 w 6858001"/>
                  <a:gd name="connsiteY161" fmla="*/ 564192 h 874716"/>
                  <a:gd name="connsiteX162" fmla="*/ 1825393 w 6858001"/>
                  <a:gd name="connsiteY162" fmla="*/ 554094 h 874716"/>
                  <a:gd name="connsiteX163" fmla="*/ 1763287 w 6858001"/>
                  <a:gd name="connsiteY163" fmla="*/ 554286 h 874716"/>
                  <a:gd name="connsiteX164" fmla="*/ 1650317 w 6858001"/>
                  <a:gd name="connsiteY164" fmla="*/ 540187 h 874716"/>
                  <a:gd name="connsiteX165" fmla="*/ 1537537 w 6858001"/>
                  <a:gd name="connsiteY165" fmla="*/ 499038 h 874716"/>
                  <a:gd name="connsiteX166" fmla="*/ 1489720 w 6858001"/>
                  <a:gd name="connsiteY166" fmla="*/ 503038 h 874716"/>
                  <a:gd name="connsiteX167" fmla="*/ 1472575 w 6858001"/>
                  <a:gd name="connsiteY167" fmla="*/ 502086 h 874716"/>
                  <a:gd name="connsiteX168" fmla="*/ 1318456 w 6858001"/>
                  <a:gd name="connsiteY168" fmla="*/ 479415 h 874716"/>
                  <a:gd name="connsiteX169" fmla="*/ 1303024 w 6858001"/>
                  <a:gd name="connsiteY169" fmla="*/ 476939 h 874716"/>
                  <a:gd name="connsiteX170" fmla="*/ 1230633 w 6858001"/>
                  <a:gd name="connsiteY170" fmla="*/ 456746 h 874716"/>
                  <a:gd name="connsiteX171" fmla="*/ 1048125 w 6858001"/>
                  <a:gd name="connsiteY171" fmla="*/ 444172 h 874716"/>
                  <a:gd name="connsiteX172" fmla="*/ 1036887 w 6858001"/>
                  <a:gd name="connsiteY172" fmla="*/ 442648 h 874716"/>
                  <a:gd name="connsiteX173" fmla="*/ 975733 w 6858001"/>
                  <a:gd name="connsiteY173" fmla="*/ 452744 h 874716"/>
                  <a:gd name="connsiteX174" fmla="*/ 945444 w 6858001"/>
                  <a:gd name="connsiteY174" fmla="*/ 467033 h 874716"/>
                  <a:gd name="connsiteX175" fmla="*/ 898198 w 6858001"/>
                  <a:gd name="connsiteY175" fmla="*/ 481893 h 874716"/>
                  <a:gd name="connsiteX176" fmla="*/ 850189 w 6858001"/>
                  <a:gd name="connsiteY176" fmla="*/ 487417 h 874716"/>
                  <a:gd name="connsiteX177" fmla="*/ 769605 w 6858001"/>
                  <a:gd name="connsiteY177" fmla="*/ 464937 h 874716"/>
                  <a:gd name="connsiteX178" fmla="*/ 740268 w 6858001"/>
                  <a:gd name="connsiteY178" fmla="*/ 462651 h 874716"/>
                  <a:gd name="connsiteX179" fmla="*/ 674923 w 6858001"/>
                  <a:gd name="connsiteY179" fmla="*/ 451792 h 874716"/>
                  <a:gd name="connsiteX180" fmla="*/ 617772 w 6858001"/>
                  <a:gd name="connsiteY180" fmla="*/ 452554 h 874716"/>
                  <a:gd name="connsiteX181" fmla="*/ 571860 w 6858001"/>
                  <a:gd name="connsiteY181" fmla="*/ 469891 h 874716"/>
                  <a:gd name="connsiteX182" fmla="*/ 505182 w 6858001"/>
                  <a:gd name="connsiteY182" fmla="*/ 473319 h 874716"/>
                  <a:gd name="connsiteX183" fmla="*/ 462126 w 6858001"/>
                  <a:gd name="connsiteY183" fmla="*/ 460747 h 874716"/>
                  <a:gd name="connsiteX184" fmla="*/ 453364 w 6858001"/>
                  <a:gd name="connsiteY184" fmla="*/ 459033 h 874716"/>
                  <a:gd name="connsiteX185" fmla="*/ 340774 w 6858001"/>
                  <a:gd name="connsiteY185" fmla="*/ 458268 h 874716"/>
                  <a:gd name="connsiteX186" fmla="*/ 200182 w 6858001"/>
                  <a:gd name="connsiteY186" fmla="*/ 496180 h 874716"/>
                  <a:gd name="connsiteX187" fmla="*/ 176939 w 6858001"/>
                  <a:gd name="connsiteY187" fmla="*/ 504182 h 874716"/>
                  <a:gd name="connsiteX188" fmla="*/ 63587 w 6858001"/>
                  <a:gd name="connsiteY188" fmla="*/ 518088 h 874716"/>
                  <a:gd name="connsiteX189" fmla="*/ 2817 w 6858001"/>
                  <a:gd name="connsiteY189" fmla="*/ 532187 h 874716"/>
                  <a:gd name="connsiteX190" fmla="*/ 0 w 6858001"/>
                  <a:gd name="connsiteY190" fmla="*/ 533314 h 8747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</a:cxnLst>
                <a:rect l="l" t="t" r="r" b="b"/>
                <a:pathLst>
                  <a:path w="6858001" h="874716">
                    <a:moveTo>
                      <a:pt x="0" y="533314"/>
                    </a:moveTo>
                    <a:lnTo>
                      <a:pt x="0" y="69206"/>
                    </a:lnTo>
                    <a:lnTo>
                      <a:pt x="21486" y="71924"/>
                    </a:lnTo>
                    <a:cubicBezTo>
                      <a:pt x="92546" y="60493"/>
                      <a:pt x="159604" y="87354"/>
                      <a:pt x="228948" y="88116"/>
                    </a:cubicBezTo>
                    <a:cubicBezTo>
                      <a:pt x="260382" y="88496"/>
                      <a:pt x="291435" y="94592"/>
                      <a:pt x="313533" y="62779"/>
                    </a:cubicBezTo>
                    <a:cubicBezTo>
                      <a:pt x="316389" y="58587"/>
                      <a:pt x="330298" y="60873"/>
                      <a:pt x="338870" y="62207"/>
                    </a:cubicBezTo>
                    <a:cubicBezTo>
                      <a:pt x="357921" y="65066"/>
                      <a:pt x="376781" y="72304"/>
                      <a:pt x="395640" y="72114"/>
                    </a:cubicBezTo>
                    <a:cubicBezTo>
                      <a:pt x="434695" y="71924"/>
                      <a:pt x="473939" y="68876"/>
                      <a:pt x="512802" y="65446"/>
                    </a:cubicBezTo>
                    <a:cubicBezTo>
                      <a:pt x="527470" y="64112"/>
                      <a:pt x="541569" y="58969"/>
                      <a:pt x="556047" y="55349"/>
                    </a:cubicBezTo>
                    <a:cubicBezTo>
                      <a:pt x="564048" y="53253"/>
                      <a:pt x="572622" y="47729"/>
                      <a:pt x="580050" y="48871"/>
                    </a:cubicBezTo>
                    <a:cubicBezTo>
                      <a:pt x="623106" y="55539"/>
                      <a:pt x="662541" y="39157"/>
                      <a:pt x="703308" y="30964"/>
                    </a:cubicBezTo>
                    <a:cubicBezTo>
                      <a:pt x="722169" y="27154"/>
                      <a:pt x="739886" y="18010"/>
                      <a:pt x="758174" y="11724"/>
                    </a:cubicBezTo>
                    <a:cubicBezTo>
                      <a:pt x="762936" y="10008"/>
                      <a:pt x="768271" y="8484"/>
                      <a:pt x="773035" y="8866"/>
                    </a:cubicBezTo>
                    <a:cubicBezTo>
                      <a:pt x="800276" y="11152"/>
                      <a:pt x="827329" y="14390"/>
                      <a:pt x="854379" y="16866"/>
                    </a:cubicBezTo>
                    <a:cubicBezTo>
                      <a:pt x="878956" y="19152"/>
                      <a:pt x="903722" y="19914"/>
                      <a:pt x="915343" y="47919"/>
                    </a:cubicBezTo>
                    <a:cubicBezTo>
                      <a:pt x="917059" y="52301"/>
                      <a:pt x="922773" y="55539"/>
                      <a:pt x="927155" y="58397"/>
                    </a:cubicBezTo>
                    <a:cubicBezTo>
                      <a:pt x="994785" y="102405"/>
                      <a:pt x="1030980" y="101261"/>
                      <a:pt x="1097087" y="54777"/>
                    </a:cubicBezTo>
                    <a:cubicBezTo>
                      <a:pt x="1103945" y="50015"/>
                      <a:pt x="1118613" y="46585"/>
                      <a:pt x="1123185" y="50395"/>
                    </a:cubicBezTo>
                    <a:cubicBezTo>
                      <a:pt x="1162049" y="82020"/>
                      <a:pt x="1204532" y="78590"/>
                      <a:pt x="1249302" y="68684"/>
                    </a:cubicBezTo>
                    <a:cubicBezTo>
                      <a:pt x="1260922" y="66018"/>
                      <a:pt x="1277307" y="66018"/>
                      <a:pt x="1286069" y="72304"/>
                    </a:cubicBezTo>
                    <a:cubicBezTo>
                      <a:pt x="1327790" y="101451"/>
                      <a:pt x="1372560" y="97261"/>
                      <a:pt x="1417899" y="88688"/>
                    </a:cubicBezTo>
                    <a:cubicBezTo>
                      <a:pt x="1424948" y="87354"/>
                      <a:pt x="1433522" y="80114"/>
                      <a:pt x="1436568" y="73448"/>
                    </a:cubicBezTo>
                    <a:cubicBezTo>
                      <a:pt x="1447428" y="49825"/>
                      <a:pt x="1467813" y="41823"/>
                      <a:pt x="1490292" y="35154"/>
                    </a:cubicBezTo>
                    <a:cubicBezTo>
                      <a:pt x="1525727" y="24296"/>
                      <a:pt x="1560588" y="11532"/>
                      <a:pt x="1596213" y="1245"/>
                    </a:cubicBezTo>
                    <a:cubicBezTo>
                      <a:pt x="1604978" y="-1231"/>
                      <a:pt x="1615836" y="293"/>
                      <a:pt x="1624980" y="3150"/>
                    </a:cubicBezTo>
                    <a:cubicBezTo>
                      <a:pt x="1656223" y="12866"/>
                      <a:pt x="1676036" y="37251"/>
                      <a:pt x="1697753" y="59731"/>
                    </a:cubicBezTo>
                    <a:cubicBezTo>
                      <a:pt x="1707279" y="69638"/>
                      <a:pt x="1720423" y="76686"/>
                      <a:pt x="1733188" y="82400"/>
                    </a:cubicBezTo>
                    <a:cubicBezTo>
                      <a:pt x="1766335" y="97071"/>
                      <a:pt x="1800246" y="110215"/>
                      <a:pt x="1833775" y="124121"/>
                    </a:cubicBezTo>
                    <a:cubicBezTo>
                      <a:pt x="1837013" y="125455"/>
                      <a:pt x="1839679" y="128884"/>
                      <a:pt x="1842158" y="131742"/>
                    </a:cubicBezTo>
                    <a:cubicBezTo>
                      <a:pt x="1866922" y="161843"/>
                      <a:pt x="1891497" y="192132"/>
                      <a:pt x="1916454" y="222233"/>
                    </a:cubicBezTo>
                    <a:cubicBezTo>
                      <a:pt x="1921216" y="227947"/>
                      <a:pt x="1928076" y="232139"/>
                      <a:pt x="1933219" y="237663"/>
                    </a:cubicBezTo>
                    <a:cubicBezTo>
                      <a:pt x="1940459" y="245283"/>
                      <a:pt x="1949603" y="252524"/>
                      <a:pt x="1953413" y="261668"/>
                    </a:cubicBezTo>
                    <a:cubicBezTo>
                      <a:pt x="1965224" y="290433"/>
                      <a:pt x="1987894" y="302817"/>
                      <a:pt x="2016469" y="308151"/>
                    </a:cubicBezTo>
                    <a:cubicBezTo>
                      <a:pt x="2042570" y="313104"/>
                      <a:pt x="2068669" y="317296"/>
                      <a:pt x="2094578" y="323010"/>
                    </a:cubicBezTo>
                    <a:cubicBezTo>
                      <a:pt x="2126201" y="329868"/>
                      <a:pt x="2157636" y="337298"/>
                      <a:pt x="2188879" y="345681"/>
                    </a:cubicBezTo>
                    <a:cubicBezTo>
                      <a:pt x="2202404" y="349301"/>
                      <a:pt x="2216692" y="353491"/>
                      <a:pt x="2228314" y="360921"/>
                    </a:cubicBezTo>
                    <a:cubicBezTo>
                      <a:pt x="2260890" y="381496"/>
                      <a:pt x="2295753" y="395402"/>
                      <a:pt x="2334044" y="389878"/>
                    </a:cubicBezTo>
                    <a:cubicBezTo>
                      <a:pt x="2364715" y="385496"/>
                      <a:pt x="2390434" y="396736"/>
                      <a:pt x="2409485" y="414263"/>
                    </a:cubicBezTo>
                    <a:cubicBezTo>
                      <a:pt x="2444158" y="446078"/>
                      <a:pt x="2481305" y="438838"/>
                      <a:pt x="2518264" y="428552"/>
                    </a:cubicBezTo>
                    <a:cubicBezTo>
                      <a:pt x="2537315" y="423217"/>
                      <a:pt x="2552935" y="423979"/>
                      <a:pt x="2571034" y="429122"/>
                    </a:cubicBezTo>
                    <a:cubicBezTo>
                      <a:pt x="2612945" y="441124"/>
                      <a:pt x="2640950" y="473701"/>
                      <a:pt x="2668001" y="502276"/>
                    </a:cubicBezTo>
                    <a:cubicBezTo>
                      <a:pt x="2691054" y="526661"/>
                      <a:pt x="2716963" y="540377"/>
                      <a:pt x="2745348" y="550666"/>
                    </a:cubicBezTo>
                    <a:cubicBezTo>
                      <a:pt x="2781163" y="563810"/>
                      <a:pt x="2809548" y="558858"/>
                      <a:pt x="2826694" y="527233"/>
                    </a:cubicBezTo>
                    <a:cubicBezTo>
                      <a:pt x="2831457" y="518278"/>
                      <a:pt x="2839839" y="507800"/>
                      <a:pt x="2848793" y="505134"/>
                    </a:cubicBezTo>
                    <a:cubicBezTo>
                      <a:pt x="2892037" y="491800"/>
                      <a:pt x="2935854" y="472367"/>
                      <a:pt x="2982148" y="484179"/>
                    </a:cubicBezTo>
                    <a:cubicBezTo>
                      <a:pt x="3046158" y="500372"/>
                      <a:pt x="3108644" y="499420"/>
                      <a:pt x="3172654" y="483417"/>
                    </a:cubicBezTo>
                    <a:cubicBezTo>
                      <a:pt x="3276480" y="457508"/>
                      <a:pt x="3380305" y="430076"/>
                      <a:pt x="3489467" y="435790"/>
                    </a:cubicBezTo>
                    <a:cubicBezTo>
                      <a:pt x="3507563" y="436742"/>
                      <a:pt x="3529090" y="425121"/>
                      <a:pt x="3544713" y="413691"/>
                    </a:cubicBezTo>
                    <a:cubicBezTo>
                      <a:pt x="3574622" y="391974"/>
                      <a:pt x="3573288" y="390258"/>
                      <a:pt x="3606817" y="408167"/>
                    </a:cubicBezTo>
                    <a:cubicBezTo>
                      <a:pt x="3614819" y="412549"/>
                      <a:pt x="3624725" y="415215"/>
                      <a:pt x="3630632" y="421693"/>
                    </a:cubicBezTo>
                    <a:cubicBezTo>
                      <a:pt x="3660731" y="454650"/>
                      <a:pt x="3697880" y="446648"/>
                      <a:pt x="3734837" y="441886"/>
                    </a:cubicBezTo>
                    <a:cubicBezTo>
                      <a:pt x="3741315" y="440934"/>
                      <a:pt x="3749125" y="439600"/>
                      <a:pt x="3754652" y="442268"/>
                    </a:cubicBezTo>
                    <a:cubicBezTo>
                      <a:pt x="3779607" y="454268"/>
                      <a:pt x="3800753" y="450078"/>
                      <a:pt x="3822472" y="433694"/>
                    </a:cubicBezTo>
                    <a:cubicBezTo>
                      <a:pt x="3841331" y="419597"/>
                      <a:pt x="3863049" y="411215"/>
                      <a:pt x="3885338" y="428742"/>
                    </a:cubicBezTo>
                    <a:cubicBezTo>
                      <a:pt x="3934870" y="467605"/>
                      <a:pt x="3987829" y="469509"/>
                      <a:pt x="4043839" y="444934"/>
                    </a:cubicBezTo>
                    <a:cubicBezTo>
                      <a:pt x="4083845" y="427407"/>
                      <a:pt x="4123280" y="423407"/>
                      <a:pt x="4165383" y="441124"/>
                    </a:cubicBezTo>
                    <a:cubicBezTo>
                      <a:pt x="4181576" y="447982"/>
                      <a:pt x="4202531" y="443410"/>
                      <a:pt x="4221391" y="444934"/>
                    </a:cubicBezTo>
                    <a:cubicBezTo>
                      <a:pt x="4232060" y="445696"/>
                      <a:pt x="4243872" y="445886"/>
                      <a:pt x="4253014" y="450650"/>
                    </a:cubicBezTo>
                    <a:cubicBezTo>
                      <a:pt x="4277401" y="462843"/>
                      <a:pt x="4300070" y="478463"/>
                      <a:pt x="4324645" y="490466"/>
                    </a:cubicBezTo>
                    <a:cubicBezTo>
                      <a:pt x="4336457" y="496180"/>
                      <a:pt x="4350554" y="499228"/>
                      <a:pt x="4363890" y="499420"/>
                    </a:cubicBezTo>
                    <a:cubicBezTo>
                      <a:pt x="4403325" y="500372"/>
                      <a:pt x="4442761" y="500372"/>
                      <a:pt x="4482004" y="498658"/>
                    </a:cubicBezTo>
                    <a:cubicBezTo>
                      <a:pt x="4546776" y="495990"/>
                      <a:pt x="4612500" y="495418"/>
                      <a:pt x="4659174" y="438648"/>
                    </a:cubicBezTo>
                    <a:cubicBezTo>
                      <a:pt x="4662986" y="434076"/>
                      <a:pt x="4671176" y="431408"/>
                      <a:pt x="4677655" y="430646"/>
                    </a:cubicBezTo>
                    <a:cubicBezTo>
                      <a:pt x="4707564" y="427027"/>
                      <a:pt x="4738235" y="426645"/>
                      <a:pt x="4767764" y="420739"/>
                    </a:cubicBezTo>
                    <a:cubicBezTo>
                      <a:pt x="4791386" y="415977"/>
                      <a:pt x="4811009" y="417501"/>
                      <a:pt x="4828916" y="434266"/>
                    </a:cubicBezTo>
                    <a:cubicBezTo>
                      <a:pt x="4852348" y="456364"/>
                      <a:pt x="4880925" y="469319"/>
                      <a:pt x="4912168" y="462271"/>
                    </a:cubicBezTo>
                    <a:cubicBezTo>
                      <a:pt x="4943409" y="455412"/>
                      <a:pt x="4963984" y="470271"/>
                      <a:pt x="4987037" y="485703"/>
                    </a:cubicBezTo>
                    <a:cubicBezTo>
                      <a:pt x="5003801" y="496942"/>
                      <a:pt x="5022852" y="511040"/>
                      <a:pt x="5041521" y="512182"/>
                    </a:cubicBezTo>
                    <a:cubicBezTo>
                      <a:pt x="5083814" y="514658"/>
                      <a:pt x="5120201" y="553904"/>
                      <a:pt x="5166113" y="531615"/>
                    </a:cubicBezTo>
                    <a:cubicBezTo>
                      <a:pt x="5169161" y="530091"/>
                      <a:pt x="5174685" y="533901"/>
                      <a:pt x="5179067" y="534853"/>
                    </a:cubicBezTo>
                    <a:cubicBezTo>
                      <a:pt x="5214121" y="542093"/>
                      <a:pt x="5247078" y="535043"/>
                      <a:pt x="5272796" y="511230"/>
                    </a:cubicBezTo>
                    <a:cubicBezTo>
                      <a:pt x="5306516" y="480177"/>
                      <a:pt x="5343855" y="477129"/>
                      <a:pt x="5385384" y="487227"/>
                    </a:cubicBezTo>
                    <a:cubicBezTo>
                      <a:pt x="5398721" y="490466"/>
                      <a:pt x="5412057" y="492752"/>
                      <a:pt x="5425582" y="495418"/>
                    </a:cubicBezTo>
                    <a:cubicBezTo>
                      <a:pt x="5443870" y="499228"/>
                      <a:pt x="5462351" y="503230"/>
                      <a:pt x="5480637" y="507040"/>
                    </a:cubicBezTo>
                    <a:cubicBezTo>
                      <a:pt x="5498356" y="510850"/>
                      <a:pt x="5517979" y="517326"/>
                      <a:pt x="5531693" y="500944"/>
                    </a:cubicBezTo>
                    <a:cubicBezTo>
                      <a:pt x="5543506" y="486845"/>
                      <a:pt x="5551888" y="488179"/>
                      <a:pt x="5562746" y="500372"/>
                    </a:cubicBezTo>
                    <a:cubicBezTo>
                      <a:pt x="5600467" y="543045"/>
                      <a:pt x="5646189" y="569716"/>
                      <a:pt x="5704483" y="571620"/>
                    </a:cubicBezTo>
                    <a:cubicBezTo>
                      <a:pt x="5716485" y="572002"/>
                      <a:pt x="5728678" y="574668"/>
                      <a:pt x="5740488" y="577526"/>
                    </a:cubicBezTo>
                    <a:cubicBezTo>
                      <a:pt x="5747728" y="579241"/>
                      <a:pt x="5756493" y="581147"/>
                      <a:pt x="5760873" y="586291"/>
                    </a:cubicBezTo>
                    <a:cubicBezTo>
                      <a:pt x="5794974" y="625534"/>
                      <a:pt x="5837457" y="652777"/>
                      <a:pt x="5883751" y="674686"/>
                    </a:cubicBezTo>
                    <a:cubicBezTo>
                      <a:pt x="5900323" y="682496"/>
                      <a:pt x="5918042" y="690306"/>
                      <a:pt x="5935949" y="692592"/>
                    </a:cubicBezTo>
                    <a:cubicBezTo>
                      <a:pt x="5954617" y="694878"/>
                      <a:pt x="5974240" y="691068"/>
                      <a:pt x="5993291" y="688972"/>
                    </a:cubicBezTo>
                    <a:cubicBezTo>
                      <a:pt x="6004531" y="687830"/>
                      <a:pt x="6017485" y="688020"/>
                      <a:pt x="6026440" y="682496"/>
                    </a:cubicBezTo>
                    <a:cubicBezTo>
                      <a:pt x="6054825" y="665159"/>
                      <a:pt x="6082258" y="646491"/>
                      <a:pt x="6108738" y="626296"/>
                    </a:cubicBezTo>
                    <a:cubicBezTo>
                      <a:pt x="6131409" y="608960"/>
                      <a:pt x="6135981" y="606483"/>
                      <a:pt x="6155602" y="628202"/>
                    </a:cubicBezTo>
                    <a:cubicBezTo>
                      <a:pt x="6175797" y="650491"/>
                      <a:pt x="6200944" y="662111"/>
                      <a:pt x="6228756" y="666873"/>
                    </a:cubicBezTo>
                    <a:cubicBezTo>
                      <a:pt x="6272764" y="674304"/>
                      <a:pt x="6317151" y="680590"/>
                      <a:pt x="6361539" y="684210"/>
                    </a:cubicBezTo>
                    <a:cubicBezTo>
                      <a:pt x="6401736" y="687448"/>
                      <a:pt x="6420977" y="669922"/>
                      <a:pt x="6428979" y="630106"/>
                    </a:cubicBezTo>
                    <a:cubicBezTo>
                      <a:pt x="6433551" y="608007"/>
                      <a:pt x="6439458" y="584003"/>
                      <a:pt x="6463840" y="578098"/>
                    </a:cubicBezTo>
                    <a:cubicBezTo>
                      <a:pt x="6503658" y="568572"/>
                      <a:pt x="6544997" y="564382"/>
                      <a:pt x="6564620" y="517708"/>
                    </a:cubicBezTo>
                    <a:cubicBezTo>
                      <a:pt x="6575478" y="527995"/>
                      <a:pt x="6582146" y="534091"/>
                      <a:pt x="6588625" y="540187"/>
                    </a:cubicBezTo>
                    <a:cubicBezTo>
                      <a:pt x="6606531" y="557142"/>
                      <a:pt x="6643678" y="564382"/>
                      <a:pt x="6662541" y="549714"/>
                    </a:cubicBezTo>
                    <a:cubicBezTo>
                      <a:pt x="6690354" y="528377"/>
                      <a:pt x="6715883" y="532377"/>
                      <a:pt x="6742552" y="548952"/>
                    </a:cubicBezTo>
                    <a:cubicBezTo>
                      <a:pt x="6764841" y="562668"/>
                      <a:pt x="6788417" y="567954"/>
                      <a:pt x="6812063" y="568430"/>
                    </a:cubicBezTo>
                    <a:lnTo>
                      <a:pt x="6858001" y="562267"/>
                    </a:lnTo>
                    <a:lnTo>
                      <a:pt x="6858001" y="734520"/>
                    </a:lnTo>
                    <a:lnTo>
                      <a:pt x="6815516" y="744220"/>
                    </a:lnTo>
                    <a:cubicBezTo>
                      <a:pt x="6793035" y="749744"/>
                      <a:pt x="6771319" y="759651"/>
                      <a:pt x="6748458" y="763271"/>
                    </a:cubicBezTo>
                    <a:cubicBezTo>
                      <a:pt x="6694164" y="771843"/>
                      <a:pt x="6639488" y="777939"/>
                      <a:pt x="6584812" y="784797"/>
                    </a:cubicBezTo>
                    <a:cubicBezTo>
                      <a:pt x="6528424" y="791846"/>
                      <a:pt x="6472225" y="799276"/>
                      <a:pt x="6415833" y="805562"/>
                    </a:cubicBezTo>
                    <a:cubicBezTo>
                      <a:pt x="6384972" y="808802"/>
                      <a:pt x="6353919" y="809372"/>
                      <a:pt x="6323058" y="812420"/>
                    </a:cubicBezTo>
                    <a:cubicBezTo>
                      <a:pt x="6296005" y="815088"/>
                      <a:pt x="6269144" y="820041"/>
                      <a:pt x="6242093" y="823281"/>
                    </a:cubicBezTo>
                    <a:cubicBezTo>
                      <a:pt x="6218660" y="825947"/>
                      <a:pt x="6195037" y="827471"/>
                      <a:pt x="6171605" y="830139"/>
                    </a:cubicBezTo>
                    <a:cubicBezTo>
                      <a:pt x="6134075" y="834519"/>
                      <a:pt x="6096736" y="839473"/>
                      <a:pt x="6059397" y="844045"/>
                    </a:cubicBezTo>
                    <a:cubicBezTo>
                      <a:pt x="6043776" y="845759"/>
                      <a:pt x="6027392" y="850522"/>
                      <a:pt x="6012723" y="847665"/>
                    </a:cubicBezTo>
                    <a:cubicBezTo>
                      <a:pt x="5975764" y="840425"/>
                      <a:pt x="5939377" y="842521"/>
                      <a:pt x="5902610" y="847473"/>
                    </a:cubicBezTo>
                    <a:cubicBezTo>
                      <a:pt x="5890037" y="849190"/>
                      <a:pt x="5876511" y="848808"/>
                      <a:pt x="5864318" y="845569"/>
                    </a:cubicBezTo>
                    <a:cubicBezTo>
                      <a:pt x="5839361" y="839091"/>
                      <a:pt x="5815169" y="829947"/>
                      <a:pt x="5790592" y="821947"/>
                    </a:cubicBezTo>
                    <a:cubicBezTo>
                      <a:pt x="5787924" y="820995"/>
                      <a:pt x="5784686" y="820803"/>
                      <a:pt x="5781830" y="820233"/>
                    </a:cubicBezTo>
                    <a:cubicBezTo>
                      <a:pt x="5765635" y="816992"/>
                      <a:pt x="5749634" y="813754"/>
                      <a:pt x="5733440" y="810896"/>
                    </a:cubicBezTo>
                    <a:cubicBezTo>
                      <a:pt x="5724678" y="809372"/>
                      <a:pt x="5715723" y="809182"/>
                      <a:pt x="5706959" y="807848"/>
                    </a:cubicBezTo>
                    <a:cubicBezTo>
                      <a:pt x="5673050" y="802514"/>
                      <a:pt x="5635711" y="811468"/>
                      <a:pt x="5606372" y="788417"/>
                    </a:cubicBezTo>
                    <a:cubicBezTo>
                      <a:pt x="5587321" y="773557"/>
                      <a:pt x="5568842" y="776987"/>
                      <a:pt x="5548460" y="779273"/>
                    </a:cubicBezTo>
                    <a:cubicBezTo>
                      <a:pt x="5533027" y="780987"/>
                      <a:pt x="5517215" y="780415"/>
                      <a:pt x="5501594" y="780607"/>
                    </a:cubicBezTo>
                    <a:cubicBezTo>
                      <a:pt x="5474161" y="781177"/>
                      <a:pt x="5446728" y="781369"/>
                      <a:pt x="5419295" y="782321"/>
                    </a:cubicBezTo>
                    <a:cubicBezTo>
                      <a:pt x="5410531" y="782701"/>
                      <a:pt x="5401579" y="787465"/>
                      <a:pt x="5393005" y="786703"/>
                    </a:cubicBezTo>
                    <a:cubicBezTo>
                      <a:pt x="5353379" y="783083"/>
                      <a:pt x="5313754" y="777367"/>
                      <a:pt x="5274129" y="774129"/>
                    </a:cubicBezTo>
                    <a:cubicBezTo>
                      <a:pt x="5251650" y="772225"/>
                      <a:pt x="5228597" y="775843"/>
                      <a:pt x="5206308" y="773177"/>
                    </a:cubicBezTo>
                    <a:cubicBezTo>
                      <a:pt x="5180591" y="770129"/>
                      <a:pt x="5155445" y="762319"/>
                      <a:pt x="5129916" y="757554"/>
                    </a:cubicBezTo>
                    <a:cubicBezTo>
                      <a:pt x="5122867" y="756222"/>
                      <a:pt x="5115057" y="757936"/>
                      <a:pt x="5107627" y="758316"/>
                    </a:cubicBezTo>
                    <a:cubicBezTo>
                      <a:pt x="5099245" y="758699"/>
                      <a:pt x="5091052" y="759461"/>
                      <a:pt x="5082670" y="759651"/>
                    </a:cubicBezTo>
                    <a:cubicBezTo>
                      <a:pt x="5057141" y="760033"/>
                      <a:pt x="5031614" y="759461"/>
                      <a:pt x="5006086" y="760795"/>
                    </a:cubicBezTo>
                    <a:cubicBezTo>
                      <a:pt x="4990465" y="761557"/>
                      <a:pt x="4974082" y="769367"/>
                      <a:pt x="4959602" y="766509"/>
                    </a:cubicBezTo>
                    <a:cubicBezTo>
                      <a:pt x="4930075" y="760985"/>
                      <a:pt x="4900546" y="773367"/>
                      <a:pt x="4871019" y="763081"/>
                    </a:cubicBezTo>
                    <a:cubicBezTo>
                      <a:pt x="4861873" y="760033"/>
                      <a:pt x="4849300" y="767653"/>
                      <a:pt x="4838250" y="768033"/>
                    </a:cubicBezTo>
                    <a:cubicBezTo>
                      <a:pt x="4810627" y="768985"/>
                      <a:pt x="4783004" y="768795"/>
                      <a:pt x="4755381" y="768605"/>
                    </a:cubicBezTo>
                    <a:cubicBezTo>
                      <a:pt x="4730614" y="768415"/>
                      <a:pt x="4704895" y="771081"/>
                      <a:pt x="4681083" y="765747"/>
                    </a:cubicBezTo>
                    <a:cubicBezTo>
                      <a:pt x="4656126" y="760033"/>
                      <a:pt x="4633647" y="760795"/>
                      <a:pt x="4609452" y="767271"/>
                    </a:cubicBezTo>
                    <a:cubicBezTo>
                      <a:pt x="4592878" y="771653"/>
                      <a:pt x="4575351" y="772225"/>
                      <a:pt x="4558207" y="773557"/>
                    </a:cubicBezTo>
                    <a:cubicBezTo>
                      <a:pt x="4539728" y="775081"/>
                      <a:pt x="4519343" y="771081"/>
                      <a:pt x="4502579" y="777367"/>
                    </a:cubicBezTo>
                    <a:cubicBezTo>
                      <a:pt x="4452665" y="796038"/>
                      <a:pt x="4401419" y="800038"/>
                      <a:pt x="4349222" y="800038"/>
                    </a:cubicBezTo>
                    <a:cubicBezTo>
                      <a:pt x="4339695" y="800038"/>
                      <a:pt x="4329979" y="797372"/>
                      <a:pt x="4320837" y="794514"/>
                    </a:cubicBezTo>
                    <a:cubicBezTo>
                      <a:pt x="4267493" y="777367"/>
                      <a:pt x="4213961" y="778891"/>
                      <a:pt x="4159667" y="789370"/>
                    </a:cubicBezTo>
                    <a:cubicBezTo>
                      <a:pt x="4148427" y="791656"/>
                      <a:pt x="4135854" y="792038"/>
                      <a:pt x="4124614" y="789752"/>
                    </a:cubicBezTo>
                    <a:cubicBezTo>
                      <a:pt x="4092989" y="783083"/>
                      <a:pt x="4062318" y="772033"/>
                      <a:pt x="4030503" y="767271"/>
                    </a:cubicBezTo>
                    <a:cubicBezTo>
                      <a:pt x="3977925" y="759461"/>
                      <a:pt x="3932394" y="785749"/>
                      <a:pt x="3885338" y="802896"/>
                    </a:cubicBezTo>
                    <a:cubicBezTo>
                      <a:pt x="3840569" y="819089"/>
                      <a:pt x="3802467" y="855666"/>
                      <a:pt x="3749506" y="847473"/>
                    </a:cubicBezTo>
                    <a:cubicBezTo>
                      <a:pt x="3744173" y="846711"/>
                      <a:pt x="3738267" y="851856"/>
                      <a:pt x="3732361" y="853190"/>
                    </a:cubicBezTo>
                    <a:cubicBezTo>
                      <a:pt x="3716168" y="856810"/>
                      <a:pt x="3699976" y="861190"/>
                      <a:pt x="3683591" y="862906"/>
                    </a:cubicBezTo>
                    <a:cubicBezTo>
                      <a:pt x="3663589" y="865192"/>
                      <a:pt x="3643204" y="864430"/>
                      <a:pt x="3623201" y="866334"/>
                    </a:cubicBezTo>
                    <a:cubicBezTo>
                      <a:pt x="3597482" y="868620"/>
                      <a:pt x="3572146" y="874716"/>
                      <a:pt x="3546617" y="874716"/>
                    </a:cubicBezTo>
                    <a:cubicBezTo>
                      <a:pt x="3526042" y="874716"/>
                      <a:pt x="3505657" y="867668"/>
                      <a:pt x="3485275" y="864238"/>
                    </a:cubicBezTo>
                    <a:cubicBezTo>
                      <a:pt x="3456508" y="859476"/>
                      <a:pt x="3424883" y="860810"/>
                      <a:pt x="3399546" y="848618"/>
                    </a:cubicBezTo>
                    <a:cubicBezTo>
                      <a:pt x="3372495" y="835663"/>
                      <a:pt x="3346776" y="829757"/>
                      <a:pt x="3318771" y="833757"/>
                    </a:cubicBezTo>
                    <a:cubicBezTo>
                      <a:pt x="3309437" y="835091"/>
                      <a:pt x="3297434" y="843093"/>
                      <a:pt x="3293244" y="851284"/>
                    </a:cubicBezTo>
                    <a:cubicBezTo>
                      <a:pt x="3283908" y="869572"/>
                      <a:pt x="3271145" y="872812"/>
                      <a:pt x="3253809" y="866524"/>
                    </a:cubicBezTo>
                    <a:cubicBezTo>
                      <a:pt x="3238758" y="861190"/>
                      <a:pt x="3220280" y="858524"/>
                      <a:pt x="3209993" y="848235"/>
                    </a:cubicBezTo>
                    <a:cubicBezTo>
                      <a:pt x="3180844" y="819089"/>
                      <a:pt x="3143695" y="818136"/>
                      <a:pt x="3107500" y="810326"/>
                    </a:cubicBezTo>
                    <a:cubicBezTo>
                      <a:pt x="3085403" y="805562"/>
                      <a:pt x="3064827" y="805372"/>
                      <a:pt x="3042728" y="808610"/>
                    </a:cubicBezTo>
                    <a:cubicBezTo>
                      <a:pt x="2994722" y="815850"/>
                      <a:pt x="2948047" y="805562"/>
                      <a:pt x="2901943" y="792418"/>
                    </a:cubicBezTo>
                    <a:cubicBezTo>
                      <a:pt x="2871462" y="783655"/>
                      <a:pt x="2840219" y="778321"/>
                      <a:pt x="2809930" y="769367"/>
                    </a:cubicBezTo>
                    <a:cubicBezTo>
                      <a:pt x="2787259" y="762509"/>
                      <a:pt x="2764590" y="754316"/>
                      <a:pt x="2743826" y="743268"/>
                    </a:cubicBezTo>
                    <a:cubicBezTo>
                      <a:pt x="2713723" y="727073"/>
                      <a:pt x="2687436" y="702689"/>
                      <a:pt x="2649143" y="709167"/>
                    </a:cubicBezTo>
                    <a:cubicBezTo>
                      <a:pt x="2615421" y="714881"/>
                      <a:pt x="2584942" y="702881"/>
                      <a:pt x="2554079" y="691450"/>
                    </a:cubicBezTo>
                    <a:cubicBezTo>
                      <a:pt x="2531409" y="683068"/>
                      <a:pt x="2508742" y="674494"/>
                      <a:pt x="2485307" y="669160"/>
                    </a:cubicBezTo>
                    <a:cubicBezTo>
                      <a:pt x="2457492" y="662873"/>
                      <a:pt x="2426059" y="665541"/>
                      <a:pt x="2401292" y="653919"/>
                    </a:cubicBezTo>
                    <a:cubicBezTo>
                      <a:pt x="2375383" y="641727"/>
                      <a:pt x="2353859" y="649919"/>
                      <a:pt x="2330806" y="653349"/>
                    </a:cubicBezTo>
                    <a:cubicBezTo>
                      <a:pt x="2294039" y="658683"/>
                      <a:pt x="2257459" y="668590"/>
                      <a:pt x="2220312" y="656015"/>
                    </a:cubicBezTo>
                    <a:cubicBezTo>
                      <a:pt x="2175163" y="640775"/>
                      <a:pt x="2130393" y="624392"/>
                      <a:pt x="2085054" y="609914"/>
                    </a:cubicBezTo>
                    <a:cubicBezTo>
                      <a:pt x="2067525" y="604387"/>
                      <a:pt x="2048668" y="602101"/>
                      <a:pt x="2030378" y="599625"/>
                    </a:cubicBezTo>
                    <a:cubicBezTo>
                      <a:pt x="2013043" y="597529"/>
                      <a:pt x="1992279" y="602863"/>
                      <a:pt x="1978940" y="594863"/>
                    </a:cubicBezTo>
                    <a:cubicBezTo>
                      <a:pt x="1944649" y="574288"/>
                      <a:pt x="1909408" y="564192"/>
                      <a:pt x="1869780" y="564192"/>
                    </a:cubicBezTo>
                    <a:cubicBezTo>
                      <a:pt x="1854920" y="564192"/>
                      <a:pt x="1840441" y="555618"/>
                      <a:pt x="1825393" y="554094"/>
                    </a:cubicBezTo>
                    <a:cubicBezTo>
                      <a:pt x="1804816" y="552190"/>
                      <a:pt x="1781194" y="547045"/>
                      <a:pt x="1763287" y="554286"/>
                    </a:cubicBezTo>
                    <a:cubicBezTo>
                      <a:pt x="1721185" y="571430"/>
                      <a:pt x="1687086" y="557142"/>
                      <a:pt x="1650317" y="540187"/>
                    </a:cubicBezTo>
                    <a:cubicBezTo>
                      <a:pt x="1614120" y="523423"/>
                      <a:pt x="1576019" y="510088"/>
                      <a:pt x="1537537" y="499038"/>
                    </a:cubicBezTo>
                    <a:cubicBezTo>
                      <a:pt x="1523059" y="495038"/>
                      <a:pt x="1505724" y="501706"/>
                      <a:pt x="1489720" y="503038"/>
                    </a:cubicBezTo>
                    <a:cubicBezTo>
                      <a:pt x="1484004" y="503420"/>
                      <a:pt x="1477717" y="503992"/>
                      <a:pt x="1472575" y="502086"/>
                    </a:cubicBezTo>
                    <a:cubicBezTo>
                      <a:pt x="1422854" y="483797"/>
                      <a:pt x="1372368" y="469891"/>
                      <a:pt x="1318456" y="479415"/>
                    </a:cubicBezTo>
                    <a:cubicBezTo>
                      <a:pt x="1313504" y="480369"/>
                      <a:pt x="1307978" y="478273"/>
                      <a:pt x="1303024" y="476939"/>
                    </a:cubicBezTo>
                    <a:cubicBezTo>
                      <a:pt x="1278829" y="470081"/>
                      <a:pt x="1255206" y="459223"/>
                      <a:pt x="1230633" y="456746"/>
                    </a:cubicBezTo>
                    <a:cubicBezTo>
                      <a:pt x="1170051" y="450650"/>
                      <a:pt x="1109091" y="448172"/>
                      <a:pt x="1048125" y="444172"/>
                    </a:cubicBezTo>
                    <a:cubicBezTo>
                      <a:pt x="1044315" y="443982"/>
                      <a:pt x="1040315" y="443982"/>
                      <a:pt x="1036887" y="442648"/>
                    </a:cubicBezTo>
                    <a:cubicBezTo>
                      <a:pt x="1014406" y="434456"/>
                      <a:pt x="994785" y="437124"/>
                      <a:pt x="975733" y="452744"/>
                    </a:cubicBezTo>
                    <a:cubicBezTo>
                      <a:pt x="967350" y="459603"/>
                      <a:pt x="955920" y="463223"/>
                      <a:pt x="945444" y="467033"/>
                    </a:cubicBezTo>
                    <a:cubicBezTo>
                      <a:pt x="930011" y="472749"/>
                      <a:pt x="914200" y="478273"/>
                      <a:pt x="898198" y="481893"/>
                    </a:cubicBezTo>
                    <a:cubicBezTo>
                      <a:pt x="882384" y="485321"/>
                      <a:pt x="865430" y="490084"/>
                      <a:pt x="850189" y="487417"/>
                    </a:cubicBezTo>
                    <a:cubicBezTo>
                      <a:pt x="822756" y="482655"/>
                      <a:pt x="796655" y="471987"/>
                      <a:pt x="769605" y="464937"/>
                    </a:cubicBezTo>
                    <a:cubicBezTo>
                      <a:pt x="760270" y="462461"/>
                      <a:pt x="749982" y="462843"/>
                      <a:pt x="740268" y="462651"/>
                    </a:cubicBezTo>
                    <a:cubicBezTo>
                      <a:pt x="717977" y="462081"/>
                      <a:pt x="695116" y="467605"/>
                      <a:pt x="674923" y="451792"/>
                    </a:cubicBezTo>
                    <a:cubicBezTo>
                      <a:pt x="656255" y="436934"/>
                      <a:pt x="637392" y="441314"/>
                      <a:pt x="617772" y="452554"/>
                    </a:cubicBezTo>
                    <a:cubicBezTo>
                      <a:pt x="603673" y="460557"/>
                      <a:pt x="587672" y="466843"/>
                      <a:pt x="571860" y="469891"/>
                    </a:cubicBezTo>
                    <a:cubicBezTo>
                      <a:pt x="550141" y="474081"/>
                      <a:pt x="528615" y="475797"/>
                      <a:pt x="505182" y="473319"/>
                    </a:cubicBezTo>
                    <a:cubicBezTo>
                      <a:pt x="488607" y="471605"/>
                      <a:pt x="475081" y="470843"/>
                      <a:pt x="462126" y="460747"/>
                    </a:cubicBezTo>
                    <a:cubicBezTo>
                      <a:pt x="460032" y="459223"/>
                      <a:pt x="456222" y="458841"/>
                      <a:pt x="453364" y="459033"/>
                    </a:cubicBezTo>
                    <a:cubicBezTo>
                      <a:pt x="415835" y="462271"/>
                      <a:pt x="378686" y="460557"/>
                      <a:pt x="340774" y="458268"/>
                    </a:cubicBezTo>
                    <a:cubicBezTo>
                      <a:pt x="292579" y="455222"/>
                      <a:pt x="241901" y="464175"/>
                      <a:pt x="200182" y="496180"/>
                    </a:cubicBezTo>
                    <a:cubicBezTo>
                      <a:pt x="194085" y="500944"/>
                      <a:pt x="184941" y="503038"/>
                      <a:pt x="176939" y="504182"/>
                    </a:cubicBezTo>
                    <a:cubicBezTo>
                      <a:pt x="139219" y="509134"/>
                      <a:pt x="101308" y="512564"/>
                      <a:pt x="63587" y="518088"/>
                    </a:cubicBezTo>
                    <a:cubicBezTo>
                      <a:pt x="43012" y="521137"/>
                      <a:pt x="21486" y="523805"/>
                      <a:pt x="2817" y="532187"/>
                    </a:cubicBezTo>
                    <a:lnTo>
                      <a:pt x="0" y="53331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417E3CDF-0144-4FB2-A798-156EC31042B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rot="5400000">
                <a:off x="4628357" y="2991642"/>
                <a:ext cx="6858001" cy="874716"/>
              </a:xfrm>
              <a:custGeom>
                <a:avLst/>
                <a:gdLst>
                  <a:gd name="connsiteX0" fmla="*/ 0 w 6858001"/>
                  <a:gd name="connsiteY0" fmla="*/ 533314 h 874716"/>
                  <a:gd name="connsiteX1" fmla="*/ 0 w 6858001"/>
                  <a:gd name="connsiteY1" fmla="*/ 69206 h 874716"/>
                  <a:gd name="connsiteX2" fmla="*/ 21486 w 6858001"/>
                  <a:gd name="connsiteY2" fmla="*/ 71924 h 874716"/>
                  <a:gd name="connsiteX3" fmla="*/ 228948 w 6858001"/>
                  <a:gd name="connsiteY3" fmla="*/ 88116 h 874716"/>
                  <a:gd name="connsiteX4" fmla="*/ 313533 w 6858001"/>
                  <a:gd name="connsiteY4" fmla="*/ 62779 h 874716"/>
                  <a:gd name="connsiteX5" fmla="*/ 338870 w 6858001"/>
                  <a:gd name="connsiteY5" fmla="*/ 62207 h 874716"/>
                  <a:gd name="connsiteX6" fmla="*/ 395640 w 6858001"/>
                  <a:gd name="connsiteY6" fmla="*/ 72114 h 874716"/>
                  <a:gd name="connsiteX7" fmla="*/ 512802 w 6858001"/>
                  <a:gd name="connsiteY7" fmla="*/ 65446 h 874716"/>
                  <a:gd name="connsiteX8" fmla="*/ 556047 w 6858001"/>
                  <a:gd name="connsiteY8" fmla="*/ 55349 h 874716"/>
                  <a:gd name="connsiteX9" fmla="*/ 580050 w 6858001"/>
                  <a:gd name="connsiteY9" fmla="*/ 48871 h 874716"/>
                  <a:gd name="connsiteX10" fmla="*/ 703308 w 6858001"/>
                  <a:gd name="connsiteY10" fmla="*/ 30964 h 874716"/>
                  <a:gd name="connsiteX11" fmla="*/ 758174 w 6858001"/>
                  <a:gd name="connsiteY11" fmla="*/ 11724 h 874716"/>
                  <a:gd name="connsiteX12" fmla="*/ 773035 w 6858001"/>
                  <a:gd name="connsiteY12" fmla="*/ 8866 h 874716"/>
                  <a:gd name="connsiteX13" fmla="*/ 854379 w 6858001"/>
                  <a:gd name="connsiteY13" fmla="*/ 16866 h 874716"/>
                  <a:gd name="connsiteX14" fmla="*/ 915343 w 6858001"/>
                  <a:gd name="connsiteY14" fmla="*/ 47919 h 874716"/>
                  <a:gd name="connsiteX15" fmla="*/ 927155 w 6858001"/>
                  <a:gd name="connsiteY15" fmla="*/ 58397 h 874716"/>
                  <a:gd name="connsiteX16" fmla="*/ 1097087 w 6858001"/>
                  <a:gd name="connsiteY16" fmla="*/ 54777 h 874716"/>
                  <a:gd name="connsiteX17" fmla="*/ 1123185 w 6858001"/>
                  <a:gd name="connsiteY17" fmla="*/ 50395 h 874716"/>
                  <a:gd name="connsiteX18" fmla="*/ 1249302 w 6858001"/>
                  <a:gd name="connsiteY18" fmla="*/ 68684 h 874716"/>
                  <a:gd name="connsiteX19" fmla="*/ 1286069 w 6858001"/>
                  <a:gd name="connsiteY19" fmla="*/ 72304 h 874716"/>
                  <a:gd name="connsiteX20" fmla="*/ 1417899 w 6858001"/>
                  <a:gd name="connsiteY20" fmla="*/ 88688 h 874716"/>
                  <a:gd name="connsiteX21" fmla="*/ 1436568 w 6858001"/>
                  <a:gd name="connsiteY21" fmla="*/ 73448 h 874716"/>
                  <a:gd name="connsiteX22" fmla="*/ 1490292 w 6858001"/>
                  <a:gd name="connsiteY22" fmla="*/ 35154 h 874716"/>
                  <a:gd name="connsiteX23" fmla="*/ 1596213 w 6858001"/>
                  <a:gd name="connsiteY23" fmla="*/ 1245 h 874716"/>
                  <a:gd name="connsiteX24" fmla="*/ 1624980 w 6858001"/>
                  <a:gd name="connsiteY24" fmla="*/ 3150 h 874716"/>
                  <a:gd name="connsiteX25" fmla="*/ 1697753 w 6858001"/>
                  <a:gd name="connsiteY25" fmla="*/ 59731 h 874716"/>
                  <a:gd name="connsiteX26" fmla="*/ 1733188 w 6858001"/>
                  <a:gd name="connsiteY26" fmla="*/ 82400 h 874716"/>
                  <a:gd name="connsiteX27" fmla="*/ 1833775 w 6858001"/>
                  <a:gd name="connsiteY27" fmla="*/ 124121 h 874716"/>
                  <a:gd name="connsiteX28" fmla="*/ 1842158 w 6858001"/>
                  <a:gd name="connsiteY28" fmla="*/ 131742 h 874716"/>
                  <a:gd name="connsiteX29" fmla="*/ 1916454 w 6858001"/>
                  <a:gd name="connsiteY29" fmla="*/ 222233 h 874716"/>
                  <a:gd name="connsiteX30" fmla="*/ 1933219 w 6858001"/>
                  <a:gd name="connsiteY30" fmla="*/ 237663 h 874716"/>
                  <a:gd name="connsiteX31" fmla="*/ 1953413 w 6858001"/>
                  <a:gd name="connsiteY31" fmla="*/ 261668 h 874716"/>
                  <a:gd name="connsiteX32" fmla="*/ 2016469 w 6858001"/>
                  <a:gd name="connsiteY32" fmla="*/ 308151 h 874716"/>
                  <a:gd name="connsiteX33" fmla="*/ 2094578 w 6858001"/>
                  <a:gd name="connsiteY33" fmla="*/ 323010 h 874716"/>
                  <a:gd name="connsiteX34" fmla="*/ 2188879 w 6858001"/>
                  <a:gd name="connsiteY34" fmla="*/ 345681 h 874716"/>
                  <a:gd name="connsiteX35" fmla="*/ 2228314 w 6858001"/>
                  <a:gd name="connsiteY35" fmla="*/ 360921 h 874716"/>
                  <a:gd name="connsiteX36" fmla="*/ 2334044 w 6858001"/>
                  <a:gd name="connsiteY36" fmla="*/ 389878 h 874716"/>
                  <a:gd name="connsiteX37" fmla="*/ 2409485 w 6858001"/>
                  <a:gd name="connsiteY37" fmla="*/ 414263 h 874716"/>
                  <a:gd name="connsiteX38" fmla="*/ 2518264 w 6858001"/>
                  <a:gd name="connsiteY38" fmla="*/ 428552 h 874716"/>
                  <a:gd name="connsiteX39" fmla="*/ 2571034 w 6858001"/>
                  <a:gd name="connsiteY39" fmla="*/ 429122 h 874716"/>
                  <a:gd name="connsiteX40" fmla="*/ 2668001 w 6858001"/>
                  <a:gd name="connsiteY40" fmla="*/ 502276 h 874716"/>
                  <a:gd name="connsiteX41" fmla="*/ 2745348 w 6858001"/>
                  <a:gd name="connsiteY41" fmla="*/ 550666 h 874716"/>
                  <a:gd name="connsiteX42" fmla="*/ 2826694 w 6858001"/>
                  <a:gd name="connsiteY42" fmla="*/ 527233 h 874716"/>
                  <a:gd name="connsiteX43" fmla="*/ 2848793 w 6858001"/>
                  <a:gd name="connsiteY43" fmla="*/ 505134 h 874716"/>
                  <a:gd name="connsiteX44" fmla="*/ 2982148 w 6858001"/>
                  <a:gd name="connsiteY44" fmla="*/ 484179 h 874716"/>
                  <a:gd name="connsiteX45" fmla="*/ 3172654 w 6858001"/>
                  <a:gd name="connsiteY45" fmla="*/ 483417 h 874716"/>
                  <a:gd name="connsiteX46" fmla="*/ 3489467 w 6858001"/>
                  <a:gd name="connsiteY46" fmla="*/ 435790 h 874716"/>
                  <a:gd name="connsiteX47" fmla="*/ 3544713 w 6858001"/>
                  <a:gd name="connsiteY47" fmla="*/ 413691 h 874716"/>
                  <a:gd name="connsiteX48" fmla="*/ 3606817 w 6858001"/>
                  <a:gd name="connsiteY48" fmla="*/ 408167 h 874716"/>
                  <a:gd name="connsiteX49" fmla="*/ 3630632 w 6858001"/>
                  <a:gd name="connsiteY49" fmla="*/ 421693 h 874716"/>
                  <a:gd name="connsiteX50" fmla="*/ 3734837 w 6858001"/>
                  <a:gd name="connsiteY50" fmla="*/ 441886 h 874716"/>
                  <a:gd name="connsiteX51" fmla="*/ 3754652 w 6858001"/>
                  <a:gd name="connsiteY51" fmla="*/ 442268 h 874716"/>
                  <a:gd name="connsiteX52" fmla="*/ 3822472 w 6858001"/>
                  <a:gd name="connsiteY52" fmla="*/ 433694 h 874716"/>
                  <a:gd name="connsiteX53" fmla="*/ 3885338 w 6858001"/>
                  <a:gd name="connsiteY53" fmla="*/ 428742 h 874716"/>
                  <a:gd name="connsiteX54" fmla="*/ 4043839 w 6858001"/>
                  <a:gd name="connsiteY54" fmla="*/ 444934 h 874716"/>
                  <a:gd name="connsiteX55" fmla="*/ 4165383 w 6858001"/>
                  <a:gd name="connsiteY55" fmla="*/ 441124 h 874716"/>
                  <a:gd name="connsiteX56" fmla="*/ 4221391 w 6858001"/>
                  <a:gd name="connsiteY56" fmla="*/ 444934 h 874716"/>
                  <a:gd name="connsiteX57" fmla="*/ 4253014 w 6858001"/>
                  <a:gd name="connsiteY57" fmla="*/ 450650 h 874716"/>
                  <a:gd name="connsiteX58" fmla="*/ 4324645 w 6858001"/>
                  <a:gd name="connsiteY58" fmla="*/ 490466 h 874716"/>
                  <a:gd name="connsiteX59" fmla="*/ 4363890 w 6858001"/>
                  <a:gd name="connsiteY59" fmla="*/ 499420 h 874716"/>
                  <a:gd name="connsiteX60" fmla="*/ 4482004 w 6858001"/>
                  <a:gd name="connsiteY60" fmla="*/ 498658 h 874716"/>
                  <a:gd name="connsiteX61" fmla="*/ 4659174 w 6858001"/>
                  <a:gd name="connsiteY61" fmla="*/ 438648 h 874716"/>
                  <a:gd name="connsiteX62" fmla="*/ 4677655 w 6858001"/>
                  <a:gd name="connsiteY62" fmla="*/ 430646 h 874716"/>
                  <a:gd name="connsiteX63" fmla="*/ 4767764 w 6858001"/>
                  <a:gd name="connsiteY63" fmla="*/ 420739 h 874716"/>
                  <a:gd name="connsiteX64" fmla="*/ 4828916 w 6858001"/>
                  <a:gd name="connsiteY64" fmla="*/ 434266 h 874716"/>
                  <a:gd name="connsiteX65" fmla="*/ 4912168 w 6858001"/>
                  <a:gd name="connsiteY65" fmla="*/ 462271 h 874716"/>
                  <a:gd name="connsiteX66" fmla="*/ 4987037 w 6858001"/>
                  <a:gd name="connsiteY66" fmla="*/ 485703 h 874716"/>
                  <a:gd name="connsiteX67" fmla="*/ 5041521 w 6858001"/>
                  <a:gd name="connsiteY67" fmla="*/ 512182 h 874716"/>
                  <a:gd name="connsiteX68" fmla="*/ 5166113 w 6858001"/>
                  <a:gd name="connsiteY68" fmla="*/ 531615 h 874716"/>
                  <a:gd name="connsiteX69" fmla="*/ 5179067 w 6858001"/>
                  <a:gd name="connsiteY69" fmla="*/ 534853 h 874716"/>
                  <a:gd name="connsiteX70" fmla="*/ 5272796 w 6858001"/>
                  <a:gd name="connsiteY70" fmla="*/ 511230 h 874716"/>
                  <a:gd name="connsiteX71" fmla="*/ 5385384 w 6858001"/>
                  <a:gd name="connsiteY71" fmla="*/ 487227 h 874716"/>
                  <a:gd name="connsiteX72" fmla="*/ 5425582 w 6858001"/>
                  <a:gd name="connsiteY72" fmla="*/ 495418 h 874716"/>
                  <a:gd name="connsiteX73" fmla="*/ 5480637 w 6858001"/>
                  <a:gd name="connsiteY73" fmla="*/ 507040 h 874716"/>
                  <a:gd name="connsiteX74" fmla="*/ 5531693 w 6858001"/>
                  <a:gd name="connsiteY74" fmla="*/ 500944 h 874716"/>
                  <a:gd name="connsiteX75" fmla="*/ 5562746 w 6858001"/>
                  <a:gd name="connsiteY75" fmla="*/ 500372 h 874716"/>
                  <a:gd name="connsiteX76" fmla="*/ 5704483 w 6858001"/>
                  <a:gd name="connsiteY76" fmla="*/ 571620 h 874716"/>
                  <a:gd name="connsiteX77" fmla="*/ 5740488 w 6858001"/>
                  <a:gd name="connsiteY77" fmla="*/ 577526 h 874716"/>
                  <a:gd name="connsiteX78" fmla="*/ 5760873 w 6858001"/>
                  <a:gd name="connsiteY78" fmla="*/ 586291 h 874716"/>
                  <a:gd name="connsiteX79" fmla="*/ 5883751 w 6858001"/>
                  <a:gd name="connsiteY79" fmla="*/ 674686 h 874716"/>
                  <a:gd name="connsiteX80" fmla="*/ 5935949 w 6858001"/>
                  <a:gd name="connsiteY80" fmla="*/ 692592 h 874716"/>
                  <a:gd name="connsiteX81" fmla="*/ 5993291 w 6858001"/>
                  <a:gd name="connsiteY81" fmla="*/ 688972 h 874716"/>
                  <a:gd name="connsiteX82" fmla="*/ 6026440 w 6858001"/>
                  <a:gd name="connsiteY82" fmla="*/ 682496 h 874716"/>
                  <a:gd name="connsiteX83" fmla="*/ 6108738 w 6858001"/>
                  <a:gd name="connsiteY83" fmla="*/ 626296 h 874716"/>
                  <a:gd name="connsiteX84" fmla="*/ 6155602 w 6858001"/>
                  <a:gd name="connsiteY84" fmla="*/ 628202 h 874716"/>
                  <a:gd name="connsiteX85" fmla="*/ 6228756 w 6858001"/>
                  <a:gd name="connsiteY85" fmla="*/ 666873 h 874716"/>
                  <a:gd name="connsiteX86" fmla="*/ 6361539 w 6858001"/>
                  <a:gd name="connsiteY86" fmla="*/ 684210 h 874716"/>
                  <a:gd name="connsiteX87" fmla="*/ 6428979 w 6858001"/>
                  <a:gd name="connsiteY87" fmla="*/ 630106 h 874716"/>
                  <a:gd name="connsiteX88" fmla="*/ 6463840 w 6858001"/>
                  <a:gd name="connsiteY88" fmla="*/ 578098 h 874716"/>
                  <a:gd name="connsiteX89" fmla="*/ 6564620 w 6858001"/>
                  <a:gd name="connsiteY89" fmla="*/ 517708 h 874716"/>
                  <a:gd name="connsiteX90" fmla="*/ 6588625 w 6858001"/>
                  <a:gd name="connsiteY90" fmla="*/ 540187 h 874716"/>
                  <a:gd name="connsiteX91" fmla="*/ 6662541 w 6858001"/>
                  <a:gd name="connsiteY91" fmla="*/ 549714 h 874716"/>
                  <a:gd name="connsiteX92" fmla="*/ 6742552 w 6858001"/>
                  <a:gd name="connsiteY92" fmla="*/ 548952 h 874716"/>
                  <a:gd name="connsiteX93" fmla="*/ 6812063 w 6858001"/>
                  <a:gd name="connsiteY93" fmla="*/ 568430 h 874716"/>
                  <a:gd name="connsiteX94" fmla="*/ 6858001 w 6858001"/>
                  <a:gd name="connsiteY94" fmla="*/ 562267 h 874716"/>
                  <a:gd name="connsiteX95" fmla="*/ 6858001 w 6858001"/>
                  <a:gd name="connsiteY95" fmla="*/ 734520 h 874716"/>
                  <a:gd name="connsiteX96" fmla="*/ 6815516 w 6858001"/>
                  <a:gd name="connsiteY96" fmla="*/ 744220 h 874716"/>
                  <a:gd name="connsiteX97" fmla="*/ 6748458 w 6858001"/>
                  <a:gd name="connsiteY97" fmla="*/ 763271 h 874716"/>
                  <a:gd name="connsiteX98" fmla="*/ 6584812 w 6858001"/>
                  <a:gd name="connsiteY98" fmla="*/ 784797 h 874716"/>
                  <a:gd name="connsiteX99" fmla="*/ 6415833 w 6858001"/>
                  <a:gd name="connsiteY99" fmla="*/ 805562 h 874716"/>
                  <a:gd name="connsiteX100" fmla="*/ 6323058 w 6858001"/>
                  <a:gd name="connsiteY100" fmla="*/ 812420 h 874716"/>
                  <a:gd name="connsiteX101" fmla="*/ 6242093 w 6858001"/>
                  <a:gd name="connsiteY101" fmla="*/ 823281 h 874716"/>
                  <a:gd name="connsiteX102" fmla="*/ 6171605 w 6858001"/>
                  <a:gd name="connsiteY102" fmla="*/ 830139 h 874716"/>
                  <a:gd name="connsiteX103" fmla="*/ 6059397 w 6858001"/>
                  <a:gd name="connsiteY103" fmla="*/ 844045 h 874716"/>
                  <a:gd name="connsiteX104" fmla="*/ 6012723 w 6858001"/>
                  <a:gd name="connsiteY104" fmla="*/ 847665 h 874716"/>
                  <a:gd name="connsiteX105" fmla="*/ 5902610 w 6858001"/>
                  <a:gd name="connsiteY105" fmla="*/ 847473 h 874716"/>
                  <a:gd name="connsiteX106" fmla="*/ 5864318 w 6858001"/>
                  <a:gd name="connsiteY106" fmla="*/ 845569 h 874716"/>
                  <a:gd name="connsiteX107" fmla="*/ 5790592 w 6858001"/>
                  <a:gd name="connsiteY107" fmla="*/ 821947 h 874716"/>
                  <a:gd name="connsiteX108" fmla="*/ 5781830 w 6858001"/>
                  <a:gd name="connsiteY108" fmla="*/ 820233 h 874716"/>
                  <a:gd name="connsiteX109" fmla="*/ 5733440 w 6858001"/>
                  <a:gd name="connsiteY109" fmla="*/ 810896 h 874716"/>
                  <a:gd name="connsiteX110" fmla="*/ 5706959 w 6858001"/>
                  <a:gd name="connsiteY110" fmla="*/ 807848 h 874716"/>
                  <a:gd name="connsiteX111" fmla="*/ 5606372 w 6858001"/>
                  <a:gd name="connsiteY111" fmla="*/ 788417 h 874716"/>
                  <a:gd name="connsiteX112" fmla="*/ 5548460 w 6858001"/>
                  <a:gd name="connsiteY112" fmla="*/ 779273 h 874716"/>
                  <a:gd name="connsiteX113" fmla="*/ 5501594 w 6858001"/>
                  <a:gd name="connsiteY113" fmla="*/ 780607 h 874716"/>
                  <a:gd name="connsiteX114" fmla="*/ 5419295 w 6858001"/>
                  <a:gd name="connsiteY114" fmla="*/ 782321 h 874716"/>
                  <a:gd name="connsiteX115" fmla="*/ 5393005 w 6858001"/>
                  <a:gd name="connsiteY115" fmla="*/ 786703 h 874716"/>
                  <a:gd name="connsiteX116" fmla="*/ 5274129 w 6858001"/>
                  <a:gd name="connsiteY116" fmla="*/ 774129 h 874716"/>
                  <a:gd name="connsiteX117" fmla="*/ 5206308 w 6858001"/>
                  <a:gd name="connsiteY117" fmla="*/ 773177 h 874716"/>
                  <a:gd name="connsiteX118" fmla="*/ 5129916 w 6858001"/>
                  <a:gd name="connsiteY118" fmla="*/ 757554 h 874716"/>
                  <a:gd name="connsiteX119" fmla="*/ 5107627 w 6858001"/>
                  <a:gd name="connsiteY119" fmla="*/ 758316 h 874716"/>
                  <a:gd name="connsiteX120" fmla="*/ 5082670 w 6858001"/>
                  <a:gd name="connsiteY120" fmla="*/ 759651 h 874716"/>
                  <a:gd name="connsiteX121" fmla="*/ 5006086 w 6858001"/>
                  <a:gd name="connsiteY121" fmla="*/ 760795 h 874716"/>
                  <a:gd name="connsiteX122" fmla="*/ 4959602 w 6858001"/>
                  <a:gd name="connsiteY122" fmla="*/ 766509 h 874716"/>
                  <a:gd name="connsiteX123" fmla="*/ 4871019 w 6858001"/>
                  <a:gd name="connsiteY123" fmla="*/ 763081 h 874716"/>
                  <a:gd name="connsiteX124" fmla="*/ 4838250 w 6858001"/>
                  <a:gd name="connsiteY124" fmla="*/ 768033 h 874716"/>
                  <a:gd name="connsiteX125" fmla="*/ 4755381 w 6858001"/>
                  <a:gd name="connsiteY125" fmla="*/ 768605 h 874716"/>
                  <a:gd name="connsiteX126" fmla="*/ 4681083 w 6858001"/>
                  <a:gd name="connsiteY126" fmla="*/ 765747 h 874716"/>
                  <a:gd name="connsiteX127" fmla="*/ 4609452 w 6858001"/>
                  <a:gd name="connsiteY127" fmla="*/ 767271 h 874716"/>
                  <a:gd name="connsiteX128" fmla="*/ 4558207 w 6858001"/>
                  <a:gd name="connsiteY128" fmla="*/ 773557 h 874716"/>
                  <a:gd name="connsiteX129" fmla="*/ 4502579 w 6858001"/>
                  <a:gd name="connsiteY129" fmla="*/ 777367 h 874716"/>
                  <a:gd name="connsiteX130" fmla="*/ 4349222 w 6858001"/>
                  <a:gd name="connsiteY130" fmla="*/ 800038 h 874716"/>
                  <a:gd name="connsiteX131" fmla="*/ 4320837 w 6858001"/>
                  <a:gd name="connsiteY131" fmla="*/ 794514 h 874716"/>
                  <a:gd name="connsiteX132" fmla="*/ 4159667 w 6858001"/>
                  <a:gd name="connsiteY132" fmla="*/ 789370 h 874716"/>
                  <a:gd name="connsiteX133" fmla="*/ 4124614 w 6858001"/>
                  <a:gd name="connsiteY133" fmla="*/ 789752 h 874716"/>
                  <a:gd name="connsiteX134" fmla="*/ 4030503 w 6858001"/>
                  <a:gd name="connsiteY134" fmla="*/ 767271 h 874716"/>
                  <a:gd name="connsiteX135" fmla="*/ 3885338 w 6858001"/>
                  <a:gd name="connsiteY135" fmla="*/ 802896 h 874716"/>
                  <a:gd name="connsiteX136" fmla="*/ 3749506 w 6858001"/>
                  <a:gd name="connsiteY136" fmla="*/ 847473 h 874716"/>
                  <a:gd name="connsiteX137" fmla="*/ 3732361 w 6858001"/>
                  <a:gd name="connsiteY137" fmla="*/ 853190 h 874716"/>
                  <a:gd name="connsiteX138" fmla="*/ 3683591 w 6858001"/>
                  <a:gd name="connsiteY138" fmla="*/ 862906 h 874716"/>
                  <a:gd name="connsiteX139" fmla="*/ 3623201 w 6858001"/>
                  <a:gd name="connsiteY139" fmla="*/ 866334 h 874716"/>
                  <a:gd name="connsiteX140" fmla="*/ 3546617 w 6858001"/>
                  <a:gd name="connsiteY140" fmla="*/ 874716 h 874716"/>
                  <a:gd name="connsiteX141" fmla="*/ 3485275 w 6858001"/>
                  <a:gd name="connsiteY141" fmla="*/ 864238 h 874716"/>
                  <a:gd name="connsiteX142" fmla="*/ 3399546 w 6858001"/>
                  <a:gd name="connsiteY142" fmla="*/ 848618 h 874716"/>
                  <a:gd name="connsiteX143" fmla="*/ 3318771 w 6858001"/>
                  <a:gd name="connsiteY143" fmla="*/ 833757 h 874716"/>
                  <a:gd name="connsiteX144" fmla="*/ 3293244 w 6858001"/>
                  <a:gd name="connsiteY144" fmla="*/ 851284 h 874716"/>
                  <a:gd name="connsiteX145" fmla="*/ 3253809 w 6858001"/>
                  <a:gd name="connsiteY145" fmla="*/ 866524 h 874716"/>
                  <a:gd name="connsiteX146" fmla="*/ 3209993 w 6858001"/>
                  <a:gd name="connsiteY146" fmla="*/ 848235 h 874716"/>
                  <a:gd name="connsiteX147" fmla="*/ 3107500 w 6858001"/>
                  <a:gd name="connsiteY147" fmla="*/ 810326 h 874716"/>
                  <a:gd name="connsiteX148" fmla="*/ 3042728 w 6858001"/>
                  <a:gd name="connsiteY148" fmla="*/ 808610 h 874716"/>
                  <a:gd name="connsiteX149" fmla="*/ 2901943 w 6858001"/>
                  <a:gd name="connsiteY149" fmla="*/ 792418 h 874716"/>
                  <a:gd name="connsiteX150" fmla="*/ 2809930 w 6858001"/>
                  <a:gd name="connsiteY150" fmla="*/ 769367 h 874716"/>
                  <a:gd name="connsiteX151" fmla="*/ 2743826 w 6858001"/>
                  <a:gd name="connsiteY151" fmla="*/ 743268 h 874716"/>
                  <a:gd name="connsiteX152" fmla="*/ 2649143 w 6858001"/>
                  <a:gd name="connsiteY152" fmla="*/ 709167 h 874716"/>
                  <a:gd name="connsiteX153" fmla="*/ 2554079 w 6858001"/>
                  <a:gd name="connsiteY153" fmla="*/ 691450 h 874716"/>
                  <a:gd name="connsiteX154" fmla="*/ 2485307 w 6858001"/>
                  <a:gd name="connsiteY154" fmla="*/ 669160 h 874716"/>
                  <a:gd name="connsiteX155" fmla="*/ 2401292 w 6858001"/>
                  <a:gd name="connsiteY155" fmla="*/ 653919 h 874716"/>
                  <a:gd name="connsiteX156" fmla="*/ 2330806 w 6858001"/>
                  <a:gd name="connsiteY156" fmla="*/ 653349 h 874716"/>
                  <a:gd name="connsiteX157" fmla="*/ 2220312 w 6858001"/>
                  <a:gd name="connsiteY157" fmla="*/ 656015 h 874716"/>
                  <a:gd name="connsiteX158" fmla="*/ 2085054 w 6858001"/>
                  <a:gd name="connsiteY158" fmla="*/ 609914 h 874716"/>
                  <a:gd name="connsiteX159" fmla="*/ 2030378 w 6858001"/>
                  <a:gd name="connsiteY159" fmla="*/ 599625 h 874716"/>
                  <a:gd name="connsiteX160" fmla="*/ 1978940 w 6858001"/>
                  <a:gd name="connsiteY160" fmla="*/ 594863 h 874716"/>
                  <a:gd name="connsiteX161" fmla="*/ 1869780 w 6858001"/>
                  <a:gd name="connsiteY161" fmla="*/ 564192 h 874716"/>
                  <a:gd name="connsiteX162" fmla="*/ 1825393 w 6858001"/>
                  <a:gd name="connsiteY162" fmla="*/ 554094 h 874716"/>
                  <a:gd name="connsiteX163" fmla="*/ 1763287 w 6858001"/>
                  <a:gd name="connsiteY163" fmla="*/ 554286 h 874716"/>
                  <a:gd name="connsiteX164" fmla="*/ 1650317 w 6858001"/>
                  <a:gd name="connsiteY164" fmla="*/ 540187 h 874716"/>
                  <a:gd name="connsiteX165" fmla="*/ 1537537 w 6858001"/>
                  <a:gd name="connsiteY165" fmla="*/ 499038 h 874716"/>
                  <a:gd name="connsiteX166" fmla="*/ 1489720 w 6858001"/>
                  <a:gd name="connsiteY166" fmla="*/ 503038 h 874716"/>
                  <a:gd name="connsiteX167" fmla="*/ 1472575 w 6858001"/>
                  <a:gd name="connsiteY167" fmla="*/ 502086 h 874716"/>
                  <a:gd name="connsiteX168" fmla="*/ 1318456 w 6858001"/>
                  <a:gd name="connsiteY168" fmla="*/ 479415 h 874716"/>
                  <a:gd name="connsiteX169" fmla="*/ 1303024 w 6858001"/>
                  <a:gd name="connsiteY169" fmla="*/ 476939 h 874716"/>
                  <a:gd name="connsiteX170" fmla="*/ 1230633 w 6858001"/>
                  <a:gd name="connsiteY170" fmla="*/ 456746 h 874716"/>
                  <a:gd name="connsiteX171" fmla="*/ 1048125 w 6858001"/>
                  <a:gd name="connsiteY171" fmla="*/ 444172 h 874716"/>
                  <a:gd name="connsiteX172" fmla="*/ 1036887 w 6858001"/>
                  <a:gd name="connsiteY172" fmla="*/ 442648 h 874716"/>
                  <a:gd name="connsiteX173" fmla="*/ 975733 w 6858001"/>
                  <a:gd name="connsiteY173" fmla="*/ 452744 h 874716"/>
                  <a:gd name="connsiteX174" fmla="*/ 945444 w 6858001"/>
                  <a:gd name="connsiteY174" fmla="*/ 467033 h 874716"/>
                  <a:gd name="connsiteX175" fmla="*/ 898198 w 6858001"/>
                  <a:gd name="connsiteY175" fmla="*/ 481893 h 874716"/>
                  <a:gd name="connsiteX176" fmla="*/ 850189 w 6858001"/>
                  <a:gd name="connsiteY176" fmla="*/ 487417 h 874716"/>
                  <a:gd name="connsiteX177" fmla="*/ 769605 w 6858001"/>
                  <a:gd name="connsiteY177" fmla="*/ 464937 h 874716"/>
                  <a:gd name="connsiteX178" fmla="*/ 740268 w 6858001"/>
                  <a:gd name="connsiteY178" fmla="*/ 462651 h 874716"/>
                  <a:gd name="connsiteX179" fmla="*/ 674923 w 6858001"/>
                  <a:gd name="connsiteY179" fmla="*/ 451792 h 874716"/>
                  <a:gd name="connsiteX180" fmla="*/ 617772 w 6858001"/>
                  <a:gd name="connsiteY180" fmla="*/ 452554 h 874716"/>
                  <a:gd name="connsiteX181" fmla="*/ 571860 w 6858001"/>
                  <a:gd name="connsiteY181" fmla="*/ 469891 h 874716"/>
                  <a:gd name="connsiteX182" fmla="*/ 505182 w 6858001"/>
                  <a:gd name="connsiteY182" fmla="*/ 473319 h 874716"/>
                  <a:gd name="connsiteX183" fmla="*/ 462126 w 6858001"/>
                  <a:gd name="connsiteY183" fmla="*/ 460747 h 874716"/>
                  <a:gd name="connsiteX184" fmla="*/ 453364 w 6858001"/>
                  <a:gd name="connsiteY184" fmla="*/ 459033 h 874716"/>
                  <a:gd name="connsiteX185" fmla="*/ 340774 w 6858001"/>
                  <a:gd name="connsiteY185" fmla="*/ 458268 h 874716"/>
                  <a:gd name="connsiteX186" fmla="*/ 200182 w 6858001"/>
                  <a:gd name="connsiteY186" fmla="*/ 496180 h 874716"/>
                  <a:gd name="connsiteX187" fmla="*/ 176939 w 6858001"/>
                  <a:gd name="connsiteY187" fmla="*/ 504182 h 874716"/>
                  <a:gd name="connsiteX188" fmla="*/ 63587 w 6858001"/>
                  <a:gd name="connsiteY188" fmla="*/ 518088 h 874716"/>
                  <a:gd name="connsiteX189" fmla="*/ 2817 w 6858001"/>
                  <a:gd name="connsiteY189" fmla="*/ 532187 h 874716"/>
                  <a:gd name="connsiteX190" fmla="*/ 0 w 6858001"/>
                  <a:gd name="connsiteY190" fmla="*/ 533314 h 8747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</a:cxnLst>
                <a:rect l="l" t="t" r="r" b="b"/>
                <a:pathLst>
                  <a:path w="6858001" h="874716">
                    <a:moveTo>
                      <a:pt x="0" y="533314"/>
                    </a:moveTo>
                    <a:lnTo>
                      <a:pt x="0" y="69206"/>
                    </a:lnTo>
                    <a:lnTo>
                      <a:pt x="21486" y="71924"/>
                    </a:lnTo>
                    <a:cubicBezTo>
                      <a:pt x="92546" y="60493"/>
                      <a:pt x="159604" y="87354"/>
                      <a:pt x="228948" y="88116"/>
                    </a:cubicBezTo>
                    <a:cubicBezTo>
                      <a:pt x="260382" y="88496"/>
                      <a:pt x="291435" y="94592"/>
                      <a:pt x="313533" y="62779"/>
                    </a:cubicBezTo>
                    <a:cubicBezTo>
                      <a:pt x="316389" y="58587"/>
                      <a:pt x="330298" y="60873"/>
                      <a:pt x="338870" y="62207"/>
                    </a:cubicBezTo>
                    <a:cubicBezTo>
                      <a:pt x="357921" y="65066"/>
                      <a:pt x="376781" y="72304"/>
                      <a:pt x="395640" y="72114"/>
                    </a:cubicBezTo>
                    <a:cubicBezTo>
                      <a:pt x="434695" y="71924"/>
                      <a:pt x="473939" y="68876"/>
                      <a:pt x="512802" y="65446"/>
                    </a:cubicBezTo>
                    <a:cubicBezTo>
                      <a:pt x="527470" y="64112"/>
                      <a:pt x="541569" y="58969"/>
                      <a:pt x="556047" y="55349"/>
                    </a:cubicBezTo>
                    <a:cubicBezTo>
                      <a:pt x="564048" y="53253"/>
                      <a:pt x="572622" y="47729"/>
                      <a:pt x="580050" y="48871"/>
                    </a:cubicBezTo>
                    <a:cubicBezTo>
                      <a:pt x="623106" y="55539"/>
                      <a:pt x="662541" y="39157"/>
                      <a:pt x="703308" y="30964"/>
                    </a:cubicBezTo>
                    <a:cubicBezTo>
                      <a:pt x="722169" y="27154"/>
                      <a:pt x="739886" y="18010"/>
                      <a:pt x="758174" y="11724"/>
                    </a:cubicBezTo>
                    <a:cubicBezTo>
                      <a:pt x="762936" y="10008"/>
                      <a:pt x="768271" y="8484"/>
                      <a:pt x="773035" y="8866"/>
                    </a:cubicBezTo>
                    <a:cubicBezTo>
                      <a:pt x="800276" y="11152"/>
                      <a:pt x="827329" y="14390"/>
                      <a:pt x="854379" y="16866"/>
                    </a:cubicBezTo>
                    <a:cubicBezTo>
                      <a:pt x="878956" y="19152"/>
                      <a:pt x="903722" y="19914"/>
                      <a:pt x="915343" y="47919"/>
                    </a:cubicBezTo>
                    <a:cubicBezTo>
                      <a:pt x="917059" y="52301"/>
                      <a:pt x="922773" y="55539"/>
                      <a:pt x="927155" y="58397"/>
                    </a:cubicBezTo>
                    <a:cubicBezTo>
                      <a:pt x="994785" y="102405"/>
                      <a:pt x="1030980" y="101261"/>
                      <a:pt x="1097087" y="54777"/>
                    </a:cubicBezTo>
                    <a:cubicBezTo>
                      <a:pt x="1103945" y="50015"/>
                      <a:pt x="1118613" y="46585"/>
                      <a:pt x="1123185" y="50395"/>
                    </a:cubicBezTo>
                    <a:cubicBezTo>
                      <a:pt x="1162049" y="82020"/>
                      <a:pt x="1204532" y="78590"/>
                      <a:pt x="1249302" y="68684"/>
                    </a:cubicBezTo>
                    <a:cubicBezTo>
                      <a:pt x="1260922" y="66018"/>
                      <a:pt x="1277307" y="66018"/>
                      <a:pt x="1286069" y="72304"/>
                    </a:cubicBezTo>
                    <a:cubicBezTo>
                      <a:pt x="1327790" y="101451"/>
                      <a:pt x="1372560" y="97261"/>
                      <a:pt x="1417899" y="88688"/>
                    </a:cubicBezTo>
                    <a:cubicBezTo>
                      <a:pt x="1424948" y="87354"/>
                      <a:pt x="1433522" y="80114"/>
                      <a:pt x="1436568" y="73448"/>
                    </a:cubicBezTo>
                    <a:cubicBezTo>
                      <a:pt x="1447428" y="49825"/>
                      <a:pt x="1467813" y="41823"/>
                      <a:pt x="1490292" y="35154"/>
                    </a:cubicBezTo>
                    <a:cubicBezTo>
                      <a:pt x="1525727" y="24296"/>
                      <a:pt x="1560588" y="11532"/>
                      <a:pt x="1596213" y="1245"/>
                    </a:cubicBezTo>
                    <a:cubicBezTo>
                      <a:pt x="1604978" y="-1231"/>
                      <a:pt x="1615836" y="293"/>
                      <a:pt x="1624980" y="3150"/>
                    </a:cubicBezTo>
                    <a:cubicBezTo>
                      <a:pt x="1656223" y="12866"/>
                      <a:pt x="1676036" y="37251"/>
                      <a:pt x="1697753" y="59731"/>
                    </a:cubicBezTo>
                    <a:cubicBezTo>
                      <a:pt x="1707279" y="69638"/>
                      <a:pt x="1720423" y="76686"/>
                      <a:pt x="1733188" y="82400"/>
                    </a:cubicBezTo>
                    <a:cubicBezTo>
                      <a:pt x="1766335" y="97071"/>
                      <a:pt x="1800246" y="110215"/>
                      <a:pt x="1833775" y="124121"/>
                    </a:cubicBezTo>
                    <a:cubicBezTo>
                      <a:pt x="1837013" y="125455"/>
                      <a:pt x="1839679" y="128884"/>
                      <a:pt x="1842158" y="131742"/>
                    </a:cubicBezTo>
                    <a:cubicBezTo>
                      <a:pt x="1866922" y="161843"/>
                      <a:pt x="1891497" y="192132"/>
                      <a:pt x="1916454" y="222233"/>
                    </a:cubicBezTo>
                    <a:cubicBezTo>
                      <a:pt x="1921216" y="227947"/>
                      <a:pt x="1928076" y="232139"/>
                      <a:pt x="1933219" y="237663"/>
                    </a:cubicBezTo>
                    <a:cubicBezTo>
                      <a:pt x="1940459" y="245283"/>
                      <a:pt x="1949603" y="252524"/>
                      <a:pt x="1953413" y="261668"/>
                    </a:cubicBezTo>
                    <a:cubicBezTo>
                      <a:pt x="1965224" y="290433"/>
                      <a:pt x="1987894" y="302817"/>
                      <a:pt x="2016469" y="308151"/>
                    </a:cubicBezTo>
                    <a:cubicBezTo>
                      <a:pt x="2042570" y="313104"/>
                      <a:pt x="2068669" y="317296"/>
                      <a:pt x="2094578" y="323010"/>
                    </a:cubicBezTo>
                    <a:cubicBezTo>
                      <a:pt x="2126201" y="329868"/>
                      <a:pt x="2157636" y="337298"/>
                      <a:pt x="2188879" y="345681"/>
                    </a:cubicBezTo>
                    <a:cubicBezTo>
                      <a:pt x="2202404" y="349301"/>
                      <a:pt x="2216692" y="353491"/>
                      <a:pt x="2228314" y="360921"/>
                    </a:cubicBezTo>
                    <a:cubicBezTo>
                      <a:pt x="2260890" y="381496"/>
                      <a:pt x="2295753" y="395402"/>
                      <a:pt x="2334044" y="389878"/>
                    </a:cubicBezTo>
                    <a:cubicBezTo>
                      <a:pt x="2364715" y="385496"/>
                      <a:pt x="2390434" y="396736"/>
                      <a:pt x="2409485" y="414263"/>
                    </a:cubicBezTo>
                    <a:cubicBezTo>
                      <a:pt x="2444158" y="446078"/>
                      <a:pt x="2481305" y="438838"/>
                      <a:pt x="2518264" y="428552"/>
                    </a:cubicBezTo>
                    <a:cubicBezTo>
                      <a:pt x="2537315" y="423217"/>
                      <a:pt x="2552935" y="423979"/>
                      <a:pt x="2571034" y="429122"/>
                    </a:cubicBezTo>
                    <a:cubicBezTo>
                      <a:pt x="2612945" y="441124"/>
                      <a:pt x="2640950" y="473701"/>
                      <a:pt x="2668001" y="502276"/>
                    </a:cubicBezTo>
                    <a:cubicBezTo>
                      <a:pt x="2691054" y="526661"/>
                      <a:pt x="2716963" y="540377"/>
                      <a:pt x="2745348" y="550666"/>
                    </a:cubicBezTo>
                    <a:cubicBezTo>
                      <a:pt x="2781163" y="563810"/>
                      <a:pt x="2809548" y="558858"/>
                      <a:pt x="2826694" y="527233"/>
                    </a:cubicBezTo>
                    <a:cubicBezTo>
                      <a:pt x="2831457" y="518278"/>
                      <a:pt x="2839839" y="507800"/>
                      <a:pt x="2848793" y="505134"/>
                    </a:cubicBezTo>
                    <a:cubicBezTo>
                      <a:pt x="2892037" y="491800"/>
                      <a:pt x="2935854" y="472367"/>
                      <a:pt x="2982148" y="484179"/>
                    </a:cubicBezTo>
                    <a:cubicBezTo>
                      <a:pt x="3046158" y="500372"/>
                      <a:pt x="3108644" y="499420"/>
                      <a:pt x="3172654" y="483417"/>
                    </a:cubicBezTo>
                    <a:cubicBezTo>
                      <a:pt x="3276480" y="457508"/>
                      <a:pt x="3380305" y="430076"/>
                      <a:pt x="3489467" y="435790"/>
                    </a:cubicBezTo>
                    <a:cubicBezTo>
                      <a:pt x="3507563" y="436742"/>
                      <a:pt x="3529090" y="425121"/>
                      <a:pt x="3544713" y="413691"/>
                    </a:cubicBezTo>
                    <a:cubicBezTo>
                      <a:pt x="3574622" y="391974"/>
                      <a:pt x="3573288" y="390258"/>
                      <a:pt x="3606817" y="408167"/>
                    </a:cubicBezTo>
                    <a:cubicBezTo>
                      <a:pt x="3614819" y="412549"/>
                      <a:pt x="3624725" y="415215"/>
                      <a:pt x="3630632" y="421693"/>
                    </a:cubicBezTo>
                    <a:cubicBezTo>
                      <a:pt x="3660731" y="454650"/>
                      <a:pt x="3697880" y="446648"/>
                      <a:pt x="3734837" y="441886"/>
                    </a:cubicBezTo>
                    <a:cubicBezTo>
                      <a:pt x="3741315" y="440934"/>
                      <a:pt x="3749125" y="439600"/>
                      <a:pt x="3754652" y="442268"/>
                    </a:cubicBezTo>
                    <a:cubicBezTo>
                      <a:pt x="3779607" y="454268"/>
                      <a:pt x="3800753" y="450078"/>
                      <a:pt x="3822472" y="433694"/>
                    </a:cubicBezTo>
                    <a:cubicBezTo>
                      <a:pt x="3841331" y="419597"/>
                      <a:pt x="3863049" y="411215"/>
                      <a:pt x="3885338" y="428742"/>
                    </a:cubicBezTo>
                    <a:cubicBezTo>
                      <a:pt x="3934870" y="467605"/>
                      <a:pt x="3987829" y="469509"/>
                      <a:pt x="4043839" y="444934"/>
                    </a:cubicBezTo>
                    <a:cubicBezTo>
                      <a:pt x="4083845" y="427407"/>
                      <a:pt x="4123280" y="423407"/>
                      <a:pt x="4165383" y="441124"/>
                    </a:cubicBezTo>
                    <a:cubicBezTo>
                      <a:pt x="4181576" y="447982"/>
                      <a:pt x="4202531" y="443410"/>
                      <a:pt x="4221391" y="444934"/>
                    </a:cubicBezTo>
                    <a:cubicBezTo>
                      <a:pt x="4232060" y="445696"/>
                      <a:pt x="4243872" y="445886"/>
                      <a:pt x="4253014" y="450650"/>
                    </a:cubicBezTo>
                    <a:cubicBezTo>
                      <a:pt x="4277401" y="462843"/>
                      <a:pt x="4300070" y="478463"/>
                      <a:pt x="4324645" y="490466"/>
                    </a:cubicBezTo>
                    <a:cubicBezTo>
                      <a:pt x="4336457" y="496180"/>
                      <a:pt x="4350554" y="499228"/>
                      <a:pt x="4363890" y="499420"/>
                    </a:cubicBezTo>
                    <a:cubicBezTo>
                      <a:pt x="4403325" y="500372"/>
                      <a:pt x="4442761" y="500372"/>
                      <a:pt x="4482004" y="498658"/>
                    </a:cubicBezTo>
                    <a:cubicBezTo>
                      <a:pt x="4546776" y="495990"/>
                      <a:pt x="4612500" y="495418"/>
                      <a:pt x="4659174" y="438648"/>
                    </a:cubicBezTo>
                    <a:cubicBezTo>
                      <a:pt x="4662986" y="434076"/>
                      <a:pt x="4671176" y="431408"/>
                      <a:pt x="4677655" y="430646"/>
                    </a:cubicBezTo>
                    <a:cubicBezTo>
                      <a:pt x="4707564" y="427027"/>
                      <a:pt x="4738235" y="426645"/>
                      <a:pt x="4767764" y="420739"/>
                    </a:cubicBezTo>
                    <a:cubicBezTo>
                      <a:pt x="4791386" y="415977"/>
                      <a:pt x="4811009" y="417501"/>
                      <a:pt x="4828916" y="434266"/>
                    </a:cubicBezTo>
                    <a:cubicBezTo>
                      <a:pt x="4852348" y="456364"/>
                      <a:pt x="4880925" y="469319"/>
                      <a:pt x="4912168" y="462271"/>
                    </a:cubicBezTo>
                    <a:cubicBezTo>
                      <a:pt x="4943409" y="455412"/>
                      <a:pt x="4963984" y="470271"/>
                      <a:pt x="4987037" y="485703"/>
                    </a:cubicBezTo>
                    <a:cubicBezTo>
                      <a:pt x="5003801" y="496942"/>
                      <a:pt x="5022852" y="511040"/>
                      <a:pt x="5041521" y="512182"/>
                    </a:cubicBezTo>
                    <a:cubicBezTo>
                      <a:pt x="5083814" y="514658"/>
                      <a:pt x="5120201" y="553904"/>
                      <a:pt x="5166113" y="531615"/>
                    </a:cubicBezTo>
                    <a:cubicBezTo>
                      <a:pt x="5169161" y="530091"/>
                      <a:pt x="5174685" y="533901"/>
                      <a:pt x="5179067" y="534853"/>
                    </a:cubicBezTo>
                    <a:cubicBezTo>
                      <a:pt x="5214121" y="542093"/>
                      <a:pt x="5247078" y="535043"/>
                      <a:pt x="5272796" y="511230"/>
                    </a:cubicBezTo>
                    <a:cubicBezTo>
                      <a:pt x="5306516" y="480177"/>
                      <a:pt x="5343855" y="477129"/>
                      <a:pt x="5385384" y="487227"/>
                    </a:cubicBezTo>
                    <a:cubicBezTo>
                      <a:pt x="5398721" y="490466"/>
                      <a:pt x="5412057" y="492752"/>
                      <a:pt x="5425582" y="495418"/>
                    </a:cubicBezTo>
                    <a:cubicBezTo>
                      <a:pt x="5443870" y="499228"/>
                      <a:pt x="5462351" y="503230"/>
                      <a:pt x="5480637" y="507040"/>
                    </a:cubicBezTo>
                    <a:cubicBezTo>
                      <a:pt x="5498356" y="510850"/>
                      <a:pt x="5517979" y="517326"/>
                      <a:pt x="5531693" y="500944"/>
                    </a:cubicBezTo>
                    <a:cubicBezTo>
                      <a:pt x="5543506" y="486845"/>
                      <a:pt x="5551888" y="488179"/>
                      <a:pt x="5562746" y="500372"/>
                    </a:cubicBezTo>
                    <a:cubicBezTo>
                      <a:pt x="5600467" y="543045"/>
                      <a:pt x="5646189" y="569716"/>
                      <a:pt x="5704483" y="571620"/>
                    </a:cubicBezTo>
                    <a:cubicBezTo>
                      <a:pt x="5716485" y="572002"/>
                      <a:pt x="5728678" y="574668"/>
                      <a:pt x="5740488" y="577526"/>
                    </a:cubicBezTo>
                    <a:cubicBezTo>
                      <a:pt x="5747728" y="579241"/>
                      <a:pt x="5756493" y="581147"/>
                      <a:pt x="5760873" y="586291"/>
                    </a:cubicBezTo>
                    <a:cubicBezTo>
                      <a:pt x="5794974" y="625534"/>
                      <a:pt x="5837457" y="652777"/>
                      <a:pt x="5883751" y="674686"/>
                    </a:cubicBezTo>
                    <a:cubicBezTo>
                      <a:pt x="5900323" y="682496"/>
                      <a:pt x="5918042" y="690306"/>
                      <a:pt x="5935949" y="692592"/>
                    </a:cubicBezTo>
                    <a:cubicBezTo>
                      <a:pt x="5954617" y="694878"/>
                      <a:pt x="5974240" y="691068"/>
                      <a:pt x="5993291" y="688972"/>
                    </a:cubicBezTo>
                    <a:cubicBezTo>
                      <a:pt x="6004531" y="687830"/>
                      <a:pt x="6017485" y="688020"/>
                      <a:pt x="6026440" y="682496"/>
                    </a:cubicBezTo>
                    <a:cubicBezTo>
                      <a:pt x="6054825" y="665159"/>
                      <a:pt x="6082258" y="646491"/>
                      <a:pt x="6108738" y="626296"/>
                    </a:cubicBezTo>
                    <a:cubicBezTo>
                      <a:pt x="6131409" y="608960"/>
                      <a:pt x="6135981" y="606483"/>
                      <a:pt x="6155602" y="628202"/>
                    </a:cubicBezTo>
                    <a:cubicBezTo>
                      <a:pt x="6175797" y="650491"/>
                      <a:pt x="6200944" y="662111"/>
                      <a:pt x="6228756" y="666873"/>
                    </a:cubicBezTo>
                    <a:cubicBezTo>
                      <a:pt x="6272764" y="674304"/>
                      <a:pt x="6317151" y="680590"/>
                      <a:pt x="6361539" y="684210"/>
                    </a:cubicBezTo>
                    <a:cubicBezTo>
                      <a:pt x="6401736" y="687448"/>
                      <a:pt x="6420977" y="669922"/>
                      <a:pt x="6428979" y="630106"/>
                    </a:cubicBezTo>
                    <a:cubicBezTo>
                      <a:pt x="6433551" y="608007"/>
                      <a:pt x="6439458" y="584003"/>
                      <a:pt x="6463840" y="578098"/>
                    </a:cubicBezTo>
                    <a:cubicBezTo>
                      <a:pt x="6503658" y="568572"/>
                      <a:pt x="6544997" y="564382"/>
                      <a:pt x="6564620" y="517708"/>
                    </a:cubicBezTo>
                    <a:cubicBezTo>
                      <a:pt x="6575478" y="527995"/>
                      <a:pt x="6582146" y="534091"/>
                      <a:pt x="6588625" y="540187"/>
                    </a:cubicBezTo>
                    <a:cubicBezTo>
                      <a:pt x="6606531" y="557142"/>
                      <a:pt x="6643678" y="564382"/>
                      <a:pt x="6662541" y="549714"/>
                    </a:cubicBezTo>
                    <a:cubicBezTo>
                      <a:pt x="6690354" y="528377"/>
                      <a:pt x="6715883" y="532377"/>
                      <a:pt x="6742552" y="548952"/>
                    </a:cubicBezTo>
                    <a:cubicBezTo>
                      <a:pt x="6764841" y="562668"/>
                      <a:pt x="6788417" y="567954"/>
                      <a:pt x="6812063" y="568430"/>
                    </a:cubicBezTo>
                    <a:lnTo>
                      <a:pt x="6858001" y="562267"/>
                    </a:lnTo>
                    <a:lnTo>
                      <a:pt x="6858001" y="734520"/>
                    </a:lnTo>
                    <a:lnTo>
                      <a:pt x="6815516" y="744220"/>
                    </a:lnTo>
                    <a:cubicBezTo>
                      <a:pt x="6793035" y="749744"/>
                      <a:pt x="6771319" y="759651"/>
                      <a:pt x="6748458" y="763271"/>
                    </a:cubicBezTo>
                    <a:cubicBezTo>
                      <a:pt x="6694164" y="771843"/>
                      <a:pt x="6639488" y="777939"/>
                      <a:pt x="6584812" y="784797"/>
                    </a:cubicBezTo>
                    <a:cubicBezTo>
                      <a:pt x="6528424" y="791846"/>
                      <a:pt x="6472225" y="799276"/>
                      <a:pt x="6415833" y="805562"/>
                    </a:cubicBezTo>
                    <a:cubicBezTo>
                      <a:pt x="6384972" y="808802"/>
                      <a:pt x="6353919" y="809372"/>
                      <a:pt x="6323058" y="812420"/>
                    </a:cubicBezTo>
                    <a:cubicBezTo>
                      <a:pt x="6296005" y="815088"/>
                      <a:pt x="6269144" y="820041"/>
                      <a:pt x="6242093" y="823281"/>
                    </a:cubicBezTo>
                    <a:cubicBezTo>
                      <a:pt x="6218660" y="825947"/>
                      <a:pt x="6195037" y="827471"/>
                      <a:pt x="6171605" y="830139"/>
                    </a:cubicBezTo>
                    <a:cubicBezTo>
                      <a:pt x="6134075" y="834519"/>
                      <a:pt x="6096736" y="839473"/>
                      <a:pt x="6059397" y="844045"/>
                    </a:cubicBezTo>
                    <a:cubicBezTo>
                      <a:pt x="6043776" y="845759"/>
                      <a:pt x="6027392" y="850522"/>
                      <a:pt x="6012723" y="847665"/>
                    </a:cubicBezTo>
                    <a:cubicBezTo>
                      <a:pt x="5975764" y="840425"/>
                      <a:pt x="5939377" y="842521"/>
                      <a:pt x="5902610" y="847473"/>
                    </a:cubicBezTo>
                    <a:cubicBezTo>
                      <a:pt x="5890037" y="849190"/>
                      <a:pt x="5876511" y="848808"/>
                      <a:pt x="5864318" y="845569"/>
                    </a:cubicBezTo>
                    <a:cubicBezTo>
                      <a:pt x="5839361" y="839091"/>
                      <a:pt x="5815169" y="829947"/>
                      <a:pt x="5790592" y="821947"/>
                    </a:cubicBezTo>
                    <a:cubicBezTo>
                      <a:pt x="5787924" y="820995"/>
                      <a:pt x="5784686" y="820803"/>
                      <a:pt x="5781830" y="820233"/>
                    </a:cubicBezTo>
                    <a:cubicBezTo>
                      <a:pt x="5765635" y="816992"/>
                      <a:pt x="5749634" y="813754"/>
                      <a:pt x="5733440" y="810896"/>
                    </a:cubicBezTo>
                    <a:cubicBezTo>
                      <a:pt x="5724678" y="809372"/>
                      <a:pt x="5715723" y="809182"/>
                      <a:pt x="5706959" y="807848"/>
                    </a:cubicBezTo>
                    <a:cubicBezTo>
                      <a:pt x="5673050" y="802514"/>
                      <a:pt x="5635711" y="811468"/>
                      <a:pt x="5606372" y="788417"/>
                    </a:cubicBezTo>
                    <a:cubicBezTo>
                      <a:pt x="5587321" y="773557"/>
                      <a:pt x="5568842" y="776987"/>
                      <a:pt x="5548460" y="779273"/>
                    </a:cubicBezTo>
                    <a:cubicBezTo>
                      <a:pt x="5533027" y="780987"/>
                      <a:pt x="5517215" y="780415"/>
                      <a:pt x="5501594" y="780607"/>
                    </a:cubicBezTo>
                    <a:cubicBezTo>
                      <a:pt x="5474161" y="781177"/>
                      <a:pt x="5446728" y="781369"/>
                      <a:pt x="5419295" y="782321"/>
                    </a:cubicBezTo>
                    <a:cubicBezTo>
                      <a:pt x="5410531" y="782701"/>
                      <a:pt x="5401579" y="787465"/>
                      <a:pt x="5393005" y="786703"/>
                    </a:cubicBezTo>
                    <a:cubicBezTo>
                      <a:pt x="5353379" y="783083"/>
                      <a:pt x="5313754" y="777367"/>
                      <a:pt x="5274129" y="774129"/>
                    </a:cubicBezTo>
                    <a:cubicBezTo>
                      <a:pt x="5251650" y="772225"/>
                      <a:pt x="5228597" y="775843"/>
                      <a:pt x="5206308" y="773177"/>
                    </a:cubicBezTo>
                    <a:cubicBezTo>
                      <a:pt x="5180591" y="770129"/>
                      <a:pt x="5155445" y="762319"/>
                      <a:pt x="5129916" y="757554"/>
                    </a:cubicBezTo>
                    <a:cubicBezTo>
                      <a:pt x="5122867" y="756222"/>
                      <a:pt x="5115057" y="757936"/>
                      <a:pt x="5107627" y="758316"/>
                    </a:cubicBezTo>
                    <a:cubicBezTo>
                      <a:pt x="5099245" y="758699"/>
                      <a:pt x="5091052" y="759461"/>
                      <a:pt x="5082670" y="759651"/>
                    </a:cubicBezTo>
                    <a:cubicBezTo>
                      <a:pt x="5057141" y="760033"/>
                      <a:pt x="5031614" y="759461"/>
                      <a:pt x="5006086" y="760795"/>
                    </a:cubicBezTo>
                    <a:cubicBezTo>
                      <a:pt x="4990465" y="761557"/>
                      <a:pt x="4974082" y="769367"/>
                      <a:pt x="4959602" y="766509"/>
                    </a:cubicBezTo>
                    <a:cubicBezTo>
                      <a:pt x="4930075" y="760985"/>
                      <a:pt x="4900546" y="773367"/>
                      <a:pt x="4871019" y="763081"/>
                    </a:cubicBezTo>
                    <a:cubicBezTo>
                      <a:pt x="4861873" y="760033"/>
                      <a:pt x="4849300" y="767653"/>
                      <a:pt x="4838250" y="768033"/>
                    </a:cubicBezTo>
                    <a:cubicBezTo>
                      <a:pt x="4810627" y="768985"/>
                      <a:pt x="4783004" y="768795"/>
                      <a:pt x="4755381" y="768605"/>
                    </a:cubicBezTo>
                    <a:cubicBezTo>
                      <a:pt x="4730614" y="768415"/>
                      <a:pt x="4704895" y="771081"/>
                      <a:pt x="4681083" y="765747"/>
                    </a:cubicBezTo>
                    <a:cubicBezTo>
                      <a:pt x="4656126" y="760033"/>
                      <a:pt x="4633647" y="760795"/>
                      <a:pt x="4609452" y="767271"/>
                    </a:cubicBezTo>
                    <a:cubicBezTo>
                      <a:pt x="4592878" y="771653"/>
                      <a:pt x="4575351" y="772225"/>
                      <a:pt x="4558207" y="773557"/>
                    </a:cubicBezTo>
                    <a:cubicBezTo>
                      <a:pt x="4539728" y="775081"/>
                      <a:pt x="4519343" y="771081"/>
                      <a:pt x="4502579" y="777367"/>
                    </a:cubicBezTo>
                    <a:cubicBezTo>
                      <a:pt x="4452665" y="796038"/>
                      <a:pt x="4401419" y="800038"/>
                      <a:pt x="4349222" y="800038"/>
                    </a:cubicBezTo>
                    <a:cubicBezTo>
                      <a:pt x="4339695" y="800038"/>
                      <a:pt x="4329979" y="797372"/>
                      <a:pt x="4320837" y="794514"/>
                    </a:cubicBezTo>
                    <a:cubicBezTo>
                      <a:pt x="4267493" y="777367"/>
                      <a:pt x="4213961" y="778891"/>
                      <a:pt x="4159667" y="789370"/>
                    </a:cubicBezTo>
                    <a:cubicBezTo>
                      <a:pt x="4148427" y="791656"/>
                      <a:pt x="4135854" y="792038"/>
                      <a:pt x="4124614" y="789752"/>
                    </a:cubicBezTo>
                    <a:cubicBezTo>
                      <a:pt x="4092989" y="783083"/>
                      <a:pt x="4062318" y="772033"/>
                      <a:pt x="4030503" y="767271"/>
                    </a:cubicBezTo>
                    <a:cubicBezTo>
                      <a:pt x="3977925" y="759461"/>
                      <a:pt x="3932394" y="785749"/>
                      <a:pt x="3885338" y="802896"/>
                    </a:cubicBezTo>
                    <a:cubicBezTo>
                      <a:pt x="3840569" y="819089"/>
                      <a:pt x="3802467" y="855666"/>
                      <a:pt x="3749506" y="847473"/>
                    </a:cubicBezTo>
                    <a:cubicBezTo>
                      <a:pt x="3744173" y="846711"/>
                      <a:pt x="3738267" y="851856"/>
                      <a:pt x="3732361" y="853190"/>
                    </a:cubicBezTo>
                    <a:cubicBezTo>
                      <a:pt x="3716168" y="856810"/>
                      <a:pt x="3699976" y="861190"/>
                      <a:pt x="3683591" y="862906"/>
                    </a:cubicBezTo>
                    <a:cubicBezTo>
                      <a:pt x="3663589" y="865192"/>
                      <a:pt x="3643204" y="864430"/>
                      <a:pt x="3623201" y="866334"/>
                    </a:cubicBezTo>
                    <a:cubicBezTo>
                      <a:pt x="3597482" y="868620"/>
                      <a:pt x="3572146" y="874716"/>
                      <a:pt x="3546617" y="874716"/>
                    </a:cubicBezTo>
                    <a:cubicBezTo>
                      <a:pt x="3526042" y="874716"/>
                      <a:pt x="3505657" y="867668"/>
                      <a:pt x="3485275" y="864238"/>
                    </a:cubicBezTo>
                    <a:cubicBezTo>
                      <a:pt x="3456508" y="859476"/>
                      <a:pt x="3424883" y="860810"/>
                      <a:pt x="3399546" y="848618"/>
                    </a:cubicBezTo>
                    <a:cubicBezTo>
                      <a:pt x="3372495" y="835663"/>
                      <a:pt x="3346776" y="829757"/>
                      <a:pt x="3318771" y="833757"/>
                    </a:cubicBezTo>
                    <a:cubicBezTo>
                      <a:pt x="3309437" y="835091"/>
                      <a:pt x="3297434" y="843093"/>
                      <a:pt x="3293244" y="851284"/>
                    </a:cubicBezTo>
                    <a:cubicBezTo>
                      <a:pt x="3283908" y="869572"/>
                      <a:pt x="3271145" y="872812"/>
                      <a:pt x="3253809" y="866524"/>
                    </a:cubicBezTo>
                    <a:cubicBezTo>
                      <a:pt x="3238758" y="861190"/>
                      <a:pt x="3220280" y="858524"/>
                      <a:pt x="3209993" y="848235"/>
                    </a:cubicBezTo>
                    <a:cubicBezTo>
                      <a:pt x="3180844" y="819089"/>
                      <a:pt x="3143695" y="818136"/>
                      <a:pt x="3107500" y="810326"/>
                    </a:cubicBezTo>
                    <a:cubicBezTo>
                      <a:pt x="3085403" y="805562"/>
                      <a:pt x="3064827" y="805372"/>
                      <a:pt x="3042728" y="808610"/>
                    </a:cubicBezTo>
                    <a:cubicBezTo>
                      <a:pt x="2994722" y="815850"/>
                      <a:pt x="2948047" y="805562"/>
                      <a:pt x="2901943" y="792418"/>
                    </a:cubicBezTo>
                    <a:cubicBezTo>
                      <a:pt x="2871462" y="783655"/>
                      <a:pt x="2840219" y="778321"/>
                      <a:pt x="2809930" y="769367"/>
                    </a:cubicBezTo>
                    <a:cubicBezTo>
                      <a:pt x="2787259" y="762509"/>
                      <a:pt x="2764590" y="754316"/>
                      <a:pt x="2743826" y="743268"/>
                    </a:cubicBezTo>
                    <a:cubicBezTo>
                      <a:pt x="2713723" y="727073"/>
                      <a:pt x="2687436" y="702689"/>
                      <a:pt x="2649143" y="709167"/>
                    </a:cubicBezTo>
                    <a:cubicBezTo>
                      <a:pt x="2615421" y="714881"/>
                      <a:pt x="2584942" y="702881"/>
                      <a:pt x="2554079" y="691450"/>
                    </a:cubicBezTo>
                    <a:cubicBezTo>
                      <a:pt x="2531409" y="683068"/>
                      <a:pt x="2508742" y="674494"/>
                      <a:pt x="2485307" y="669160"/>
                    </a:cubicBezTo>
                    <a:cubicBezTo>
                      <a:pt x="2457492" y="662873"/>
                      <a:pt x="2426059" y="665541"/>
                      <a:pt x="2401292" y="653919"/>
                    </a:cubicBezTo>
                    <a:cubicBezTo>
                      <a:pt x="2375383" y="641727"/>
                      <a:pt x="2353859" y="649919"/>
                      <a:pt x="2330806" y="653349"/>
                    </a:cubicBezTo>
                    <a:cubicBezTo>
                      <a:pt x="2294039" y="658683"/>
                      <a:pt x="2257459" y="668590"/>
                      <a:pt x="2220312" y="656015"/>
                    </a:cubicBezTo>
                    <a:cubicBezTo>
                      <a:pt x="2175163" y="640775"/>
                      <a:pt x="2130393" y="624392"/>
                      <a:pt x="2085054" y="609914"/>
                    </a:cubicBezTo>
                    <a:cubicBezTo>
                      <a:pt x="2067525" y="604387"/>
                      <a:pt x="2048668" y="602101"/>
                      <a:pt x="2030378" y="599625"/>
                    </a:cubicBezTo>
                    <a:cubicBezTo>
                      <a:pt x="2013043" y="597529"/>
                      <a:pt x="1992279" y="602863"/>
                      <a:pt x="1978940" y="594863"/>
                    </a:cubicBezTo>
                    <a:cubicBezTo>
                      <a:pt x="1944649" y="574288"/>
                      <a:pt x="1909408" y="564192"/>
                      <a:pt x="1869780" y="564192"/>
                    </a:cubicBezTo>
                    <a:cubicBezTo>
                      <a:pt x="1854920" y="564192"/>
                      <a:pt x="1840441" y="555618"/>
                      <a:pt x="1825393" y="554094"/>
                    </a:cubicBezTo>
                    <a:cubicBezTo>
                      <a:pt x="1804816" y="552190"/>
                      <a:pt x="1781194" y="547045"/>
                      <a:pt x="1763287" y="554286"/>
                    </a:cubicBezTo>
                    <a:cubicBezTo>
                      <a:pt x="1721185" y="571430"/>
                      <a:pt x="1687086" y="557142"/>
                      <a:pt x="1650317" y="540187"/>
                    </a:cubicBezTo>
                    <a:cubicBezTo>
                      <a:pt x="1614120" y="523423"/>
                      <a:pt x="1576019" y="510088"/>
                      <a:pt x="1537537" y="499038"/>
                    </a:cubicBezTo>
                    <a:cubicBezTo>
                      <a:pt x="1523059" y="495038"/>
                      <a:pt x="1505724" y="501706"/>
                      <a:pt x="1489720" y="503038"/>
                    </a:cubicBezTo>
                    <a:cubicBezTo>
                      <a:pt x="1484004" y="503420"/>
                      <a:pt x="1477717" y="503992"/>
                      <a:pt x="1472575" y="502086"/>
                    </a:cubicBezTo>
                    <a:cubicBezTo>
                      <a:pt x="1422854" y="483797"/>
                      <a:pt x="1372368" y="469891"/>
                      <a:pt x="1318456" y="479415"/>
                    </a:cubicBezTo>
                    <a:cubicBezTo>
                      <a:pt x="1313504" y="480369"/>
                      <a:pt x="1307978" y="478273"/>
                      <a:pt x="1303024" y="476939"/>
                    </a:cubicBezTo>
                    <a:cubicBezTo>
                      <a:pt x="1278829" y="470081"/>
                      <a:pt x="1255206" y="459223"/>
                      <a:pt x="1230633" y="456746"/>
                    </a:cubicBezTo>
                    <a:cubicBezTo>
                      <a:pt x="1170051" y="450650"/>
                      <a:pt x="1109091" y="448172"/>
                      <a:pt x="1048125" y="444172"/>
                    </a:cubicBezTo>
                    <a:cubicBezTo>
                      <a:pt x="1044315" y="443982"/>
                      <a:pt x="1040315" y="443982"/>
                      <a:pt x="1036887" y="442648"/>
                    </a:cubicBezTo>
                    <a:cubicBezTo>
                      <a:pt x="1014406" y="434456"/>
                      <a:pt x="994785" y="437124"/>
                      <a:pt x="975733" y="452744"/>
                    </a:cubicBezTo>
                    <a:cubicBezTo>
                      <a:pt x="967350" y="459603"/>
                      <a:pt x="955920" y="463223"/>
                      <a:pt x="945444" y="467033"/>
                    </a:cubicBezTo>
                    <a:cubicBezTo>
                      <a:pt x="930011" y="472749"/>
                      <a:pt x="914200" y="478273"/>
                      <a:pt x="898198" y="481893"/>
                    </a:cubicBezTo>
                    <a:cubicBezTo>
                      <a:pt x="882384" y="485321"/>
                      <a:pt x="865430" y="490084"/>
                      <a:pt x="850189" y="487417"/>
                    </a:cubicBezTo>
                    <a:cubicBezTo>
                      <a:pt x="822756" y="482655"/>
                      <a:pt x="796655" y="471987"/>
                      <a:pt x="769605" y="464937"/>
                    </a:cubicBezTo>
                    <a:cubicBezTo>
                      <a:pt x="760270" y="462461"/>
                      <a:pt x="749982" y="462843"/>
                      <a:pt x="740268" y="462651"/>
                    </a:cubicBezTo>
                    <a:cubicBezTo>
                      <a:pt x="717977" y="462081"/>
                      <a:pt x="695116" y="467605"/>
                      <a:pt x="674923" y="451792"/>
                    </a:cubicBezTo>
                    <a:cubicBezTo>
                      <a:pt x="656255" y="436934"/>
                      <a:pt x="637392" y="441314"/>
                      <a:pt x="617772" y="452554"/>
                    </a:cubicBezTo>
                    <a:cubicBezTo>
                      <a:pt x="603673" y="460557"/>
                      <a:pt x="587672" y="466843"/>
                      <a:pt x="571860" y="469891"/>
                    </a:cubicBezTo>
                    <a:cubicBezTo>
                      <a:pt x="550141" y="474081"/>
                      <a:pt x="528615" y="475797"/>
                      <a:pt x="505182" y="473319"/>
                    </a:cubicBezTo>
                    <a:cubicBezTo>
                      <a:pt x="488607" y="471605"/>
                      <a:pt x="475081" y="470843"/>
                      <a:pt x="462126" y="460747"/>
                    </a:cubicBezTo>
                    <a:cubicBezTo>
                      <a:pt x="460032" y="459223"/>
                      <a:pt x="456222" y="458841"/>
                      <a:pt x="453364" y="459033"/>
                    </a:cubicBezTo>
                    <a:cubicBezTo>
                      <a:pt x="415835" y="462271"/>
                      <a:pt x="378686" y="460557"/>
                      <a:pt x="340774" y="458268"/>
                    </a:cubicBezTo>
                    <a:cubicBezTo>
                      <a:pt x="292579" y="455222"/>
                      <a:pt x="241901" y="464175"/>
                      <a:pt x="200182" y="496180"/>
                    </a:cubicBezTo>
                    <a:cubicBezTo>
                      <a:pt x="194085" y="500944"/>
                      <a:pt x="184941" y="503038"/>
                      <a:pt x="176939" y="504182"/>
                    </a:cubicBezTo>
                    <a:cubicBezTo>
                      <a:pt x="139219" y="509134"/>
                      <a:pt x="101308" y="512564"/>
                      <a:pt x="63587" y="518088"/>
                    </a:cubicBezTo>
                    <a:cubicBezTo>
                      <a:pt x="43012" y="521137"/>
                      <a:pt x="21486" y="523805"/>
                      <a:pt x="2817" y="532187"/>
                    </a:cubicBezTo>
                    <a:lnTo>
                      <a:pt x="0" y="533314"/>
                    </a:lnTo>
                    <a:close/>
                  </a:path>
                </a:pathLst>
              </a:custGeom>
              <a:blipFill dpi="0" rotWithShape="1">
                <a:blip r:embed="rId2">
                  <a:alphaModFix amt="57000"/>
                </a:blip>
                <a:srcRect/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" name="Tartalom helye 6" descr="A képen diagram, szöveg, sor, Tervrajz látható&#10;&#10;Lehet, hogy az AI által létrehozott tartalom helytelen.">
            <a:extLst>
              <a:ext uri="{FF2B5EF4-FFF2-40B4-BE49-F238E27FC236}">
                <a16:creationId xmlns:a16="http://schemas.microsoft.com/office/drawing/2014/main" id="{28CE70C4-EBF4-589A-6B71-377816D084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13701" y="2197135"/>
            <a:ext cx="3763854" cy="319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68723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2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3C1D1FA3-6212-4B97-9B1E-C7F81247C2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"/>
            <a:ext cx="2232251" cy="236189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11C51958-04D4-4687-95A2-95DCDCF474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"/>
            <a:ext cx="2232251" cy="236189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79AFCB35-9C04-4524-A0B1-57FF6865D0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2656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D11AD2AD-0BA0-4DD3-8EEA-84686A0E71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2391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2636B90-F511-2E57-19FE-6FBE4BCA1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6666" y="432520"/>
            <a:ext cx="4834021" cy="131499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NAT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AC1D72A4-3804-EE46-E99C-8DD5AB979E1F}"/>
              </a:ext>
            </a:extLst>
          </p:cNvPr>
          <p:cNvSpPr txBox="1"/>
          <p:nvPr/>
        </p:nvSpPr>
        <p:spPr>
          <a:xfrm>
            <a:off x="1649869" y="2469496"/>
            <a:ext cx="4834021" cy="404446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Cloud FTP </a:t>
            </a:r>
            <a:r>
              <a:rPr lang="en-US" sz="2400" err="1">
                <a:solidFill>
                  <a:schemeClr val="bg1"/>
                </a:solidFill>
              </a:rPr>
              <a:t>szerver</a:t>
            </a:r>
            <a:endParaRPr lang="en-US" sz="240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err="1">
                <a:solidFill>
                  <a:schemeClr val="bg1"/>
                </a:solidFill>
              </a:rPr>
              <a:t>Dinamikus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Címfordítás</a:t>
            </a:r>
            <a:endParaRPr lang="en-US" sz="240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err="1">
                <a:solidFill>
                  <a:schemeClr val="bg1"/>
                </a:solidFill>
              </a:rPr>
              <a:t>Saját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felhasználó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az</a:t>
            </a:r>
            <a:r>
              <a:rPr lang="en-US" sz="2400" dirty="0">
                <a:solidFill>
                  <a:schemeClr val="bg1"/>
                </a:solidFill>
              </a:rPr>
              <a:t> FTP </a:t>
            </a:r>
            <a:r>
              <a:rPr lang="en-US" sz="2400" err="1">
                <a:solidFill>
                  <a:schemeClr val="bg1"/>
                </a:solidFill>
              </a:rPr>
              <a:t>szerverhez</a:t>
            </a:r>
            <a:endParaRPr lang="en-US" sz="240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err="1">
                <a:solidFill>
                  <a:schemeClr val="bg1"/>
                </a:solidFill>
              </a:rPr>
              <a:t>Rendelt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desginek</a:t>
            </a:r>
            <a:r>
              <a:rPr lang="en-US" sz="2400" dirty="0">
                <a:solidFill>
                  <a:schemeClr val="bg1"/>
                </a:solidFill>
              </a:rPr>
              <a:t>, </a:t>
            </a:r>
            <a:r>
              <a:rPr lang="en-US" sz="2400" err="1">
                <a:solidFill>
                  <a:schemeClr val="bg1"/>
                </a:solidFill>
              </a:rPr>
              <a:t>grafikák</a:t>
            </a:r>
            <a:r>
              <a:rPr lang="en-US" sz="2400" dirty="0">
                <a:solidFill>
                  <a:schemeClr val="bg1"/>
                </a:solidFill>
              </a:rPr>
              <a:t>, </a:t>
            </a:r>
            <a:r>
              <a:rPr lang="en-US" sz="2400" err="1">
                <a:solidFill>
                  <a:schemeClr val="bg1"/>
                </a:solidFill>
              </a:rPr>
              <a:t>textúrák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tárolására</a:t>
            </a:r>
            <a:endParaRPr lang="en-US" sz="2400">
              <a:solidFill>
                <a:schemeClr val="bg1"/>
              </a:solidFill>
            </a:endParaRPr>
          </a:p>
        </p:txBody>
      </p:sp>
      <p:pic>
        <p:nvPicPr>
          <p:cNvPr id="9" name="Tartalom helye 8" descr="A képen szöveg, képernyőkép, sor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FDBDCFD-0735-FF46-A326-2C2A292A0D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35473" y="2187881"/>
            <a:ext cx="4072815" cy="3085156"/>
          </a:xfrm>
          <a:prstGeom prst="rect">
            <a:avLst/>
          </a:prstGeom>
        </p:spPr>
      </p:pic>
      <p:grpSp>
        <p:nvGrpSpPr>
          <p:cNvPr id="53" name="Graphic 185">
            <a:extLst>
              <a:ext uri="{FF2B5EF4-FFF2-40B4-BE49-F238E27FC236}">
                <a16:creationId xmlns:a16="http://schemas.microsoft.com/office/drawing/2014/main" id="{0C156BF8-7FF7-440F-BE2B-417DFFE8B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B7067280-C3E7-4DF6-A345-B9FEF6EF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A78365A8-666B-4417-9D3C-554E6E6B2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E71CAAFA-0A31-4308-AB9F-B1C84ABDF9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6AB1D25-144D-4BB4-A45C-60B8A094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069F0FB4-779A-48FC-AC33-784F177C9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Szövegdoboz 2">
            <a:extLst>
              <a:ext uri="{FF2B5EF4-FFF2-40B4-BE49-F238E27FC236}">
                <a16:creationId xmlns:a16="http://schemas.microsoft.com/office/drawing/2014/main" id="{CBC00DDE-AE88-815F-41B4-B9248AC2CEE9}"/>
              </a:ext>
            </a:extLst>
          </p:cNvPr>
          <p:cNvSpPr txBox="1"/>
          <p:nvPr/>
        </p:nvSpPr>
        <p:spPr>
          <a:xfrm>
            <a:off x="7943850" y="1933575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hu-HU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B013D706-3061-7E66-D001-E17F48B8833F}"/>
              </a:ext>
            </a:extLst>
          </p:cNvPr>
          <p:cNvSpPr txBox="1"/>
          <p:nvPr/>
        </p:nvSpPr>
        <p:spPr>
          <a:xfrm>
            <a:off x="8886825" y="2286000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2380597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4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F9C1598-66D4-CDF2-7157-AED58A1B0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270" y="368625"/>
            <a:ext cx="4974771" cy="140349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chemeClr val="bg1"/>
                </a:solidFill>
              </a:rPr>
              <a:t>Access List</a:t>
            </a:r>
          </a:p>
        </p:txBody>
      </p:sp>
      <p:grpSp>
        <p:nvGrpSpPr>
          <p:cNvPr id="242" name="Group 49">
            <a:extLst>
              <a:ext uri="{FF2B5EF4-FFF2-40B4-BE49-F238E27FC236}">
                <a16:creationId xmlns:a16="http://schemas.microsoft.com/office/drawing/2014/main" id="{00C7DD97-49DC-4BFD-951D-CFF51B976D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141571" y="70488"/>
            <a:ext cx="3501861" cy="3501861"/>
            <a:chOff x="4690043" y="291695"/>
            <a:chExt cx="3055711" cy="3055711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E7DCFDCC-147C-40CA-BFDF-2848A42977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690043" y="291695"/>
              <a:ext cx="3055711" cy="3055711"/>
            </a:xfrm>
            <a:prstGeom prst="ellipse">
              <a:avLst/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Oval 51">
              <a:extLst>
                <a:ext uri="{FF2B5EF4-FFF2-40B4-BE49-F238E27FC236}">
                  <a16:creationId xmlns:a16="http://schemas.microsoft.com/office/drawing/2014/main" id="{31F8CA31-10D7-4B78-877D-2D21FBE553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690043" y="291695"/>
              <a:ext cx="3055711" cy="3055711"/>
            </a:xfrm>
            <a:prstGeom prst="ellipse">
              <a:avLst/>
            </a:prstGeom>
            <a:solidFill>
              <a:schemeClr val="accent2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4" name="Group 53">
            <a:extLst>
              <a:ext uri="{FF2B5EF4-FFF2-40B4-BE49-F238E27FC236}">
                <a16:creationId xmlns:a16="http://schemas.microsoft.com/office/drawing/2014/main" id="{176786CF-68E6-476D-909E-8522718B7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75057" y="3240578"/>
            <a:ext cx="3297290" cy="3297290"/>
            <a:chOff x="4690043" y="291695"/>
            <a:chExt cx="3055711" cy="3055711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06D8E882-7D0E-42D7-99C8-D4865D7DAB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690043" y="291695"/>
              <a:ext cx="3055711" cy="3055711"/>
            </a:xfrm>
            <a:prstGeom prst="ellipse">
              <a:avLst/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15F1597-6BCF-45F1-9AC9-B142DD476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690043" y="291695"/>
              <a:ext cx="3055711" cy="3055711"/>
            </a:xfrm>
            <a:prstGeom prst="ellipse">
              <a:avLst/>
            </a:prstGeom>
            <a:solidFill>
              <a:schemeClr val="accent2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5" name="Oval 57">
            <a:extLst>
              <a:ext uri="{FF2B5EF4-FFF2-40B4-BE49-F238E27FC236}">
                <a16:creationId xmlns:a16="http://schemas.microsoft.com/office/drawing/2014/main" id="{EAED1919-54A1-41C9-B30B-A3FF3F58E3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26220" y="30573"/>
            <a:ext cx="3483100" cy="3483100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6" name="Graphic 190">
            <a:extLst>
              <a:ext uri="{FF2B5EF4-FFF2-40B4-BE49-F238E27FC236}">
                <a16:creationId xmlns:a16="http://schemas.microsoft.com/office/drawing/2014/main" id="{00E015F5-1A99-4E40-BC3D-770780299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90828" y="1091857"/>
            <a:ext cx="1291642" cy="429215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FE6F571-2BB7-46DA-A3D9-B32ADDC16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905CC16-753C-4B9F-B3E2-C456795AE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4" name="Tartalom helye 3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6F52A3F9-809F-3679-E7BA-1991602488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001" b="-3"/>
          <a:stretch>
            <a:fillRect/>
          </a:stretch>
        </p:blipFill>
        <p:spPr>
          <a:xfrm>
            <a:off x="2560907" y="709301"/>
            <a:ext cx="2393406" cy="2113201"/>
          </a:xfrm>
          <a:prstGeom prst="rect">
            <a:avLst/>
          </a:prstGeom>
        </p:spPr>
      </p:pic>
      <p:sp>
        <p:nvSpPr>
          <p:cNvPr id="247" name="Oval 63">
            <a:extLst>
              <a:ext uri="{FF2B5EF4-FFF2-40B4-BE49-F238E27FC236}">
                <a16:creationId xmlns:a16="http://schemas.microsoft.com/office/drawing/2014/main" id="{FFFEB18F-F81F-4CED-BE64-EB888A77C3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093" y="3195231"/>
            <a:ext cx="3281677" cy="3281677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Kép 2" descr="A képen képernyőkép, Grafika, Grafikus tervezés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33EC7417-86D8-F0E7-B12A-7CE5CDCA2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394" y="3515014"/>
            <a:ext cx="2589015" cy="2583286"/>
          </a:xfrm>
          <a:prstGeom prst="rect">
            <a:avLst/>
          </a:prstGeom>
        </p:spPr>
      </p:pic>
      <p:grpSp>
        <p:nvGrpSpPr>
          <p:cNvPr id="248" name="Graphic 4">
            <a:extLst>
              <a:ext uri="{FF2B5EF4-FFF2-40B4-BE49-F238E27FC236}">
                <a16:creationId xmlns:a16="http://schemas.microsoft.com/office/drawing/2014/main" id="{A04977CB-3825-471A-A590-C57F8C350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997585" y="3139252"/>
            <a:ext cx="1330536" cy="1330521"/>
            <a:chOff x="5734037" y="3067039"/>
            <a:chExt cx="724483" cy="724489"/>
          </a:xfrm>
          <a:solidFill>
            <a:schemeClr val="bg1"/>
          </a:solidFill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B4B4814-3BFD-418E-B5B6-9DC3E0023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6B775DC1-0C03-424C-81DD-0B63736424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9DA07F5D-1F32-483C-8A98-9849D780DE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37A913DD-4597-42B1-9728-4127E83A83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09FBB02-BC59-4864-8DBC-B2B2BD52B3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6BD87CAE-98EF-4EA4-B739-3304AB75B5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1A313AD8-2CA9-4181-84FF-A4EA106FB0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90E1FD27-6078-4DDB-85A5-EF32823635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B87154F-1C33-4D96-AD0F-41A911079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59F7C24D-DA96-4B69-9D48-11ED659814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A1CC3BFF-8D2C-4191-AA89-4B5F07B595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30851AC-DB18-4C88-A8A2-449F772E50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A0FBDE6-61C6-4EAD-BEF2-895D802FB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AA861D3C-5355-4A4A-A875-EC40751A7D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998E573C-00D7-4371-9CE5-C72044BCA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B74B55B-C24A-4F7B-80B0-59E86E989B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61FF18D-542A-4DA3-B579-046996571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5CD3040-DA11-4096-9ECA-0547EB296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8DBF68E6-70DC-4C9B-9E36-54DADF5D8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11A82FA5-7042-42C0-82C9-8068C36A68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2F1F1E10-43A7-49C1-9611-E52FB1BF5C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350A35C-3618-4456-8580-7687EDA43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4013BD1-ADEE-4116-8B16-8C5FB3B015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D41350A0-245D-42A9-911D-82D77BC3DC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8734813-52CA-4809-A0E0-348308DC4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626E127-926A-4623-B87E-6944AA8F44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ADDE53E-0E40-4853-BCF0-9B152D6A4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C13F1249-54EA-428F-AE2E-A0579B409F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52C80D7-048D-4658-A5FE-B698CC4E42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4A82C20A-8FDC-4735-9608-AD288081F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EFB7CA94-32F3-403F-9F2B-1E2F701EE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1066606C-4588-4163-AD08-3AC140409A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B8565D18-023F-46E0-B825-199BFEAD6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6F96FBB7-2ED0-47E0-9016-421EC9D3D8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7CFFB9F2-9F7C-43A4-A9E6-1EE70C00B7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0421F39C-6A35-4CF1-8E72-2A897C1F8F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ADA5561C-BFBA-4EA2-8A59-2910A2CDF8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9F79817-A1A8-459C-A1DA-1639CC4EF1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0C5931-2980-4D21-A6AF-33BBB2B4A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6130F5F5-6F7C-41EE-8CBB-1D0839C6FC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6671993A-EC69-4341-90B1-F23F6EA5A0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D56C4EAD-EE30-43C6-99BC-D4CB4EE9E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00981292-8C2D-477F-BFC1-A0C971DE4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5EB673EB-AAA5-41CD-BD9E-19C05381C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BF0F0673-73C3-44AE-9E98-EE65ADB27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908B8D8-11C7-4C6B-9642-2AAD37E24A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FF2F92D7-98B0-4E76-B8C6-AADDDBFCC6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5EC8DDD7-9501-4B67-9C31-6D5930A2B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57BD5C40-C542-47FD-9C2B-EE136CB979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4CE941A-9B71-4C39-B230-20A18D89B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3718F172-45D8-46D9-A359-D8A51BE64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51EDA59-37F4-47C4-9579-A4EE161561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FCF25555-9B27-45F5-BDE8-EC65FC7B9D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E18D4CBF-5079-4BCF-996F-48C5BD1DC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599F779A-FDDF-4E15-A19E-D734C95A57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98510558-1546-41C7-819E-0C4056E54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371F762-3D9D-459C-AC86-3183843A4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CDECEFE0-53BB-47FB-97D7-AE0B0E3198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3D7521B5-463A-40A3-BE61-B1CAE3307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6A3596C1-0483-4496-8755-DB608479D6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89261538-C799-4246-B1B3-B3F5B09A08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7FDE36D9-78E7-44D9-BC0F-1BAFDE5B33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DB9D93E5-4ECA-4C24-9FF6-AC81334279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A4C35E97-1F66-4BFD-AE92-7EBC84F1DD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C6BF299A-A3D1-430D-80FF-B080C6FC6E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9E7CF736-D3DE-4C5E-AA1F-DC4C8AA3AF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D396DF6B-432E-4903-B1AA-D3531FF8A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1ECDFD65-3965-4589-A4C2-16510946FF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CA8C54E5-84FF-4F13-AA46-FED8E8DADB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BECA2236-A9B4-439E-9BAB-56AE965F6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E9441778-3D1A-4F75-A5A1-7214DAFB1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9B9AA094-8F15-4A0C-AA38-346BD5DDC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119958CA-594A-4498-84BE-F61BFC580B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FDFCE354-2B72-4480-97DE-E882906FDF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C973E6C-6BC5-4FF1-8ECA-8615973121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D64FCB3C-7129-40FC-B584-150E5E62F2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E211C60F-B3FE-47DD-BD11-D331736344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0D3EA065-68A6-4DD0-99BA-645480D4A4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2B6AC294-B9BA-4C59-B08A-53548D610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5F31034-2EF3-4F10-85B8-454316F2B9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A87A0E7-AF0B-4A66-AFF6-689E7D388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0D8E5EAF-B0C7-4E80-92EF-0209B4FE75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FAA01C3F-AD71-4F07-8664-821309948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A30EC962-F7C8-4F17-A8EB-8EC64ADEF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FA0DA527-FFEF-4AB6-B38F-FDF228D5B4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AB5776C-CF29-46E0-9A73-03A318AE69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45572D84-640D-47CC-A862-6DCF1A73E6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0F9CD199-6195-4F64-9E22-94AD9D7600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35BC72FF-17EE-425A-B62A-2E024A6D7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26F3AB89-E7FF-4C05-9243-32DF9B4DF6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DABD659D-3754-4F63-9C8D-54AB1549E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C9DF2EF3-55C8-4745-9F55-24B60215DD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13C67022-CC78-4114-891A-C34637A613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A0F93252-C331-4CBB-B4F8-6B12B3903D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7F4537F3-EDF5-4626-AFBE-4488E0140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848604B-6F7A-4A76-96F8-6B7BE1FE8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73D47B0C-A018-4B2C-898B-2391FC845D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3DD4A89-CBC7-4BEE-AF16-D76807C080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E63C3831-F632-40D9-84E9-FEDA73C6B5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5D39FEFA-CF2D-47D2-A180-417199AE87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987F2FB4-CAFE-4018-A06E-5BAB572FF7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C990CED-1FA9-4850-8469-1460027704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95BF6636-258D-497B-ABBF-1813F114B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27D9B40C-72EA-4EFC-B711-9F7828061E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454702A9-BABD-4005-8B4D-991D3CFBE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1E860B77-3AB6-46A1-9CE3-37D976AF4C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292ABAA7-B221-4C32-8F87-ABBAE21ADA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1D416EA-36C9-4DC6-A012-0C0F3FDF73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A7F4DF81-59CD-4438-AA36-8F1BCCF97A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77C64A27-32D1-40C4-B94F-1093B6DE69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4797AB82-41AF-4856-AFC1-222C6DBC7B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0C1D340-365C-4212-A0FE-D7D06095B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3493915A-115F-4720-86A4-853B732307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2B7C4C77-1BED-4D31-8452-96E6F6B2A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98B04703-29C2-4A3B-AF19-7434D788E0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6557C845-906D-43D8-92DE-72EF460687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55858061-043C-4334-BFCE-D9F77366A6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5B825429-701A-43D0-83FA-2AF61D842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A633109C-AACA-40CF-B41E-488FD4884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7558F3F-5D90-45F4-AA12-07ED3A5192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451DD258-CE67-424A-BF5B-AFFA82B56B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4400BE62-7130-4D75-B3AB-AA78B0224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22DE0A40-C470-4BF2-86BE-950D01B0CE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FD0A8776-E748-4D71-999B-FF5213CB4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9868C751-1379-453B-AC78-C61BCDFD7C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AB5E0827-B184-45E4-BE8A-A6E9B4456A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528E9365-B34E-471B-B5F5-7D7AA0226C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32C453C-483A-468F-8AE5-9653EE06C6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8206E38D-8DBE-4126-8CAC-F737F5835F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D5D9B69-81D5-4D7D-875B-4E07EC457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E5212BDC-A49B-4150-8C9A-BFD08D9E17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D8A2BE4D-B38F-4C4C-A82F-FABB3DE999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4EFD994-9359-4615-BFA9-DFCC942F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4205EAC6-6E11-4106-A079-7E9F2F62CA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EDDCF5F4-CA05-4922-AF4B-F9629D6F3D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9113CF3-AB25-42A2-8DE0-735C1F40C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B5092A3-B3FA-4AC8-82C3-FA386B8480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08F8F5D2-8958-4ED5-94E8-B4AB9F442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87D2E7CC-7DFE-42C8-9E78-44777D7B9C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E57A90F-A41A-4C97-8EA3-ADD911EDD7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B9C217A0-4087-4422-8635-C74D0B13AF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9C0E89CF-75CB-4D42-9E44-ADF284D84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5564F9F3-0D82-4874-9440-38F3AF9175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8E318789-20ED-497A-AFEB-3280B07AB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F2256C04-2807-49A4-93C3-95542421D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14FBD6ED-2E68-4F38-BF88-DC75DAECAF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AF7BF2B0-9477-4227-9CDB-98E8AF7C1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7B6B9DAA-B992-45AD-A992-9CDFB41B94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8DE418D1-D67F-4FD8-BA49-CC986A7127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39AB1E1F-243A-489C-8753-69078993E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F5E4BFF9-A8A8-4B08-AC59-228B81E02A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D3D80DFA-96DF-4CD6-B136-557368FF3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1ED3E86E-8BEE-463D-A646-180ABD21F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ADD483A5-049C-4EBA-B2D1-910117903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1116FEF0-D89A-43D8-B160-04E86A39F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517D6EEA-1BB1-4EC1-87B7-2CAFBE348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2EBD1224-D8F1-4976-BE1F-B4ABB071AD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DEBB9B87-CACC-4819-BEFA-C8A0C1AF2A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5259DF1F-DEAD-492D-AFEE-BA7BB1A7E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D3573A36-F1A6-4532-829C-AE49B7CE2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F1A8D26A-350C-45FE-AA87-4AC5C0568B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5044A982-3E0F-4D17-9104-27E2D2D2F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68EB580A-7544-41A1-AE10-5C52B00FBD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65DBF4F2-4158-4DA7-AF14-7F9DDF07BF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F43513B1-0D48-4482-AA4E-2046DE5854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AC04BF60-8F64-4663-A8B4-D8BC1943B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1B9A4999-4058-4260-B3D7-A8B6C1361B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9FCBE72-DC7B-42FD-B59A-E1714802EA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2FC3A23A-4EDB-4DD4-B293-746E0255AD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" name="Szövegdoboz 6">
            <a:extLst>
              <a:ext uri="{FF2B5EF4-FFF2-40B4-BE49-F238E27FC236}">
                <a16:creationId xmlns:a16="http://schemas.microsoft.com/office/drawing/2014/main" id="{C9512AB3-3259-E9DF-786E-36316EE4D893}"/>
              </a:ext>
            </a:extLst>
          </p:cNvPr>
          <p:cNvSpPr txBox="1"/>
          <p:nvPr/>
        </p:nvSpPr>
        <p:spPr>
          <a:xfrm>
            <a:off x="6477270" y="1958550"/>
            <a:ext cx="4974771" cy="3810301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bg1"/>
                </a:solidFill>
              </a:rPr>
              <a:t>Az Access list </a:t>
            </a:r>
            <a:r>
              <a:rPr lang="en-US" sz="2400" err="1">
                <a:solidFill>
                  <a:schemeClr val="bg1"/>
                </a:solidFill>
              </a:rPr>
              <a:t>egy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szabálygyűjtemény</a:t>
            </a:r>
            <a:r>
              <a:rPr lang="en-US" sz="2400">
                <a:solidFill>
                  <a:schemeClr val="bg1"/>
                </a:solidFill>
              </a:rPr>
              <a:t>,  </a:t>
            </a:r>
            <a:r>
              <a:rPr lang="en-US" sz="2400" err="1">
                <a:solidFill>
                  <a:schemeClr val="bg1"/>
                </a:solidFill>
              </a:rPr>
              <a:t>amely</a:t>
            </a:r>
            <a:r>
              <a:rPr lang="en-US" sz="2400">
                <a:solidFill>
                  <a:schemeClr val="bg1"/>
                </a:solidFill>
              </a:rPr>
              <a:t> a mi </a:t>
            </a:r>
            <a:r>
              <a:rPr lang="en-US" sz="2400" err="1">
                <a:solidFill>
                  <a:schemeClr val="bg1"/>
                </a:solidFill>
              </a:rPr>
              <a:t>esetünkben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azt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teszi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lehetővé</a:t>
            </a:r>
            <a:r>
              <a:rPr lang="en-US" sz="2400">
                <a:solidFill>
                  <a:schemeClr val="bg1"/>
                </a:solidFill>
              </a:rPr>
              <a:t>, </a:t>
            </a:r>
            <a:r>
              <a:rPr lang="en-US" sz="2400" err="1">
                <a:solidFill>
                  <a:schemeClr val="bg1"/>
                </a:solidFill>
              </a:rPr>
              <a:t>hogy</a:t>
            </a:r>
            <a:r>
              <a:rPr lang="en-US" sz="2400">
                <a:solidFill>
                  <a:schemeClr val="bg1"/>
                </a:solidFill>
              </a:rPr>
              <a:t> a </a:t>
            </a:r>
            <a:r>
              <a:rPr lang="en-US" sz="2400" err="1">
                <a:solidFill>
                  <a:schemeClr val="bg1"/>
                </a:solidFill>
              </a:rPr>
              <a:t>különböző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Vlanok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nem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érik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el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egymást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bg1"/>
                </a:solidFill>
              </a:rPr>
              <a:t>Az </a:t>
            </a:r>
            <a:r>
              <a:rPr lang="en-US" sz="2400" err="1">
                <a:solidFill>
                  <a:schemeClr val="bg1"/>
                </a:solidFill>
              </a:rPr>
              <a:t>utolsó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két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sor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minden</a:t>
            </a:r>
            <a:r>
              <a:rPr lang="en-US" sz="2400">
                <a:solidFill>
                  <a:schemeClr val="bg1"/>
                </a:solidFill>
              </a:rPr>
              <a:t> access-list-ben </a:t>
            </a:r>
            <a:r>
              <a:rPr lang="en-US" sz="2400" err="1">
                <a:solidFill>
                  <a:schemeClr val="bg1"/>
                </a:solidFill>
              </a:rPr>
              <a:t>azt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mutatja</a:t>
            </a:r>
            <a:r>
              <a:rPr lang="en-US" sz="2400">
                <a:solidFill>
                  <a:schemeClr val="bg1"/>
                </a:solidFill>
              </a:rPr>
              <a:t>, </a:t>
            </a:r>
            <a:r>
              <a:rPr lang="en-US" sz="2400" err="1">
                <a:solidFill>
                  <a:schemeClr val="bg1"/>
                </a:solidFill>
              </a:rPr>
              <a:t>hogy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err="1">
                <a:solidFill>
                  <a:schemeClr val="bg1"/>
                </a:solidFill>
              </a:rPr>
              <a:t>engedélyezve</a:t>
            </a:r>
            <a:r>
              <a:rPr lang="en-US" sz="2400">
                <a:solidFill>
                  <a:schemeClr val="bg1"/>
                </a:solidFill>
              </a:rPr>
              <a:t> van a DHCP </a:t>
            </a:r>
            <a:r>
              <a:rPr lang="en-US" sz="2400" err="1">
                <a:solidFill>
                  <a:schemeClr val="bg1"/>
                </a:solidFill>
              </a:rPr>
              <a:t>forgalom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1078441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C151619-BE5A-E8CF-9D1F-C7AB67F1D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41752"/>
            <a:ext cx="439102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b="1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VPN – GRE Tunnel megoldás</a:t>
            </a:r>
            <a:endParaRPr lang="en-US" sz="400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  <a:p>
            <a:endParaRPr lang="en-US" sz="400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E47B3C29-E3AC-905F-386E-318A88208970}"/>
              </a:ext>
            </a:extLst>
          </p:cNvPr>
          <p:cNvSpPr txBox="1"/>
          <p:nvPr/>
        </p:nvSpPr>
        <p:spPr>
          <a:xfrm>
            <a:off x="838200" y="3146400"/>
            <a:ext cx="4391024" cy="2454300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Biztonságos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logikai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kapcsolat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a VLAN70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és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VLAN80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között</a:t>
            </a:r>
            <a:endParaRPr lang="en-US">
              <a:solidFill>
                <a:schemeClr val="bg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>
                    <a:alpha val="80000"/>
                  </a:schemeClr>
                </a:solidFill>
              </a:rPr>
              <a:t>GRE Tunnel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használata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a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két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router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között</a:t>
            </a:r>
            <a:endParaRPr lang="en-US">
              <a:solidFill>
                <a:schemeClr val="bg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>
                    <a:alpha val="80000"/>
                  </a:schemeClr>
                </a:solidFill>
              </a:rPr>
              <a:t>VLAN-ok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közötti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kommunikáció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publikus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hálózaton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keresztül</a:t>
            </a:r>
            <a:endParaRPr lang="en-US">
              <a:solidFill>
                <a:schemeClr val="bg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Statikus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routing a tunnel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interfészen</a:t>
            </a:r>
            <a:endParaRPr lang="en-US">
              <a:solidFill>
                <a:schemeClr val="bg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>
                    <a:alpha val="80000"/>
                  </a:schemeClr>
                </a:solidFill>
              </a:rPr>
              <a:t>DHCP-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alapú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IP-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címkiosztás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mindkét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VLAN-ban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>
                    <a:alpha val="80000"/>
                  </a:schemeClr>
                </a:solidFill>
              </a:rPr>
              <a:t>A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megoldás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skálázható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és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később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IPsec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titkosítással</a:t>
            </a:r>
            <a:r>
              <a:rPr lang="en-US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err="1">
                <a:solidFill>
                  <a:schemeClr val="bg1">
                    <a:alpha val="80000"/>
                  </a:schemeClr>
                </a:solidFill>
              </a:rPr>
              <a:t>bővíthető</a:t>
            </a:r>
            <a:endParaRPr lang="en-US">
              <a:solidFill>
                <a:schemeClr val="bg1">
                  <a:alpha val="80000"/>
                </a:schemeClr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>
              <a:solidFill>
                <a:schemeClr val="bg1">
                  <a:alpha val="80000"/>
                </a:schemeClr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44E3F87-3D58-4B03-86B2-15A5C5B9C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96000" y="841376"/>
            <a:ext cx="5260976" cy="4707593"/>
            <a:chOff x="6096000" y="841376"/>
            <a:chExt cx="5260976" cy="4707593"/>
          </a:xfrm>
          <a:effectLst>
            <a:outerShdw blurRad="381000" dist="152400" dir="5400000" algn="ctr" rotWithShape="0">
              <a:srgbClr val="000000">
                <a:alpha val="10000"/>
              </a:srgbClr>
            </a:outerShdw>
          </a:effectLst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4D09509-F6FC-47A6-B196-CCCFD8E830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96001" y="841376"/>
              <a:ext cx="5260975" cy="4707593"/>
              <a:chOff x="6096001" y="841376"/>
              <a:chExt cx="5260975" cy="4707593"/>
            </a:xfrm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A5B9D66-192D-4F12-964D-2B23A1D275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96001" y="841376"/>
                <a:ext cx="5260975" cy="4707593"/>
              </a:xfrm>
              <a:custGeom>
                <a:avLst/>
                <a:gdLst>
                  <a:gd name="connsiteX0" fmla="*/ 0 w 5260975"/>
                  <a:gd name="connsiteY0" fmla="*/ 0 h 4707593"/>
                  <a:gd name="connsiteX1" fmla="*/ 5260975 w 5260975"/>
                  <a:gd name="connsiteY1" fmla="*/ 0 h 4707593"/>
                  <a:gd name="connsiteX2" fmla="*/ 5260975 w 5260975"/>
                  <a:gd name="connsiteY2" fmla="*/ 3296937 h 4707593"/>
                  <a:gd name="connsiteX3" fmla="*/ 5260975 w 5260975"/>
                  <a:gd name="connsiteY3" fmla="*/ 3518571 h 4707593"/>
                  <a:gd name="connsiteX4" fmla="*/ 5226503 w 5260975"/>
                  <a:gd name="connsiteY4" fmla="*/ 3534000 h 4707593"/>
                  <a:gd name="connsiteX5" fmla="*/ 5206341 w 5260975"/>
                  <a:gd name="connsiteY5" fmla="*/ 3542065 h 4707593"/>
                  <a:gd name="connsiteX6" fmla="*/ 5123287 w 5260975"/>
                  <a:gd name="connsiteY6" fmla="*/ 3594010 h 4707593"/>
                  <a:gd name="connsiteX7" fmla="*/ 5048107 w 5260975"/>
                  <a:gd name="connsiteY7" fmla="*/ 3658244 h 4707593"/>
                  <a:gd name="connsiteX8" fmla="*/ 4992899 w 5260975"/>
                  <a:gd name="connsiteY8" fmla="*/ 3734479 h 4707593"/>
                  <a:gd name="connsiteX9" fmla="*/ 4977440 w 5260975"/>
                  <a:gd name="connsiteY9" fmla="*/ 3752627 h 4707593"/>
                  <a:gd name="connsiteX10" fmla="*/ 4935193 w 5260975"/>
                  <a:gd name="connsiteY10" fmla="*/ 3775382 h 4707593"/>
                  <a:gd name="connsiteX11" fmla="*/ 4897844 w 5260975"/>
                  <a:gd name="connsiteY11" fmla="*/ 3792472 h 4707593"/>
                  <a:gd name="connsiteX12" fmla="*/ 4870767 w 5260975"/>
                  <a:gd name="connsiteY12" fmla="*/ 3811388 h 4707593"/>
                  <a:gd name="connsiteX13" fmla="*/ 4847916 w 5260975"/>
                  <a:gd name="connsiteY13" fmla="*/ 3828767 h 4707593"/>
                  <a:gd name="connsiteX14" fmla="*/ 4796163 w 5260975"/>
                  <a:gd name="connsiteY14" fmla="*/ 3873702 h 4707593"/>
                  <a:gd name="connsiteX15" fmla="*/ 4738843 w 5260975"/>
                  <a:gd name="connsiteY15" fmla="*/ 3911628 h 4707593"/>
                  <a:gd name="connsiteX16" fmla="*/ 4692755 w 5260975"/>
                  <a:gd name="connsiteY16" fmla="*/ 3958099 h 4707593"/>
                  <a:gd name="connsiteX17" fmla="*/ 4673744 w 5260975"/>
                  <a:gd name="connsiteY17" fmla="*/ 3983255 h 4707593"/>
                  <a:gd name="connsiteX18" fmla="*/ 4633801 w 5260975"/>
                  <a:gd name="connsiteY18" fmla="*/ 4000442 h 4707593"/>
                  <a:gd name="connsiteX19" fmla="*/ 4590499 w 5260975"/>
                  <a:gd name="connsiteY19" fmla="*/ 4027326 h 4707593"/>
                  <a:gd name="connsiteX20" fmla="*/ 4559773 w 5260975"/>
                  <a:gd name="connsiteY20" fmla="*/ 4054018 h 4707593"/>
                  <a:gd name="connsiteX21" fmla="*/ 4536059 w 5260975"/>
                  <a:gd name="connsiteY21" fmla="*/ 4071877 h 4707593"/>
                  <a:gd name="connsiteX22" fmla="*/ 4502549 w 5260975"/>
                  <a:gd name="connsiteY22" fmla="*/ 4089832 h 4707593"/>
                  <a:gd name="connsiteX23" fmla="*/ 4468944 w 5260975"/>
                  <a:gd name="connsiteY23" fmla="*/ 4113356 h 4707593"/>
                  <a:gd name="connsiteX24" fmla="*/ 4452622 w 5260975"/>
                  <a:gd name="connsiteY24" fmla="*/ 4127854 h 4707593"/>
                  <a:gd name="connsiteX25" fmla="*/ 4421032 w 5260975"/>
                  <a:gd name="connsiteY25" fmla="*/ 4151953 h 4707593"/>
                  <a:gd name="connsiteX26" fmla="*/ 4388483 w 5260975"/>
                  <a:gd name="connsiteY26" fmla="*/ 4174421 h 4707593"/>
                  <a:gd name="connsiteX27" fmla="*/ 4327321 w 5260975"/>
                  <a:gd name="connsiteY27" fmla="*/ 4200153 h 4707593"/>
                  <a:gd name="connsiteX28" fmla="*/ 4271633 w 5260975"/>
                  <a:gd name="connsiteY28" fmla="*/ 4237983 h 4707593"/>
                  <a:gd name="connsiteX29" fmla="*/ 4227465 w 5260975"/>
                  <a:gd name="connsiteY29" fmla="*/ 4265635 h 4707593"/>
                  <a:gd name="connsiteX30" fmla="*/ 4201733 w 5260975"/>
                  <a:gd name="connsiteY30" fmla="*/ 4283783 h 4707593"/>
                  <a:gd name="connsiteX31" fmla="*/ 4154494 w 5260975"/>
                  <a:gd name="connsiteY31" fmla="*/ 4324301 h 4707593"/>
                  <a:gd name="connsiteX32" fmla="*/ 4081234 w 5260975"/>
                  <a:gd name="connsiteY32" fmla="*/ 4366931 h 4707593"/>
                  <a:gd name="connsiteX33" fmla="*/ 4036971 w 5260975"/>
                  <a:gd name="connsiteY33" fmla="*/ 4389975 h 4707593"/>
                  <a:gd name="connsiteX34" fmla="*/ 3941725 w 5260975"/>
                  <a:gd name="connsiteY34" fmla="*/ 4424733 h 4707593"/>
                  <a:gd name="connsiteX35" fmla="*/ 3910999 w 5260975"/>
                  <a:gd name="connsiteY35" fmla="*/ 4437119 h 4707593"/>
                  <a:gd name="connsiteX36" fmla="*/ 3875859 w 5260975"/>
                  <a:gd name="connsiteY36" fmla="*/ 4445280 h 4707593"/>
                  <a:gd name="connsiteX37" fmla="*/ 3819401 w 5260975"/>
                  <a:gd name="connsiteY37" fmla="*/ 4464579 h 4707593"/>
                  <a:gd name="connsiteX38" fmla="*/ 3709176 w 5260975"/>
                  <a:gd name="connsiteY38" fmla="*/ 4497800 h 4707593"/>
                  <a:gd name="connsiteX39" fmla="*/ 3684981 w 5260975"/>
                  <a:gd name="connsiteY39" fmla="*/ 4502889 h 4707593"/>
                  <a:gd name="connsiteX40" fmla="*/ 3623338 w 5260975"/>
                  <a:gd name="connsiteY40" fmla="*/ 4524300 h 4707593"/>
                  <a:gd name="connsiteX41" fmla="*/ 3586373 w 5260975"/>
                  <a:gd name="connsiteY41" fmla="*/ 4538702 h 4707593"/>
                  <a:gd name="connsiteX42" fmla="*/ 3555743 w 5260975"/>
                  <a:gd name="connsiteY42" fmla="*/ 4546960 h 4707593"/>
                  <a:gd name="connsiteX43" fmla="*/ 3528667 w 5260975"/>
                  <a:gd name="connsiteY43" fmla="*/ 4550801 h 4707593"/>
                  <a:gd name="connsiteX44" fmla="*/ 3457424 w 5260975"/>
                  <a:gd name="connsiteY44" fmla="*/ 4569811 h 4707593"/>
                  <a:gd name="connsiteX45" fmla="*/ 3429003 w 5260975"/>
                  <a:gd name="connsiteY45" fmla="*/ 4577301 h 4707593"/>
                  <a:gd name="connsiteX46" fmla="*/ 3355264 w 5260975"/>
                  <a:gd name="connsiteY46" fmla="*/ 4603033 h 4707593"/>
                  <a:gd name="connsiteX47" fmla="*/ 3292757 w 5260975"/>
                  <a:gd name="connsiteY47" fmla="*/ 4620027 h 4707593"/>
                  <a:gd name="connsiteX48" fmla="*/ 3266643 w 5260975"/>
                  <a:gd name="connsiteY48" fmla="*/ 4628188 h 4707593"/>
                  <a:gd name="connsiteX49" fmla="*/ 3206921 w 5260975"/>
                  <a:gd name="connsiteY49" fmla="*/ 4641823 h 4707593"/>
                  <a:gd name="connsiteX50" fmla="*/ 3173123 w 5260975"/>
                  <a:gd name="connsiteY50" fmla="*/ 4651425 h 4707593"/>
                  <a:gd name="connsiteX51" fmla="*/ 3090646 w 5260975"/>
                  <a:gd name="connsiteY51" fmla="*/ 4662274 h 4707593"/>
                  <a:gd name="connsiteX52" fmla="*/ 3005480 w 5260975"/>
                  <a:gd name="connsiteY52" fmla="*/ 4672739 h 4707593"/>
                  <a:gd name="connsiteX53" fmla="*/ 2958721 w 5260975"/>
                  <a:gd name="connsiteY53" fmla="*/ 4676196 h 4707593"/>
                  <a:gd name="connsiteX54" fmla="*/ 2917915 w 5260975"/>
                  <a:gd name="connsiteY54" fmla="*/ 4681670 h 4707593"/>
                  <a:gd name="connsiteX55" fmla="*/ 2882389 w 5260975"/>
                  <a:gd name="connsiteY55" fmla="*/ 4685126 h 4707593"/>
                  <a:gd name="connsiteX56" fmla="*/ 2825837 w 5260975"/>
                  <a:gd name="connsiteY56" fmla="*/ 4692135 h 4707593"/>
                  <a:gd name="connsiteX57" fmla="*/ 2802313 w 5260975"/>
                  <a:gd name="connsiteY57" fmla="*/ 4693960 h 4707593"/>
                  <a:gd name="connsiteX58" fmla="*/ 2746816 w 5260975"/>
                  <a:gd name="connsiteY58" fmla="*/ 4693863 h 4707593"/>
                  <a:gd name="connsiteX59" fmla="*/ 2727517 w 5260975"/>
                  <a:gd name="connsiteY59" fmla="*/ 4692903 h 4707593"/>
                  <a:gd name="connsiteX60" fmla="*/ 2690359 w 5260975"/>
                  <a:gd name="connsiteY60" fmla="*/ 4680997 h 4707593"/>
                  <a:gd name="connsiteX61" fmla="*/ 2685943 w 5260975"/>
                  <a:gd name="connsiteY61" fmla="*/ 4680133 h 4707593"/>
                  <a:gd name="connsiteX62" fmla="*/ 2661554 w 5260975"/>
                  <a:gd name="connsiteY62" fmla="*/ 4675428 h 4707593"/>
                  <a:gd name="connsiteX63" fmla="*/ 2648208 w 5260975"/>
                  <a:gd name="connsiteY63" fmla="*/ 4673892 h 4707593"/>
                  <a:gd name="connsiteX64" fmla="*/ 2597512 w 5260975"/>
                  <a:gd name="connsiteY64" fmla="*/ 4664099 h 4707593"/>
                  <a:gd name="connsiteX65" fmla="*/ 2568324 w 5260975"/>
                  <a:gd name="connsiteY65" fmla="*/ 4659490 h 4707593"/>
                  <a:gd name="connsiteX66" fmla="*/ 2544704 w 5260975"/>
                  <a:gd name="connsiteY66" fmla="*/ 4660162 h 4707593"/>
                  <a:gd name="connsiteX67" fmla="*/ 2503225 w 5260975"/>
                  <a:gd name="connsiteY67" fmla="*/ 4661026 h 4707593"/>
                  <a:gd name="connsiteX68" fmla="*/ 2489975 w 5260975"/>
                  <a:gd name="connsiteY68" fmla="*/ 4663235 h 4707593"/>
                  <a:gd name="connsiteX69" fmla="*/ 2430061 w 5260975"/>
                  <a:gd name="connsiteY69" fmla="*/ 4656897 h 4707593"/>
                  <a:gd name="connsiteX70" fmla="*/ 2395880 w 5260975"/>
                  <a:gd name="connsiteY70" fmla="*/ 4656417 h 4707593"/>
                  <a:gd name="connsiteX71" fmla="*/ 2357378 w 5260975"/>
                  <a:gd name="connsiteY71" fmla="*/ 4648544 h 4707593"/>
                  <a:gd name="connsiteX72" fmla="*/ 2346145 w 5260975"/>
                  <a:gd name="connsiteY72" fmla="*/ 4648928 h 4707593"/>
                  <a:gd name="connsiteX73" fmla="*/ 2333567 w 5260975"/>
                  <a:gd name="connsiteY73" fmla="*/ 4649600 h 4707593"/>
                  <a:gd name="connsiteX74" fmla="*/ 2294968 w 5260975"/>
                  <a:gd name="connsiteY74" fmla="*/ 4650177 h 4707593"/>
                  <a:gd name="connsiteX75" fmla="*/ 2271540 w 5260975"/>
                  <a:gd name="connsiteY75" fmla="*/ 4653057 h 4707593"/>
                  <a:gd name="connsiteX76" fmla="*/ 2226895 w 5260975"/>
                  <a:gd name="connsiteY76" fmla="*/ 4651329 h 4707593"/>
                  <a:gd name="connsiteX77" fmla="*/ 2210379 w 5260975"/>
                  <a:gd name="connsiteY77" fmla="*/ 4653825 h 4707593"/>
                  <a:gd name="connsiteX78" fmla="*/ 2168613 w 5260975"/>
                  <a:gd name="connsiteY78" fmla="*/ 4654113 h 4707593"/>
                  <a:gd name="connsiteX79" fmla="*/ 2131167 w 5260975"/>
                  <a:gd name="connsiteY79" fmla="*/ 4652673 h 4707593"/>
                  <a:gd name="connsiteX80" fmla="*/ 2095065 w 5260975"/>
                  <a:gd name="connsiteY80" fmla="*/ 4653441 h 4707593"/>
                  <a:gd name="connsiteX81" fmla="*/ 2069237 w 5260975"/>
                  <a:gd name="connsiteY81" fmla="*/ 4656609 h 4707593"/>
                  <a:gd name="connsiteX82" fmla="*/ 2041201 w 5260975"/>
                  <a:gd name="connsiteY82" fmla="*/ 4658529 h 4707593"/>
                  <a:gd name="connsiteX83" fmla="*/ 1963909 w 5260975"/>
                  <a:gd name="connsiteY83" fmla="*/ 4669955 h 4707593"/>
                  <a:gd name="connsiteX84" fmla="*/ 1949603 w 5260975"/>
                  <a:gd name="connsiteY84" fmla="*/ 4667171 h 4707593"/>
                  <a:gd name="connsiteX85" fmla="*/ 1868373 w 5260975"/>
                  <a:gd name="connsiteY85" fmla="*/ 4664578 h 4707593"/>
                  <a:gd name="connsiteX86" fmla="*/ 1850707 w 5260975"/>
                  <a:gd name="connsiteY86" fmla="*/ 4664771 h 4707593"/>
                  <a:gd name="connsiteX87" fmla="*/ 1803275 w 5260975"/>
                  <a:gd name="connsiteY87" fmla="*/ 4653441 h 4707593"/>
                  <a:gd name="connsiteX88" fmla="*/ 1730112 w 5260975"/>
                  <a:gd name="connsiteY88" fmla="*/ 4671396 h 4707593"/>
                  <a:gd name="connsiteX89" fmla="*/ 1661652 w 5260975"/>
                  <a:gd name="connsiteY89" fmla="*/ 4693863 h 4707593"/>
                  <a:gd name="connsiteX90" fmla="*/ 1653011 w 5260975"/>
                  <a:gd name="connsiteY90" fmla="*/ 4696744 h 4707593"/>
                  <a:gd name="connsiteX91" fmla="*/ 1628431 w 5260975"/>
                  <a:gd name="connsiteY91" fmla="*/ 4701641 h 4707593"/>
                  <a:gd name="connsiteX92" fmla="*/ 1597995 w 5260975"/>
                  <a:gd name="connsiteY92" fmla="*/ 4703369 h 4707593"/>
                  <a:gd name="connsiteX93" fmla="*/ 1559396 w 5260975"/>
                  <a:gd name="connsiteY93" fmla="*/ 4707593 h 4707593"/>
                  <a:gd name="connsiteX94" fmla="*/ 1528480 w 5260975"/>
                  <a:gd name="connsiteY94" fmla="*/ 4702312 h 4707593"/>
                  <a:gd name="connsiteX95" fmla="*/ 1485272 w 5260975"/>
                  <a:gd name="connsiteY95" fmla="*/ 4694439 h 4707593"/>
                  <a:gd name="connsiteX96" fmla="*/ 1444562 w 5260975"/>
                  <a:gd name="connsiteY96" fmla="*/ 4686950 h 4707593"/>
                  <a:gd name="connsiteX97" fmla="*/ 1431696 w 5260975"/>
                  <a:gd name="connsiteY97" fmla="*/ 4695783 h 4707593"/>
                  <a:gd name="connsiteX98" fmla="*/ 1411821 w 5260975"/>
                  <a:gd name="connsiteY98" fmla="*/ 4703464 h 4707593"/>
                  <a:gd name="connsiteX99" fmla="*/ 1389738 w 5260975"/>
                  <a:gd name="connsiteY99" fmla="*/ 4694247 h 4707593"/>
                  <a:gd name="connsiteX100" fmla="*/ 1338081 w 5260975"/>
                  <a:gd name="connsiteY100" fmla="*/ 4675141 h 4707593"/>
                  <a:gd name="connsiteX101" fmla="*/ 1305436 w 5260975"/>
                  <a:gd name="connsiteY101" fmla="*/ 4674276 h 4707593"/>
                  <a:gd name="connsiteX102" fmla="*/ 1234481 w 5260975"/>
                  <a:gd name="connsiteY102" fmla="*/ 4666115 h 4707593"/>
                  <a:gd name="connsiteX103" fmla="*/ 1188106 w 5260975"/>
                  <a:gd name="connsiteY103" fmla="*/ 4654497 h 4707593"/>
                  <a:gd name="connsiteX104" fmla="*/ 1154790 w 5260975"/>
                  <a:gd name="connsiteY104" fmla="*/ 4641343 h 4707593"/>
                  <a:gd name="connsiteX105" fmla="*/ 1107069 w 5260975"/>
                  <a:gd name="connsiteY105" fmla="*/ 4624156 h 4707593"/>
                  <a:gd name="connsiteX106" fmla="*/ 1059158 w 5260975"/>
                  <a:gd name="connsiteY106" fmla="*/ 4615227 h 4707593"/>
                  <a:gd name="connsiteX107" fmla="*/ 1024496 w 5260975"/>
                  <a:gd name="connsiteY107" fmla="*/ 4603993 h 4707593"/>
                  <a:gd name="connsiteX108" fmla="*/ 982153 w 5260975"/>
                  <a:gd name="connsiteY108" fmla="*/ 4596311 h 4707593"/>
                  <a:gd name="connsiteX109" fmla="*/ 946628 w 5260975"/>
                  <a:gd name="connsiteY109" fmla="*/ 4596024 h 4707593"/>
                  <a:gd name="connsiteX110" fmla="*/ 890939 w 5260975"/>
                  <a:gd name="connsiteY110" fmla="*/ 4597368 h 4707593"/>
                  <a:gd name="connsiteX111" fmla="*/ 822769 w 5260975"/>
                  <a:gd name="connsiteY111" fmla="*/ 4574133 h 4707593"/>
                  <a:gd name="connsiteX112" fmla="*/ 795212 w 5260975"/>
                  <a:gd name="connsiteY112" fmla="*/ 4568947 h 4707593"/>
                  <a:gd name="connsiteX113" fmla="*/ 769288 w 5260975"/>
                  <a:gd name="connsiteY113" fmla="*/ 4566547 h 4707593"/>
                  <a:gd name="connsiteX114" fmla="*/ 714271 w 5260975"/>
                  <a:gd name="connsiteY114" fmla="*/ 4551089 h 4707593"/>
                  <a:gd name="connsiteX115" fmla="*/ 691900 w 5260975"/>
                  <a:gd name="connsiteY115" fmla="*/ 4545999 h 4707593"/>
                  <a:gd name="connsiteX116" fmla="*/ 660598 w 5260975"/>
                  <a:gd name="connsiteY116" fmla="*/ 4546096 h 4707593"/>
                  <a:gd name="connsiteX117" fmla="*/ 603662 w 5260975"/>
                  <a:gd name="connsiteY117" fmla="*/ 4538991 h 4707593"/>
                  <a:gd name="connsiteX118" fmla="*/ 546821 w 5260975"/>
                  <a:gd name="connsiteY118" fmla="*/ 4518251 h 4707593"/>
                  <a:gd name="connsiteX119" fmla="*/ 522721 w 5260975"/>
                  <a:gd name="connsiteY119" fmla="*/ 4520267 h 4707593"/>
                  <a:gd name="connsiteX120" fmla="*/ 514080 w 5260975"/>
                  <a:gd name="connsiteY120" fmla="*/ 4519788 h 4707593"/>
                  <a:gd name="connsiteX121" fmla="*/ 436404 w 5260975"/>
                  <a:gd name="connsiteY121" fmla="*/ 4508361 h 4707593"/>
                  <a:gd name="connsiteX122" fmla="*/ 428626 w 5260975"/>
                  <a:gd name="connsiteY122" fmla="*/ 4507114 h 4707593"/>
                  <a:gd name="connsiteX123" fmla="*/ 392141 w 5260975"/>
                  <a:gd name="connsiteY123" fmla="*/ 4496936 h 4707593"/>
                  <a:gd name="connsiteX124" fmla="*/ 300157 w 5260975"/>
                  <a:gd name="connsiteY124" fmla="*/ 4490599 h 4707593"/>
                  <a:gd name="connsiteX125" fmla="*/ 294493 w 5260975"/>
                  <a:gd name="connsiteY125" fmla="*/ 4489831 h 4707593"/>
                  <a:gd name="connsiteX126" fmla="*/ 263671 w 5260975"/>
                  <a:gd name="connsiteY126" fmla="*/ 4494919 h 4707593"/>
                  <a:gd name="connsiteX127" fmla="*/ 248406 w 5260975"/>
                  <a:gd name="connsiteY127" fmla="*/ 4502121 h 4707593"/>
                  <a:gd name="connsiteX128" fmla="*/ 224594 w 5260975"/>
                  <a:gd name="connsiteY128" fmla="*/ 4509610 h 4707593"/>
                  <a:gd name="connsiteX129" fmla="*/ 200398 w 5260975"/>
                  <a:gd name="connsiteY129" fmla="*/ 4512395 h 4707593"/>
                  <a:gd name="connsiteX130" fmla="*/ 159783 w 5260975"/>
                  <a:gd name="connsiteY130" fmla="*/ 4501064 h 4707593"/>
                  <a:gd name="connsiteX131" fmla="*/ 144997 w 5260975"/>
                  <a:gd name="connsiteY131" fmla="*/ 4499912 h 4707593"/>
                  <a:gd name="connsiteX132" fmla="*/ 112064 w 5260975"/>
                  <a:gd name="connsiteY132" fmla="*/ 4494440 h 4707593"/>
                  <a:gd name="connsiteX133" fmla="*/ 83259 w 5260975"/>
                  <a:gd name="connsiteY133" fmla="*/ 4494824 h 4707593"/>
                  <a:gd name="connsiteX134" fmla="*/ 60120 w 5260975"/>
                  <a:gd name="connsiteY134" fmla="*/ 4503561 h 4707593"/>
                  <a:gd name="connsiteX135" fmla="*/ 26514 w 5260975"/>
                  <a:gd name="connsiteY135" fmla="*/ 4505289 h 4707593"/>
                  <a:gd name="connsiteX136" fmla="*/ 4814 w 5260975"/>
                  <a:gd name="connsiteY136" fmla="*/ 4498952 h 4707593"/>
                  <a:gd name="connsiteX137" fmla="*/ 398 w 5260975"/>
                  <a:gd name="connsiteY137" fmla="*/ 4498089 h 4707593"/>
                  <a:gd name="connsiteX138" fmla="*/ 0 w 5260975"/>
                  <a:gd name="connsiteY138" fmla="*/ 4498087 h 470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</a:cxnLst>
                <a:rect l="l" t="t" r="r" b="b"/>
                <a:pathLst>
                  <a:path w="5260975" h="4707593">
                    <a:moveTo>
                      <a:pt x="0" y="0"/>
                    </a:moveTo>
                    <a:lnTo>
                      <a:pt x="5260975" y="0"/>
                    </a:lnTo>
                    <a:lnTo>
                      <a:pt x="5260975" y="3296937"/>
                    </a:lnTo>
                    <a:lnTo>
                      <a:pt x="5260975" y="3518571"/>
                    </a:lnTo>
                    <a:lnTo>
                      <a:pt x="5226503" y="3534000"/>
                    </a:lnTo>
                    <a:cubicBezTo>
                      <a:pt x="5219783" y="3536785"/>
                      <a:pt x="5212389" y="3538321"/>
                      <a:pt x="5206341" y="3542065"/>
                    </a:cubicBezTo>
                    <a:cubicBezTo>
                      <a:pt x="5178495" y="3559156"/>
                      <a:pt x="5151515" y="3577591"/>
                      <a:pt x="5123287" y="3594010"/>
                    </a:cubicBezTo>
                    <a:cubicBezTo>
                      <a:pt x="5094195" y="3611004"/>
                      <a:pt x="5068175" y="3631071"/>
                      <a:pt x="5048107" y="3658244"/>
                    </a:cubicBezTo>
                    <a:cubicBezTo>
                      <a:pt x="5029480" y="3683496"/>
                      <a:pt x="5011429" y="3709131"/>
                      <a:pt x="4992899" y="3734479"/>
                    </a:cubicBezTo>
                    <a:cubicBezTo>
                      <a:pt x="4988194" y="3740912"/>
                      <a:pt x="4983873" y="3748498"/>
                      <a:pt x="4977440" y="3752627"/>
                    </a:cubicBezTo>
                    <a:cubicBezTo>
                      <a:pt x="4964094" y="3761268"/>
                      <a:pt x="4949499" y="3768277"/>
                      <a:pt x="4935193" y="3775382"/>
                    </a:cubicBezTo>
                    <a:cubicBezTo>
                      <a:pt x="4922903" y="3781431"/>
                      <a:pt x="4909845" y="3785943"/>
                      <a:pt x="4897844" y="3792472"/>
                    </a:cubicBezTo>
                    <a:cubicBezTo>
                      <a:pt x="4888243" y="3797658"/>
                      <a:pt x="4879697" y="3804859"/>
                      <a:pt x="4870767" y="3811388"/>
                    </a:cubicBezTo>
                    <a:cubicBezTo>
                      <a:pt x="4862990" y="3817052"/>
                      <a:pt x="4854445" y="3821949"/>
                      <a:pt x="4847916" y="3828767"/>
                    </a:cubicBezTo>
                    <a:cubicBezTo>
                      <a:pt x="4831977" y="3845281"/>
                      <a:pt x="4815942" y="3861508"/>
                      <a:pt x="4796163" y="3873702"/>
                    </a:cubicBezTo>
                    <a:cubicBezTo>
                      <a:pt x="4776672" y="3885799"/>
                      <a:pt x="4758237" y="3899338"/>
                      <a:pt x="4738843" y="3911628"/>
                    </a:cubicBezTo>
                    <a:cubicBezTo>
                      <a:pt x="4719831" y="3923630"/>
                      <a:pt x="4702645" y="3936783"/>
                      <a:pt x="4692755" y="3958099"/>
                    </a:cubicBezTo>
                    <a:cubicBezTo>
                      <a:pt x="4688339" y="3967508"/>
                      <a:pt x="4682097" y="3977782"/>
                      <a:pt x="4673744" y="3983255"/>
                    </a:cubicBezTo>
                    <a:cubicBezTo>
                      <a:pt x="4661838" y="3991032"/>
                      <a:pt x="4646764" y="3993817"/>
                      <a:pt x="4633801" y="4000442"/>
                    </a:cubicBezTo>
                    <a:cubicBezTo>
                      <a:pt x="4618535" y="4008219"/>
                      <a:pt x="4600869" y="4014940"/>
                      <a:pt x="4590499" y="4027326"/>
                    </a:cubicBezTo>
                    <a:cubicBezTo>
                      <a:pt x="4581281" y="4038368"/>
                      <a:pt x="4571968" y="4047009"/>
                      <a:pt x="4559773" y="4054018"/>
                    </a:cubicBezTo>
                    <a:cubicBezTo>
                      <a:pt x="4551229" y="4058915"/>
                      <a:pt x="4544892" y="4067844"/>
                      <a:pt x="4536059" y="4071877"/>
                    </a:cubicBezTo>
                    <a:cubicBezTo>
                      <a:pt x="4524441" y="4077254"/>
                      <a:pt x="4512727" y="4081479"/>
                      <a:pt x="4502549" y="4089832"/>
                    </a:cubicBezTo>
                    <a:cubicBezTo>
                      <a:pt x="4491987" y="4098473"/>
                      <a:pt x="4479986" y="4105290"/>
                      <a:pt x="4468944" y="4113356"/>
                    </a:cubicBezTo>
                    <a:cubicBezTo>
                      <a:pt x="4463087" y="4117676"/>
                      <a:pt x="4458286" y="4123341"/>
                      <a:pt x="4452622" y="4127854"/>
                    </a:cubicBezTo>
                    <a:cubicBezTo>
                      <a:pt x="4442252" y="4136111"/>
                      <a:pt x="4431690" y="4144176"/>
                      <a:pt x="4421032" y="4151953"/>
                    </a:cubicBezTo>
                    <a:cubicBezTo>
                      <a:pt x="4410375" y="4159731"/>
                      <a:pt x="4400197" y="4168756"/>
                      <a:pt x="4388483" y="4174421"/>
                    </a:cubicBezTo>
                    <a:cubicBezTo>
                      <a:pt x="4368513" y="4184023"/>
                      <a:pt x="4346717" y="4189784"/>
                      <a:pt x="4327321" y="4200153"/>
                    </a:cubicBezTo>
                    <a:cubicBezTo>
                      <a:pt x="4307639" y="4210714"/>
                      <a:pt x="4289107" y="4223965"/>
                      <a:pt x="4271633" y="4237983"/>
                    </a:cubicBezTo>
                    <a:cubicBezTo>
                      <a:pt x="4257807" y="4249025"/>
                      <a:pt x="4244845" y="4259971"/>
                      <a:pt x="4227465" y="4265635"/>
                    </a:cubicBezTo>
                    <a:cubicBezTo>
                      <a:pt x="4217768" y="4268804"/>
                      <a:pt x="4207591" y="4275717"/>
                      <a:pt x="4201733" y="4283783"/>
                    </a:cubicBezTo>
                    <a:cubicBezTo>
                      <a:pt x="4189059" y="4301353"/>
                      <a:pt x="4172833" y="4313739"/>
                      <a:pt x="4154494" y="4324301"/>
                    </a:cubicBezTo>
                    <a:cubicBezTo>
                      <a:pt x="4130010" y="4338511"/>
                      <a:pt x="4105814" y="4353009"/>
                      <a:pt x="4081234" y="4366931"/>
                    </a:cubicBezTo>
                    <a:cubicBezTo>
                      <a:pt x="4066737" y="4375189"/>
                      <a:pt x="4052335" y="4383926"/>
                      <a:pt x="4036971" y="4389975"/>
                    </a:cubicBezTo>
                    <a:cubicBezTo>
                      <a:pt x="4005575" y="4402457"/>
                      <a:pt x="3973410" y="4413114"/>
                      <a:pt x="3941725" y="4424733"/>
                    </a:cubicBezTo>
                    <a:cubicBezTo>
                      <a:pt x="3931355" y="4428477"/>
                      <a:pt x="3921561" y="4433854"/>
                      <a:pt x="3910999" y="4437119"/>
                    </a:cubicBezTo>
                    <a:cubicBezTo>
                      <a:pt x="3899573" y="4440671"/>
                      <a:pt x="3887285" y="4441727"/>
                      <a:pt x="3875859" y="4445280"/>
                    </a:cubicBezTo>
                    <a:cubicBezTo>
                      <a:pt x="3856847" y="4451136"/>
                      <a:pt x="3838412" y="4458626"/>
                      <a:pt x="3819401" y="4464579"/>
                    </a:cubicBezTo>
                    <a:cubicBezTo>
                      <a:pt x="3782723" y="4476005"/>
                      <a:pt x="3745949" y="4486951"/>
                      <a:pt x="3709176" y="4497800"/>
                    </a:cubicBezTo>
                    <a:cubicBezTo>
                      <a:pt x="3701303" y="4500105"/>
                      <a:pt x="3692757" y="4500393"/>
                      <a:pt x="3684981" y="4502889"/>
                    </a:cubicBezTo>
                    <a:cubicBezTo>
                      <a:pt x="3664337" y="4509610"/>
                      <a:pt x="3643789" y="4516907"/>
                      <a:pt x="3623338" y="4524300"/>
                    </a:cubicBezTo>
                    <a:cubicBezTo>
                      <a:pt x="3610953" y="4528813"/>
                      <a:pt x="3598854" y="4534382"/>
                      <a:pt x="3586373" y="4538702"/>
                    </a:cubicBezTo>
                    <a:cubicBezTo>
                      <a:pt x="3576387" y="4542159"/>
                      <a:pt x="3566113" y="4544847"/>
                      <a:pt x="3555743" y="4546960"/>
                    </a:cubicBezTo>
                    <a:cubicBezTo>
                      <a:pt x="3546814" y="4548785"/>
                      <a:pt x="3537501" y="4548592"/>
                      <a:pt x="3528667" y="4550801"/>
                    </a:cubicBezTo>
                    <a:cubicBezTo>
                      <a:pt x="3504759" y="4556753"/>
                      <a:pt x="3481140" y="4563475"/>
                      <a:pt x="3457424" y="4569811"/>
                    </a:cubicBezTo>
                    <a:cubicBezTo>
                      <a:pt x="3447919" y="4572308"/>
                      <a:pt x="3438221" y="4574133"/>
                      <a:pt x="3429003" y="4577301"/>
                    </a:cubicBezTo>
                    <a:cubicBezTo>
                      <a:pt x="3404327" y="4585654"/>
                      <a:pt x="3380036" y="4595159"/>
                      <a:pt x="3355264" y="4603033"/>
                    </a:cubicBezTo>
                    <a:cubicBezTo>
                      <a:pt x="3334717" y="4609562"/>
                      <a:pt x="3313593" y="4614266"/>
                      <a:pt x="3292757" y="4620027"/>
                    </a:cubicBezTo>
                    <a:cubicBezTo>
                      <a:pt x="3283924" y="4622524"/>
                      <a:pt x="3275475" y="4626077"/>
                      <a:pt x="3266643" y="4628188"/>
                    </a:cubicBezTo>
                    <a:cubicBezTo>
                      <a:pt x="3246863" y="4632990"/>
                      <a:pt x="3226796" y="4637022"/>
                      <a:pt x="3206921" y="4641823"/>
                    </a:cubicBezTo>
                    <a:cubicBezTo>
                      <a:pt x="3195590" y="4644607"/>
                      <a:pt x="3184645" y="4649600"/>
                      <a:pt x="3173123" y="4651425"/>
                    </a:cubicBezTo>
                    <a:cubicBezTo>
                      <a:pt x="3145759" y="4655745"/>
                      <a:pt x="3118203" y="4658817"/>
                      <a:pt x="3090646" y="4662274"/>
                    </a:cubicBezTo>
                    <a:cubicBezTo>
                      <a:pt x="3062227" y="4665826"/>
                      <a:pt x="3033902" y="4669571"/>
                      <a:pt x="3005480" y="4672739"/>
                    </a:cubicBezTo>
                    <a:cubicBezTo>
                      <a:pt x="2989926" y="4674372"/>
                      <a:pt x="2974275" y="4674660"/>
                      <a:pt x="2958721" y="4676196"/>
                    </a:cubicBezTo>
                    <a:cubicBezTo>
                      <a:pt x="2945087" y="4677541"/>
                      <a:pt x="2931549" y="4680037"/>
                      <a:pt x="2917915" y="4681670"/>
                    </a:cubicBezTo>
                    <a:cubicBezTo>
                      <a:pt x="2906105" y="4683013"/>
                      <a:pt x="2894199" y="4683781"/>
                      <a:pt x="2882389" y="4685126"/>
                    </a:cubicBezTo>
                    <a:cubicBezTo>
                      <a:pt x="2863475" y="4687334"/>
                      <a:pt x="2844655" y="4689831"/>
                      <a:pt x="2825837" y="4692135"/>
                    </a:cubicBezTo>
                    <a:cubicBezTo>
                      <a:pt x="2817964" y="4692999"/>
                      <a:pt x="2809706" y="4695399"/>
                      <a:pt x="2802313" y="4693960"/>
                    </a:cubicBezTo>
                    <a:cubicBezTo>
                      <a:pt x="2783686" y="4690310"/>
                      <a:pt x="2765347" y="4691367"/>
                      <a:pt x="2746816" y="4693863"/>
                    </a:cubicBezTo>
                    <a:cubicBezTo>
                      <a:pt x="2740479" y="4694728"/>
                      <a:pt x="2733662" y="4694535"/>
                      <a:pt x="2727517" y="4692903"/>
                    </a:cubicBezTo>
                    <a:cubicBezTo>
                      <a:pt x="2714939" y="4689638"/>
                      <a:pt x="2702745" y="4685029"/>
                      <a:pt x="2690359" y="4680997"/>
                    </a:cubicBezTo>
                    <a:cubicBezTo>
                      <a:pt x="2689014" y="4680517"/>
                      <a:pt x="2687382" y="4680421"/>
                      <a:pt x="2685943" y="4680133"/>
                    </a:cubicBezTo>
                    <a:cubicBezTo>
                      <a:pt x="2677781" y="4678500"/>
                      <a:pt x="2669717" y="4676868"/>
                      <a:pt x="2661554" y="4675428"/>
                    </a:cubicBezTo>
                    <a:cubicBezTo>
                      <a:pt x="2657138" y="4674660"/>
                      <a:pt x="2652625" y="4674564"/>
                      <a:pt x="2648208" y="4673892"/>
                    </a:cubicBezTo>
                    <a:cubicBezTo>
                      <a:pt x="2631118" y="4671203"/>
                      <a:pt x="2612299" y="4675716"/>
                      <a:pt x="2597512" y="4664099"/>
                    </a:cubicBezTo>
                    <a:cubicBezTo>
                      <a:pt x="2587911" y="4656609"/>
                      <a:pt x="2578597" y="4658338"/>
                      <a:pt x="2568324" y="4659490"/>
                    </a:cubicBezTo>
                    <a:cubicBezTo>
                      <a:pt x="2560547" y="4660354"/>
                      <a:pt x="2552577" y="4660065"/>
                      <a:pt x="2544704" y="4660162"/>
                    </a:cubicBezTo>
                    <a:cubicBezTo>
                      <a:pt x="2530878" y="4660449"/>
                      <a:pt x="2517052" y="4660546"/>
                      <a:pt x="2503225" y="4661026"/>
                    </a:cubicBezTo>
                    <a:cubicBezTo>
                      <a:pt x="2498808" y="4661218"/>
                      <a:pt x="2494297" y="4663619"/>
                      <a:pt x="2489975" y="4663235"/>
                    </a:cubicBezTo>
                    <a:cubicBezTo>
                      <a:pt x="2470004" y="4661410"/>
                      <a:pt x="2450033" y="4658529"/>
                      <a:pt x="2430061" y="4656897"/>
                    </a:cubicBezTo>
                    <a:cubicBezTo>
                      <a:pt x="2418732" y="4655938"/>
                      <a:pt x="2407114" y="4657761"/>
                      <a:pt x="2395880" y="4656417"/>
                    </a:cubicBezTo>
                    <a:cubicBezTo>
                      <a:pt x="2382919" y="4654881"/>
                      <a:pt x="2370245" y="4650945"/>
                      <a:pt x="2357378" y="4648544"/>
                    </a:cubicBezTo>
                    <a:cubicBezTo>
                      <a:pt x="2353826" y="4647872"/>
                      <a:pt x="2349889" y="4648736"/>
                      <a:pt x="2346145" y="4648928"/>
                    </a:cubicBezTo>
                    <a:cubicBezTo>
                      <a:pt x="2341920" y="4649120"/>
                      <a:pt x="2337791" y="4649504"/>
                      <a:pt x="2333567" y="4649600"/>
                    </a:cubicBezTo>
                    <a:cubicBezTo>
                      <a:pt x="2320700" y="4649793"/>
                      <a:pt x="2307835" y="4649504"/>
                      <a:pt x="2294968" y="4650177"/>
                    </a:cubicBezTo>
                    <a:cubicBezTo>
                      <a:pt x="2287095" y="4650561"/>
                      <a:pt x="2278839" y="4654497"/>
                      <a:pt x="2271540" y="4653057"/>
                    </a:cubicBezTo>
                    <a:cubicBezTo>
                      <a:pt x="2256659" y="4650272"/>
                      <a:pt x="2241776" y="4656513"/>
                      <a:pt x="2226895" y="4651329"/>
                    </a:cubicBezTo>
                    <a:cubicBezTo>
                      <a:pt x="2222285" y="4649793"/>
                      <a:pt x="2215948" y="4653633"/>
                      <a:pt x="2210379" y="4653825"/>
                    </a:cubicBezTo>
                    <a:cubicBezTo>
                      <a:pt x="2196457" y="4654305"/>
                      <a:pt x="2182535" y="4654209"/>
                      <a:pt x="2168613" y="4654113"/>
                    </a:cubicBezTo>
                    <a:cubicBezTo>
                      <a:pt x="2156131" y="4654017"/>
                      <a:pt x="2143168" y="4655361"/>
                      <a:pt x="2131167" y="4652673"/>
                    </a:cubicBezTo>
                    <a:cubicBezTo>
                      <a:pt x="2118588" y="4649793"/>
                      <a:pt x="2107259" y="4650177"/>
                      <a:pt x="2095065" y="4653441"/>
                    </a:cubicBezTo>
                    <a:cubicBezTo>
                      <a:pt x="2086711" y="4655649"/>
                      <a:pt x="2077878" y="4655938"/>
                      <a:pt x="2069237" y="4656609"/>
                    </a:cubicBezTo>
                    <a:cubicBezTo>
                      <a:pt x="2059924" y="4657377"/>
                      <a:pt x="2049650" y="4655361"/>
                      <a:pt x="2041201" y="4658529"/>
                    </a:cubicBezTo>
                    <a:cubicBezTo>
                      <a:pt x="2016044" y="4667939"/>
                      <a:pt x="1990216" y="4669955"/>
                      <a:pt x="1963909" y="4669955"/>
                    </a:cubicBezTo>
                    <a:cubicBezTo>
                      <a:pt x="1959107" y="4669955"/>
                      <a:pt x="1954210" y="4668612"/>
                      <a:pt x="1949603" y="4667171"/>
                    </a:cubicBezTo>
                    <a:cubicBezTo>
                      <a:pt x="1922717" y="4658529"/>
                      <a:pt x="1895737" y="4659297"/>
                      <a:pt x="1868373" y="4664578"/>
                    </a:cubicBezTo>
                    <a:cubicBezTo>
                      <a:pt x="1862708" y="4665731"/>
                      <a:pt x="1856372" y="4665923"/>
                      <a:pt x="1850707" y="4664771"/>
                    </a:cubicBezTo>
                    <a:cubicBezTo>
                      <a:pt x="1834768" y="4661410"/>
                      <a:pt x="1819309" y="4655841"/>
                      <a:pt x="1803275" y="4653441"/>
                    </a:cubicBezTo>
                    <a:cubicBezTo>
                      <a:pt x="1776775" y="4649504"/>
                      <a:pt x="1753828" y="4662754"/>
                      <a:pt x="1730112" y="4671396"/>
                    </a:cubicBezTo>
                    <a:cubicBezTo>
                      <a:pt x="1707548" y="4679557"/>
                      <a:pt x="1688345" y="4697992"/>
                      <a:pt x="1661652" y="4693863"/>
                    </a:cubicBezTo>
                    <a:cubicBezTo>
                      <a:pt x="1658965" y="4693479"/>
                      <a:pt x="1655988" y="4696071"/>
                      <a:pt x="1653011" y="4696744"/>
                    </a:cubicBezTo>
                    <a:cubicBezTo>
                      <a:pt x="1644850" y="4698568"/>
                      <a:pt x="1636689" y="4700776"/>
                      <a:pt x="1628431" y="4701641"/>
                    </a:cubicBezTo>
                    <a:cubicBezTo>
                      <a:pt x="1618350" y="4702793"/>
                      <a:pt x="1608076" y="4702409"/>
                      <a:pt x="1597995" y="4703369"/>
                    </a:cubicBezTo>
                    <a:cubicBezTo>
                      <a:pt x="1585032" y="4704521"/>
                      <a:pt x="1572263" y="4707593"/>
                      <a:pt x="1559396" y="4707593"/>
                    </a:cubicBezTo>
                    <a:cubicBezTo>
                      <a:pt x="1549026" y="4707593"/>
                      <a:pt x="1538753" y="4704041"/>
                      <a:pt x="1528480" y="4702312"/>
                    </a:cubicBezTo>
                    <a:cubicBezTo>
                      <a:pt x="1513981" y="4699912"/>
                      <a:pt x="1498042" y="4700584"/>
                      <a:pt x="1485272" y="4694439"/>
                    </a:cubicBezTo>
                    <a:cubicBezTo>
                      <a:pt x="1471639" y="4687910"/>
                      <a:pt x="1458676" y="4684934"/>
                      <a:pt x="1444562" y="4686950"/>
                    </a:cubicBezTo>
                    <a:cubicBezTo>
                      <a:pt x="1439857" y="4687622"/>
                      <a:pt x="1433808" y="4691655"/>
                      <a:pt x="1431696" y="4695783"/>
                    </a:cubicBezTo>
                    <a:cubicBezTo>
                      <a:pt x="1426991" y="4705001"/>
                      <a:pt x="1420559" y="4706634"/>
                      <a:pt x="1411821" y="4703464"/>
                    </a:cubicBezTo>
                    <a:cubicBezTo>
                      <a:pt x="1404236" y="4700776"/>
                      <a:pt x="1394922" y="4699432"/>
                      <a:pt x="1389738" y="4694247"/>
                    </a:cubicBezTo>
                    <a:cubicBezTo>
                      <a:pt x="1375047" y="4679557"/>
                      <a:pt x="1356324" y="4679077"/>
                      <a:pt x="1338081" y="4675141"/>
                    </a:cubicBezTo>
                    <a:cubicBezTo>
                      <a:pt x="1326945" y="4672739"/>
                      <a:pt x="1316574" y="4672644"/>
                      <a:pt x="1305436" y="4674276"/>
                    </a:cubicBezTo>
                    <a:cubicBezTo>
                      <a:pt x="1281241" y="4677925"/>
                      <a:pt x="1257717" y="4672739"/>
                      <a:pt x="1234481" y="4666115"/>
                    </a:cubicBezTo>
                    <a:cubicBezTo>
                      <a:pt x="1219118" y="4661698"/>
                      <a:pt x="1203372" y="4659010"/>
                      <a:pt x="1188106" y="4654497"/>
                    </a:cubicBezTo>
                    <a:cubicBezTo>
                      <a:pt x="1176680" y="4651041"/>
                      <a:pt x="1165255" y="4646912"/>
                      <a:pt x="1154790" y="4641343"/>
                    </a:cubicBezTo>
                    <a:cubicBezTo>
                      <a:pt x="1139618" y="4633181"/>
                      <a:pt x="1126369" y="4620891"/>
                      <a:pt x="1107069" y="4624156"/>
                    </a:cubicBezTo>
                    <a:cubicBezTo>
                      <a:pt x="1090074" y="4627036"/>
                      <a:pt x="1074713" y="4620988"/>
                      <a:pt x="1059158" y="4615227"/>
                    </a:cubicBezTo>
                    <a:cubicBezTo>
                      <a:pt x="1047732" y="4611002"/>
                      <a:pt x="1036308" y="4606681"/>
                      <a:pt x="1024496" y="4603993"/>
                    </a:cubicBezTo>
                    <a:cubicBezTo>
                      <a:pt x="1010478" y="4600824"/>
                      <a:pt x="994635" y="4602169"/>
                      <a:pt x="982153" y="4596311"/>
                    </a:cubicBezTo>
                    <a:cubicBezTo>
                      <a:pt x="969095" y="4590166"/>
                      <a:pt x="958246" y="4594295"/>
                      <a:pt x="946628" y="4596024"/>
                    </a:cubicBezTo>
                    <a:cubicBezTo>
                      <a:pt x="928097" y="4598712"/>
                      <a:pt x="909661" y="4603705"/>
                      <a:pt x="890939" y="4597368"/>
                    </a:cubicBezTo>
                    <a:cubicBezTo>
                      <a:pt x="868184" y="4589687"/>
                      <a:pt x="845620" y="4581430"/>
                      <a:pt x="822769" y="4574133"/>
                    </a:cubicBezTo>
                    <a:cubicBezTo>
                      <a:pt x="813934" y="4571347"/>
                      <a:pt x="804431" y="4570195"/>
                      <a:pt x="795212" y="4568947"/>
                    </a:cubicBezTo>
                    <a:cubicBezTo>
                      <a:pt x="786476" y="4567891"/>
                      <a:pt x="776010" y="4570579"/>
                      <a:pt x="769288" y="4566547"/>
                    </a:cubicBezTo>
                    <a:cubicBezTo>
                      <a:pt x="752005" y="4556178"/>
                      <a:pt x="734243" y="4551089"/>
                      <a:pt x="714271" y="4551089"/>
                    </a:cubicBezTo>
                    <a:cubicBezTo>
                      <a:pt x="706781" y="4551089"/>
                      <a:pt x="699484" y="4546768"/>
                      <a:pt x="691900" y="4545999"/>
                    </a:cubicBezTo>
                    <a:cubicBezTo>
                      <a:pt x="681529" y="4545040"/>
                      <a:pt x="669623" y="4542447"/>
                      <a:pt x="660598" y="4546096"/>
                    </a:cubicBezTo>
                    <a:cubicBezTo>
                      <a:pt x="639379" y="4554737"/>
                      <a:pt x="622193" y="4547536"/>
                      <a:pt x="603662" y="4538991"/>
                    </a:cubicBezTo>
                    <a:cubicBezTo>
                      <a:pt x="585418" y="4530541"/>
                      <a:pt x="566215" y="4523821"/>
                      <a:pt x="546821" y="4518251"/>
                    </a:cubicBezTo>
                    <a:cubicBezTo>
                      <a:pt x="539524" y="4516235"/>
                      <a:pt x="530787" y="4519596"/>
                      <a:pt x="522721" y="4520267"/>
                    </a:cubicBezTo>
                    <a:cubicBezTo>
                      <a:pt x="519840" y="4520460"/>
                      <a:pt x="516671" y="4520748"/>
                      <a:pt x="514080" y="4519788"/>
                    </a:cubicBezTo>
                    <a:cubicBezTo>
                      <a:pt x="489020" y="4510570"/>
                      <a:pt x="463575" y="4503561"/>
                      <a:pt x="436404" y="4508361"/>
                    </a:cubicBezTo>
                    <a:cubicBezTo>
                      <a:pt x="433908" y="4508842"/>
                      <a:pt x="431123" y="4507786"/>
                      <a:pt x="428626" y="4507114"/>
                    </a:cubicBezTo>
                    <a:cubicBezTo>
                      <a:pt x="416432" y="4503657"/>
                      <a:pt x="404526" y="4498184"/>
                      <a:pt x="392141" y="4496936"/>
                    </a:cubicBezTo>
                    <a:cubicBezTo>
                      <a:pt x="361608" y="4493864"/>
                      <a:pt x="330884" y="4492615"/>
                      <a:pt x="300157" y="4490599"/>
                    </a:cubicBezTo>
                    <a:cubicBezTo>
                      <a:pt x="298237" y="4490503"/>
                      <a:pt x="296221" y="4490503"/>
                      <a:pt x="294493" y="4489831"/>
                    </a:cubicBezTo>
                    <a:cubicBezTo>
                      <a:pt x="283163" y="4485702"/>
                      <a:pt x="273274" y="4487047"/>
                      <a:pt x="263671" y="4494919"/>
                    </a:cubicBezTo>
                    <a:cubicBezTo>
                      <a:pt x="259447" y="4498376"/>
                      <a:pt x="253686" y="4500200"/>
                      <a:pt x="248406" y="4502121"/>
                    </a:cubicBezTo>
                    <a:cubicBezTo>
                      <a:pt x="240628" y="4505002"/>
                      <a:pt x="232659" y="4507786"/>
                      <a:pt x="224594" y="4509610"/>
                    </a:cubicBezTo>
                    <a:cubicBezTo>
                      <a:pt x="216624" y="4511338"/>
                      <a:pt x="208079" y="4513738"/>
                      <a:pt x="200398" y="4512395"/>
                    </a:cubicBezTo>
                    <a:cubicBezTo>
                      <a:pt x="186572" y="4509994"/>
                      <a:pt x="173417" y="4504618"/>
                      <a:pt x="159783" y="4501064"/>
                    </a:cubicBezTo>
                    <a:cubicBezTo>
                      <a:pt x="155079" y="4499816"/>
                      <a:pt x="149893" y="4500009"/>
                      <a:pt x="144997" y="4499912"/>
                    </a:cubicBezTo>
                    <a:cubicBezTo>
                      <a:pt x="133763" y="4499625"/>
                      <a:pt x="122241" y="4502409"/>
                      <a:pt x="112064" y="4494440"/>
                    </a:cubicBezTo>
                    <a:cubicBezTo>
                      <a:pt x="102655" y="4486951"/>
                      <a:pt x="93148" y="4489158"/>
                      <a:pt x="83259" y="4494824"/>
                    </a:cubicBezTo>
                    <a:cubicBezTo>
                      <a:pt x="76154" y="4498857"/>
                      <a:pt x="68090" y="4502025"/>
                      <a:pt x="60120" y="4503561"/>
                    </a:cubicBezTo>
                    <a:cubicBezTo>
                      <a:pt x="49174" y="4505673"/>
                      <a:pt x="38324" y="4506538"/>
                      <a:pt x="26514" y="4505289"/>
                    </a:cubicBezTo>
                    <a:cubicBezTo>
                      <a:pt x="18161" y="4504425"/>
                      <a:pt x="11343" y="4504041"/>
                      <a:pt x="4814" y="4498952"/>
                    </a:cubicBezTo>
                    <a:cubicBezTo>
                      <a:pt x="3759" y="4498184"/>
                      <a:pt x="1839" y="4497992"/>
                      <a:pt x="398" y="4498089"/>
                    </a:cubicBezTo>
                    <a:lnTo>
                      <a:pt x="0" y="4498087"/>
                    </a:lnTo>
                    <a:close/>
                  </a:path>
                </a:pathLst>
              </a:custGeom>
              <a:solidFill>
                <a:schemeClr val="tx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C9C14E68-C469-4A71-AF08-169DB545FC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96001" y="841376"/>
                <a:ext cx="5260975" cy="4707593"/>
              </a:xfrm>
              <a:custGeom>
                <a:avLst/>
                <a:gdLst>
                  <a:gd name="connsiteX0" fmla="*/ 0 w 5260975"/>
                  <a:gd name="connsiteY0" fmla="*/ 0 h 4707593"/>
                  <a:gd name="connsiteX1" fmla="*/ 5260975 w 5260975"/>
                  <a:gd name="connsiteY1" fmla="*/ 0 h 4707593"/>
                  <a:gd name="connsiteX2" fmla="*/ 5260975 w 5260975"/>
                  <a:gd name="connsiteY2" fmla="*/ 3296937 h 4707593"/>
                  <a:gd name="connsiteX3" fmla="*/ 5260975 w 5260975"/>
                  <a:gd name="connsiteY3" fmla="*/ 3518571 h 4707593"/>
                  <a:gd name="connsiteX4" fmla="*/ 5226503 w 5260975"/>
                  <a:gd name="connsiteY4" fmla="*/ 3534000 h 4707593"/>
                  <a:gd name="connsiteX5" fmla="*/ 5206341 w 5260975"/>
                  <a:gd name="connsiteY5" fmla="*/ 3542065 h 4707593"/>
                  <a:gd name="connsiteX6" fmla="*/ 5123287 w 5260975"/>
                  <a:gd name="connsiteY6" fmla="*/ 3594010 h 4707593"/>
                  <a:gd name="connsiteX7" fmla="*/ 5048107 w 5260975"/>
                  <a:gd name="connsiteY7" fmla="*/ 3658244 h 4707593"/>
                  <a:gd name="connsiteX8" fmla="*/ 4992899 w 5260975"/>
                  <a:gd name="connsiteY8" fmla="*/ 3734479 h 4707593"/>
                  <a:gd name="connsiteX9" fmla="*/ 4977440 w 5260975"/>
                  <a:gd name="connsiteY9" fmla="*/ 3752627 h 4707593"/>
                  <a:gd name="connsiteX10" fmla="*/ 4935193 w 5260975"/>
                  <a:gd name="connsiteY10" fmla="*/ 3775382 h 4707593"/>
                  <a:gd name="connsiteX11" fmla="*/ 4897844 w 5260975"/>
                  <a:gd name="connsiteY11" fmla="*/ 3792472 h 4707593"/>
                  <a:gd name="connsiteX12" fmla="*/ 4870767 w 5260975"/>
                  <a:gd name="connsiteY12" fmla="*/ 3811388 h 4707593"/>
                  <a:gd name="connsiteX13" fmla="*/ 4847916 w 5260975"/>
                  <a:gd name="connsiteY13" fmla="*/ 3828767 h 4707593"/>
                  <a:gd name="connsiteX14" fmla="*/ 4796163 w 5260975"/>
                  <a:gd name="connsiteY14" fmla="*/ 3873702 h 4707593"/>
                  <a:gd name="connsiteX15" fmla="*/ 4738843 w 5260975"/>
                  <a:gd name="connsiteY15" fmla="*/ 3911628 h 4707593"/>
                  <a:gd name="connsiteX16" fmla="*/ 4692755 w 5260975"/>
                  <a:gd name="connsiteY16" fmla="*/ 3958099 h 4707593"/>
                  <a:gd name="connsiteX17" fmla="*/ 4673744 w 5260975"/>
                  <a:gd name="connsiteY17" fmla="*/ 3983255 h 4707593"/>
                  <a:gd name="connsiteX18" fmla="*/ 4633801 w 5260975"/>
                  <a:gd name="connsiteY18" fmla="*/ 4000442 h 4707593"/>
                  <a:gd name="connsiteX19" fmla="*/ 4590499 w 5260975"/>
                  <a:gd name="connsiteY19" fmla="*/ 4027326 h 4707593"/>
                  <a:gd name="connsiteX20" fmla="*/ 4559773 w 5260975"/>
                  <a:gd name="connsiteY20" fmla="*/ 4054018 h 4707593"/>
                  <a:gd name="connsiteX21" fmla="*/ 4536059 w 5260975"/>
                  <a:gd name="connsiteY21" fmla="*/ 4071877 h 4707593"/>
                  <a:gd name="connsiteX22" fmla="*/ 4502549 w 5260975"/>
                  <a:gd name="connsiteY22" fmla="*/ 4089832 h 4707593"/>
                  <a:gd name="connsiteX23" fmla="*/ 4468944 w 5260975"/>
                  <a:gd name="connsiteY23" fmla="*/ 4113356 h 4707593"/>
                  <a:gd name="connsiteX24" fmla="*/ 4452622 w 5260975"/>
                  <a:gd name="connsiteY24" fmla="*/ 4127854 h 4707593"/>
                  <a:gd name="connsiteX25" fmla="*/ 4421032 w 5260975"/>
                  <a:gd name="connsiteY25" fmla="*/ 4151953 h 4707593"/>
                  <a:gd name="connsiteX26" fmla="*/ 4388483 w 5260975"/>
                  <a:gd name="connsiteY26" fmla="*/ 4174421 h 4707593"/>
                  <a:gd name="connsiteX27" fmla="*/ 4327321 w 5260975"/>
                  <a:gd name="connsiteY27" fmla="*/ 4200153 h 4707593"/>
                  <a:gd name="connsiteX28" fmla="*/ 4271633 w 5260975"/>
                  <a:gd name="connsiteY28" fmla="*/ 4237983 h 4707593"/>
                  <a:gd name="connsiteX29" fmla="*/ 4227465 w 5260975"/>
                  <a:gd name="connsiteY29" fmla="*/ 4265635 h 4707593"/>
                  <a:gd name="connsiteX30" fmla="*/ 4201733 w 5260975"/>
                  <a:gd name="connsiteY30" fmla="*/ 4283783 h 4707593"/>
                  <a:gd name="connsiteX31" fmla="*/ 4154494 w 5260975"/>
                  <a:gd name="connsiteY31" fmla="*/ 4324301 h 4707593"/>
                  <a:gd name="connsiteX32" fmla="*/ 4081234 w 5260975"/>
                  <a:gd name="connsiteY32" fmla="*/ 4366931 h 4707593"/>
                  <a:gd name="connsiteX33" fmla="*/ 4036971 w 5260975"/>
                  <a:gd name="connsiteY33" fmla="*/ 4389975 h 4707593"/>
                  <a:gd name="connsiteX34" fmla="*/ 3941725 w 5260975"/>
                  <a:gd name="connsiteY34" fmla="*/ 4424733 h 4707593"/>
                  <a:gd name="connsiteX35" fmla="*/ 3910999 w 5260975"/>
                  <a:gd name="connsiteY35" fmla="*/ 4437119 h 4707593"/>
                  <a:gd name="connsiteX36" fmla="*/ 3875859 w 5260975"/>
                  <a:gd name="connsiteY36" fmla="*/ 4445280 h 4707593"/>
                  <a:gd name="connsiteX37" fmla="*/ 3819401 w 5260975"/>
                  <a:gd name="connsiteY37" fmla="*/ 4464579 h 4707593"/>
                  <a:gd name="connsiteX38" fmla="*/ 3709176 w 5260975"/>
                  <a:gd name="connsiteY38" fmla="*/ 4497800 h 4707593"/>
                  <a:gd name="connsiteX39" fmla="*/ 3684981 w 5260975"/>
                  <a:gd name="connsiteY39" fmla="*/ 4502889 h 4707593"/>
                  <a:gd name="connsiteX40" fmla="*/ 3623338 w 5260975"/>
                  <a:gd name="connsiteY40" fmla="*/ 4524300 h 4707593"/>
                  <a:gd name="connsiteX41" fmla="*/ 3586373 w 5260975"/>
                  <a:gd name="connsiteY41" fmla="*/ 4538702 h 4707593"/>
                  <a:gd name="connsiteX42" fmla="*/ 3555743 w 5260975"/>
                  <a:gd name="connsiteY42" fmla="*/ 4546960 h 4707593"/>
                  <a:gd name="connsiteX43" fmla="*/ 3528667 w 5260975"/>
                  <a:gd name="connsiteY43" fmla="*/ 4550801 h 4707593"/>
                  <a:gd name="connsiteX44" fmla="*/ 3457424 w 5260975"/>
                  <a:gd name="connsiteY44" fmla="*/ 4569811 h 4707593"/>
                  <a:gd name="connsiteX45" fmla="*/ 3429003 w 5260975"/>
                  <a:gd name="connsiteY45" fmla="*/ 4577301 h 4707593"/>
                  <a:gd name="connsiteX46" fmla="*/ 3355264 w 5260975"/>
                  <a:gd name="connsiteY46" fmla="*/ 4603033 h 4707593"/>
                  <a:gd name="connsiteX47" fmla="*/ 3292757 w 5260975"/>
                  <a:gd name="connsiteY47" fmla="*/ 4620027 h 4707593"/>
                  <a:gd name="connsiteX48" fmla="*/ 3266643 w 5260975"/>
                  <a:gd name="connsiteY48" fmla="*/ 4628188 h 4707593"/>
                  <a:gd name="connsiteX49" fmla="*/ 3206921 w 5260975"/>
                  <a:gd name="connsiteY49" fmla="*/ 4641823 h 4707593"/>
                  <a:gd name="connsiteX50" fmla="*/ 3173123 w 5260975"/>
                  <a:gd name="connsiteY50" fmla="*/ 4651425 h 4707593"/>
                  <a:gd name="connsiteX51" fmla="*/ 3090646 w 5260975"/>
                  <a:gd name="connsiteY51" fmla="*/ 4662274 h 4707593"/>
                  <a:gd name="connsiteX52" fmla="*/ 3005480 w 5260975"/>
                  <a:gd name="connsiteY52" fmla="*/ 4672739 h 4707593"/>
                  <a:gd name="connsiteX53" fmla="*/ 2958721 w 5260975"/>
                  <a:gd name="connsiteY53" fmla="*/ 4676196 h 4707593"/>
                  <a:gd name="connsiteX54" fmla="*/ 2917915 w 5260975"/>
                  <a:gd name="connsiteY54" fmla="*/ 4681670 h 4707593"/>
                  <a:gd name="connsiteX55" fmla="*/ 2882389 w 5260975"/>
                  <a:gd name="connsiteY55" fmla="*/ 4685126 h 4707593"/>
                  <a:gd name="connsiteX56" fmla="*/ 2825837 w 5260975"/>
                  <a:gd name="connsiteY56" fmla="*/ 4692135 h 4707593"/>
                  <a:gd name="connsiteX57" fmla="*/ 2802313 w 5260975"/>
                  <a:gd name="connsiteY57" fmla="*/ 4693960 h 4707593"/>
                  <a:gd name="connsiteX58" fmla="*/ 2746816 w 5260975"/>
                  <a:gd name="connsiteY58" fmla="*/ 4693863 h 4707593"/>
                  <a:gd name="connsiteX59" fmla="*/ 2727517 w 5260975"/>
                  <a:gd name="connsiteY59" fmla="*/ 4692903 h 4707593"/>
                  <a:gd name="connsiteX60" fmla="*/ 2690359 w 5260975"/>
                  <a:gd name="connsiteY60" fmla="*/ 4680997 h 4707593"/>
                  <a:gd name="connsiteX61" fmla="*/ 2685943 w 5260975"/>
                  <a:gd name="connsiteY61" fmla="*/ 4680133 h 4707593"/>
                  <a:gd name="connsiteX62" fmla="*/ 2661554 w 5260975"/>
                  <a:gd name="connsiteY62" fmla="*/ 4675428 h 4707593"/>
                  <a:gd name="connsiteX63" fmla="*/ 2648208 w 5260975"/>
                  <a:gd name="connsiteY63" fmla="*/ 4673892 h 4707593"/>
                  <a:gd name="connsiteX64" fmla="*/ 2597512 w 5260975"/>
                  <a:gd name="connsiteY64" fmla="*/ 4664099 h 4707593"/>
                  <a:gd name="connsiteX65" fmla="*/ 2568324 w 5260975"/>
                  <a:gd name="connsiteY65" fmla="*/ 4659490 h 4707593"/>
                  <a:gd name="connsiteX66" fmla="*/ 2544704 w 5260975"/>
                  <a:gd name="connsiteY66" fmla="*/ 4660162 h 4707593"/>
                  <a:gd name="connsiteX67" fmla="*/ 2503225 w 5260975"/>
                  <a:gd name="connsiteY67" fmla="*/ 4661026 h 4707593"/>
                  <a:gd name="connsiteX68" fmla="*/ 2489975 w 5260975"/>
                  <a:gd name="connsiteY68" fmla="*/ 4663235 h 4707593"/>
                  <a:gd name="connsiteX69" fmla="*/ 2430061 w 5260975"/>
                  <a:gd name="connsiteY69" fmla="*/ 4656897 h 4707593"/>
                  <a:gd name="connsiteX70" fmla="*/ 2395880 w 5260975"/>
                  <a:gd name="connsiteY70" fmla="*/ 4656417 h 4707593"/>
                  <a:gd name="connsiteX71" fmla="*/ 2357378 w 5260975"/>
                  <a:gd name="connsiteY71" fmla="*/ 4648544 h 4707593"/>
                  <a:gd name="connsiteX72" fmla="*/ 2346145 w 5260975"/>
                  <a:gd name="connsiteY72" fmla="*/ 4648928 h 4707593"/>
                  <a:gd name="connsiteX73" fmla="*/ 2333567 w 5260975"/>
                  <a:gd name="connsiteY73" fmla="*/ 4649600 h 4707593"/>
                  <a:gd name="connsiteX74" fmla="*/ 2294968 w 5260975"/>
                  <a:gd name="connsiteY74" fmla="*/ 4650177 h 4707593"/>
                  <a:gd name="connsiteX75" fmla="*/ 2271540 w 5260975"/>
                  <a:gd name="connsiteY75" fmla="*/ 4653057 h 4707593"/>
                  <a:gd name="connsiteX76" fmla="*/ 2226895 w 5260975"/>
                  <a:gd name="connsiteY76" fmla="*/ 4651329 h 4707593"/>
                  <a:gd name="connsiteX77" fmla="*/ 2210379 w 5260975"/>
                  <a:gd name="connsiteY77" fmla="*/ 4653825 h 4707593"/>
                  <a:gd name="connsiteX78" fmla="*/ 2168613 w 5260975"/>
                  <a:gd name="connsiteY78" fmla="*/ 4654113 h 4707593"/>
                  <a:gd name="connsiteX79" fmla="*/ 2131167 w 5260975"/>
                  <a:gd name="connsiteY79" fmla="*/ 4652673 h 4707593"/>
                  <a:gd name="connsiteX80" fmla="*/ 2095065 w 5260975"/>
                  <a:gd name="connsiteY80" fmla="*/ 4653441 h 4707593"/>
                  <a:gd name="connsiteX81" fmla="*/ 2069237 w 5260975"/>
                  <a:gd name="connsiteY81" fmla="*/ 4656609 h 4707593"/>
                  <a:gd name="connsiteX82" fmla="*/ 2041201 w 5260975"/>
                  <a:gd name="connsiteY82" fmla="*/ 4658529 h 4707593"/>
                  <a:gd name="connsiteX83" fmla="*/ 1963909 w 5260975"/>
                  <a:gd name="connsiteY83" fmla="*/ 4669955 h 4707593"/>
                  <a:gd name="connsiteX84" fmla="*/ 1949603 w 5260975"/>
                  <a:gd name="connsiteY84" fmla="*/ 4667171 h 4707593"/>
                  <a:gd name="connsiteX85" fmla="*/ 1868373 w 5260975"/>
                  <a:gd name="connsiteY85" fmla="*/ 4664578 h 4707593"/>
                  <a:gd name="connsiteX86" fmla="*/ 1850707 w 5260975"/>
                  <a:gd name="connsiteY86" fmla="*/ 4664771 h 4707593"/>
                  <a:gd name="connsiteX87" fmla="*/ 1803275 w 5260975"/>
                  <a:gd name="connsiteY87" fmla="*/ 4653441 h 4707593"/>
                  <a:gd name="connsiteX88" fmla="*/ 1730112 w 5260975"/>
                  <a:gd name="connsiteY88" fmla="*/ 4671396 h 4707593"/>
                  <a:gd name="connsiteX89" fmla="*/ 1661652 w 5260975"/>
                  <a:gd name="connsiteY89" fmla="*/ 4693863 h 4707593"/>
                  <a:gd name="connsiteX90" fmla="*/ 1653011 w 5260975"/>
                  <a:gd name="connsiteY90" fmla="*/ 4696744 h 4707593"/>
                  <a:gd name="connsiteX91" fmla="*/ 1628431 w 5260975"/>
                  <a:gd name="connsiteY91" fmla="*/ 4701641 h 4707593"/>
                  <a:gd name="connsiteX92" fmla="*/ 1597995 w 5260975"/>
                  <a:gd name="connsiteY92" fmla="*/ 4703369 h 4707593"/>
                  <a:gd name="connsiteX93" fmla="*/ 1559396 w 5260975"/>
                  <a:gd name="connsiteY93" fmla="*/ 4707593 h 4707593"/>
                  <a:gd name="connsiteX94" fmla="*/ 1528480 w 5260975"/>
                  <a:gd name="connsiteY94" fmla="*/ 4702312 h 4707593"/>
                  <a:gd name="connsiteX95" fmla="*/ 1485272 w 5260975"/>
                  <a:gd name="connsiteY95" fmla="*/ 4694439 h 4707593"/>
                  <a:gd name="connsiteX96" fmla="*/ 1444562 w 5260975"/>
                  <a:gd name="connsiteY96" fmla="*/ 4686950 h 4707593"/>
                  <a:gd name="connsiteX97" fmla="*/ 1431696 w 5260975"/>
                  <a:gd name="connsiteY97" fmla="*/ 4695783 h 4707593"/>
                  <a:gd name="connsiteX98" fmla="*/ 1411821 w 5260975"/>
                  <a:gd name="connsiteY98" fmla="*/ 4703464 h 4707593"/>
                  <a:gd name="connsiteX99" fmla="*/ 1389738 w 5260975"/>
                  <a:gd name="connsiteY99" fmla="*/ 4694247 h 4707593"/>
                  <a:gd name="connsiteX100" fmla="*/ 1338081 w 5260975"/>
                  <a:gd name="connsiteY100" fmla="*/ 4675141 h 4707593"/>
                  <a:gd name="connsiteX101" fmla="*/ 1305436 w 5260975"/>
                  <a:gd name="connsiteY101" fmla="*/ 4674276 h 4707593"/>
                  <a:gd name="connsiteX102" fmla="*/ 1234481 w 5260975"/>
                  <a:gd name="connsiteY102" fmla="*/ 4666115 h 4707593"/>
                  <a:gd name="connsiteX103" fmla="*/ 1188106 w 5260975"/>
                  <a:gd name="connsiteY103" fmla="*/ 4654497 h 4707593"/>
                  <a:gd name="connsiteX104" fmla="*/ 1154790 w 5260975"/>
                  <a:gd name="connsiteY104" fmla="*/ 4641343 h 4707593"/>
                  <a:gd name="connsiteX105" fmla="*/ 1107069 w 5260975"/>
                  <a:gd name="connsiteY105" fmla="*/ 4624156 h 4707593"/>
                  <a:gd name="connsiteX106" fmla="*/ 1059158 w 5260975"/>
                  <a:gd name="connsiteY106" fmla="*/ 4615227 h 4707593"/>
                  <a:gd name="connsiteX107" fmla="*/ 1024496 w 5260975"/>
                  <a:gd name="connsiteY107" fmla="*/ 4603993 h 4707593"/>
                  <a:gd name="connsiteX108" fmla="*/ 982153 w 5260975"/>
                  <a:gd name="connsiteY108" fmla="*/ 4596311 h 4707593"/>
                  <a:gd name="connsiteX109" fmla="*/ 946628 w 5260975"/>
                  <a:gd name="connsiteY109" fmla="*/ 4596024 h 4707593"/>
                  <a:gd name="connsiteX110" fmla="*/ 890939 w 5260975"/>
                  <a:gd name="connsiteY110" fmla="*/ 4597368 h 4707593"/>
                  <a:gd name="connsiteX111" fmla="*/ 822769 w 5260975"/>
                  <a:gd name="connsiteY111" fmla="*/ 4574133 h 4707593"/>
                  <a:gd name="connsiteX112" fmla="*/ 795212 w 5260975"/>
                  <a:gd name="connsiteY112" fmla="*/ 4568947 h 4707593"/>
                  <a:gd name="connsiteX113" fmla="*/ 769288 w 5260975"/>
                  <a:gd name="connsiteY113" fmla="*/ 4566547 h 4707593"/>
                  <a:gd name="connsiteX114" fmla="*/ 714271 w 5260975"/>
                  <a:gd name="connsiteY114" fmla="*/ 4551089 h 4707593"/>
                  <a:gd name="connsiteX115" fmla="*/ 691900 w 5260975"/>
                  <a:gd name="connsiteY115" fmla="*/ 4545999 h 4707593"/>
                  <a:gd name="connsiteX116" fmla="*/ 660598 w 5260975"/>
                  <a:gd name="connsiteY116" fmla="*/ 4546096 h 4707593"/>
                  <a:gd name="connsiteX117" fmla="*/ 603662 w 5260975"/>
                  <a:gd name="connsiteY117" fmla="*/ 4538991 h 4707593"/>
                  <a:gd name="connsiteX118" fmla="*/ 546821 w 5260975"/>
                  <a:gd name="connsiteY118" fmla="*/ 4518251 h 4707593"/>
                  <a:gd name="connsiteX119" fmla="*/ 522721 w 5260975"/>
                  <a:gd name="connsiteY119" fmla="*/ 4520267 h 4707593"/>
                  <a:gd name="connsiteX120" fmla="*/ 514080 w 5260975"/>
                  <a:gd name="connsiteY120" fmla="*/ 4519788 h 4707593"/>
                  <a:gd name="connsiteX121" fmla="*/ 436404 w 5260975"/>
                  <a:gd name="connsiteY121" fmla="*/ 4508361 h 4707593"/>
                  <a:gd name="connsiteX122" fmla="*/ 428626 w 5260975"/>
                  <a:gd name="connsiteY122" fmla="*/ 4507114 h 4707593"/>
                  <a:gd name="connsiteX123" fmla="*/ 392141 w 5260975"/>
                  <a:gd name="connsiteY123" fmla="*/ 4496936 h 4707593"/>
                  <a:gd name="connsiteX124" fmla="*/ 300157 w 5260975"/>
                  <a:gd name="connsiteY124" fmla="*/ 4490599 h 4707593"/>
                  <a:gd name="connsiteX125" fmla="*/ 294493 w 5260975"/>
                  <a:gd name="connsiteY125" fmla="*/ 4489831 h 4707593"/>
                  <a:gd name="connsiteX126" fmla="*/ 263671 w 5260975"/>
                  <a:gd name="connsiteY126" fmla="*/ 4494919 h 4707593"/>
                  <a:gd name="connsiteX127" fmla="*/ 248406 w 5260975"/>
                  <a:gd name="connsiteY127" fmla="*/ 4502121 h 4707593"/>
                  <a:gd name="connsiteX128" fmla="*/ 224594 w 5260975"/>
                  <a:gd name="connsiteY128" fmla="*/ 4509610 h 4707593"/>
                  <a:gd name="connsiteX129" fmla="*/ 200398 w 5260975"/>
                  <a:gd name="connsiteY129" fmla="*/ 4512395 h 4707593"/>
                  <a:gd name="connsiteX130" fmla="*/ 159783 w 5260975"/>
                  <a:gd name="connsiteY130" fmla="*/ 4501064 h 4707593"/>
                  <a:gd name="connsiteX131" fmla="*/ 144997 w 5260975"/>
                  <a:gd name="connsiteY131" fmla="*/ 4499912 h 4707593"/>
                  <a:gd name="connsiteX132" fmla="*/ 112064 w 5260975"/>
                  <a:gd name="connsiteY132" fmla="*/ 4494440 h 4707593"/>
                  <a:gd name="connsiteX133" fmla="*/ 83259 w 5260975"/>
                  <a:gd name="connsiteY133" fmla="*/ 4494824 h 4707593"/>
                  <a:gd name="connsiteX134" fmla="*/ 60120 w 5260975"/>
                  <a:gd name="connsiteY134" fmla="*/ 4503561 h 4707593"/>
                  <a:gd name="connsiteX135" fmla="*/ 26514 w 5260975"/>
                  <a:gd name="connsiteY135" fmla="*/ 4505289 h 4707593"/>
                  <a:gd name="connsiteX136" fmla="*/ 4814 w 5260975"/>
                  <a:gd name="connsiteY136" fmla="*/ 4498952 h 4707593"/>
                  <a:gd name="connsiteX137" fmla="*/ 398 w 5260975"/>
                  <a:gd name="connsiteY137" fmla="*/ 4498089 h 4707593"/>
                  <a:gd name="connsiteX138" fmla="*/ 0 w 5260975"/>
                  <a:gd name="connsiteY138" fmla="*/ 4498087 h 470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</a:cxnLst>
                <a:rect l="l" t="t" r="r" b="b"/>
                <a:pathLst>
                  <a:path w="5260975" h="4707593">
                    <a:moveTo>
                      <a:pt x="0" y="0"/>
                    </a:moveTo>
                    <a:lnTo>
                      <a:pt x="5260975" y="0"/>
                    </a:lnTo>
                    <a:lnTo>
                      <a:pt x="5260975" y="3296937"/>
                    </a:lnTo>
                    <a:lnTo>
                      <a:pt x="5260975" y="3518571"/>
                    </a:lnTo>
                    <a:lnTo>
                      <a:pt x="5226503" y="3534000"/>
                    </a:lnTo>
                    <a:cubicBezTo>
                      <a:pt x="5219783" y="3536785"/>
                      <a:pt x="5212389" y="3538321"/>
                      <a:pt x="5206341" y="3542065"/>
                    </a:cubicBezTo>
                    <a:cubicBezTo>
                      <a:pt x="5178495" y="3559156"/>
                      <a:pt x="5151515" y="3577591"/>
                      <a:pt x="5123287" y="3594010"/>
                    </a:cubicBezTo>
                    <a:cubicBezTo>
                      <a:pt x="5094195" y="3611004"/>
                      <a:pt x="5068175" y="3631071"/>
                      <a:pt x="5048107" y="3658244"/>
                    </a:cubicBezTo>
                    <a:cubicBezTo>
                      <a:pt x="5029480" y="3683496"/>
                      <a:pt x="5011429" y="3709131"/>
                      <a:pt x="4992899" y="3734479"/>
                    </a:cubicBezTo>
                    <a:cubicBezTo>
                      <a:pt x="4988194" y="3740912"/>
                      <a:pt x="4983873" y="3748498"/>
                      <a:pt x="4977440" y="3752627"/>
                    </a:cubicBezTo>
                    <a:cubicBezTo>
                      <a:pt x="4964094" y="3761268"/>
                      <a:pt x="4949499" y="3768277"/>
                      <a:pt x="4935193" y="3775382"/>
                    </a:cubicBezTo>
                    <a:cubicBezTo>
                      <a:pt x="4922903" y="3781431"/>
                      <a:pt x="4909845" y="3785943"/>
                      <a:pt x="4897844" y="3792472"/>
                    </a:cubicBezTo>
                    <a:cubicBezTo>
                      <a:pt x="4888243" y="3797658"/>
                      <a:pt x="4879697" y="3804859"/>
                      <a:pt x="4870767" y="3811388"/>
                    </a:cubicBezTo>
                    <a:cubicBezTo>
                      <a:pt x="4862990" y="3817052"/>
                      <a:pt x="4854445" y="3821949"/>
                      <a:pt x="4847916" y="3828767"/>
                    </a:cubicBezTo>
                    <a:cubicBezTo>
                      <a:pt x="4831977" y="3845281"/>
                      <a:pt x="4815942" y="3861508"/>
                      <a:pt x="4796163" y="3873702"/>
                    </a:cubicBezTo>
                    <a:cubicBezTo>
                      <a:pt x="4776672" y="3885799"/>
                      <a:pt x="4758237" y="3899338"/>
                      <a:pt x="4738843" y="3911628"/>
                    </a:cubicBezTo>
                    <a:cubicBezTo>
                      <a:pt x="4719831" y="3923630"/>
                      <a:pt x="4702645" y="3936783"/>
                      <a:pt x="4692755" y="3958099"/>
                    </a:cubicBezTo>
                    <a:cubicBezTo>
                      <a:pt x="4688339" y="3967508"/>
                      <a:pt x="4682097" y="3977782"/>
                      <a:pt x="4673744" y="3983255"/>
                    </a:cubicBezTo>
                    <a:cubicBezTo>
                      <a:pt x="4661838" y="3991032"/>
                      <a:pt x="4646764" y="3993817"/>
                      <a:pt x="4633801" y="4000442"/>
                    </a:cubicBezTo>
                    <a:cubicBezTo>
                      <a:pt x="4618535" y="4008219"/>
                      <a:pt x="4600869" y="4014940"/>
                      <a:pt x="4590499" y="4027326"/>
                    </a:cubicBezTo>
                    <a:cubicBezTo>
                      <a:pt x="4581281" y="4038368"/>
                      <a:pt x="4571968" y="4047009"/>
                      <a:pt x="4559773" y="4054018"/>
                    </a:cubicBezTo>
                    <a:cubicBezTo>
                      <a:pt x="4551229" y="4058915"/>
                      <a:pt x="4544892" y="4067844"/>
                      <a:pt x="4536059" y="4071877"/>
                    </a:cubicBezTo>
                    <a:cubicBezTo>
                      <a:pt x="4524441" y="4077254"/>
                      <a:pt x="4512727" y="4081479"/>
                      <a:pt x="4502549" y="4089832"/>
                    </a:cubicBezTo>
                    <a:cubicBezTo>
                      <a:pt x="4491987" y="4098473"/>
                      <a:pt x="4479986" y="4105290"/>
                      <a:pt x="4468944" y="4113356"/>
                    </a:cubicBezTo>
                    <a:cubicBezTo>
                      <a:pt x="4463087" y="4117676"/>
                      <a:pt x="4458286" y="4123341"/>
                      <a:pt x="4452622" y="4127854"/>
                    </a:cubicBezTo>
                    <a:cubicBezTo>
                      <a:pt x="4442252" y="4136111"/>
                      <a:pt x="4431690" y="4144176"/>
                      <a:pt x="4421032" y="4151953"/>
                    </a:cubicBezTo>
                    <a:cubicBezTo>
                      <a:pt x="4410375" y="4159731"/>
                      <a:pt x="4400197" y="4168756"/>
                      <a:pt x="4388483" y="4174421"/>
                    </a:cubicBezTo>
                    <a:cubicBezTo>
                      <a:pt x="4368513" y="4184023"/>
                      <a:pt x="4346717" y="4189784"/>
                      <a:pt x="4327321" y="4200153"/>
                    </a:cubicBezTo>
                    <a:cubicBezTo>
                      <a:pt x="4307639" y="4210714"/>
                      <a:pt x="4289107" y="4223965"/>
                      <a:pt x="4271633" y="4237983"/>
                    </a:cubicBezTo>
                    <a:cubicBezTo>
                      <a:pt x="4257807" y="4249025"/>
                      <a:pt x="4244845" y="4259971"/>
                      <a:pt x="4227465" y="4265635"/>
                    </a:cubicBezTo>
                    <a:cubicBezTo>
                      <a:pt x="4217768" y="4268804"/>
                      <a:pt x="4207591" y="4275717"/>
                      <a:pt x="4201733" y="4283783"/>
                    </a:cubicBezTo>
                    <a:cubicBezTo>
                      <a:pt x="4189059" y="4301353"/>
                      <a:pt x="4172833" y="4313739"/>
                      <a:pt x="4154494" y="4324301"/>
                    </a:cubicBezTo>
                    <a:cubicBezTo>
                      <a:pt x="4130010" y="4338511"/>
                      <a:pt x="4105814" y="4353009"/>
                      <a:pt x="4081234" y="4366931"/>
                    </a:cubicBezTo>
                    <a:cubicBezTo>
                      <a:pt x="4066737" y="4375189"/>
                      <a:pt x="4052335" y="4383926"/>
                      <a:pt x="4036971" y="4389975"/>
                    </a:cubicBezTo>
                    <a:cubicBezTo>
                      <a:pt x="4005575" y="4402457"/>
                      <a:pt x="3973410" y="4413114"/>
                      <a:pt x="3941725" y="4424733"/>
                    </a:cubicBezTo>
                    <a:cubicBezTo>
                      <a:pt x="3931355" y="4428477"/>
                      <a:pt x="3921561" y="4433854"/>
                      <a:pt x="3910999" y="4437119"/>
                    </a:cubicBezTo>
                    <a:cubicBezTo>
                      <a:pt x="3899573" y="4440671"/>
                      <a:pt x="3887285" y="4441727"/>
                      <a:pt x="3875859" y="4445280"/>
                    </a:cubicBezTo>
                    <a:cubicBezTo>
                      <a:pt x="3856847" y="4451136"/>
                      <a:pt x="3838412" y="4458626"/>
                      <a:pt x="3819401" y="4464579"/>
                    </a:cubicBezTo>
                    <a:cubicBezTo>
                      <a:pt x="3782723" y="4476005"/>
                      <a:pt x="3745949" y="4486951"/>
                      <a:pt x="3709176" y="4497800"/>
                    </a:cubicBezTo>
                    <a:cubicBezTo>
                      <a:pt x="3701303" y="4500105"/>
                      <a:pt x="3692757" y="4500393"/>
                      <a:pt x="3684981" y="4502889"/>
                    </a:cubicBezTo>
                    <a:cubicBezTo>
                      <a:pt x="3664337" y="4509610"/>
                      <a:pt x="3643789" y="4516907"/>
                      <a:pt x="3623338" y="4524300"/>
                    </a:cubicBezTo>
                    <a:cubicBezTo>
                      <a:pt x="3610953" y="4528813"/>
                      <a:pt x="3598854" y="4534382"/>
                      <a:pt x="3586373" y="4538702"/>
                    </a:cubicBezTo>
                    <a:cubicBezTo>
                      <a:pt x="3576387" y="4542159"/>
                      <a:pt x="3566113" y="4544847"/>
                      <a:pt x="3555743" y="4546960"/>
                    </a:cubicBezTo>
                    <a:cubicBezTo>
                      <a:pt x="3546814" y="4548785"/>
                      <a:pt x="3537501" y="4548592"/>
                      <a:pt x="3528667" y="4550801"/>
                    </a:cubicBezTo>
                    <a:cubicBezTo>
                      <a:pt x="3504759" y="4556753"/>
                      <a:pt x="3481140" y="4563475"/>
                      <a:pt x="3457424" y="4569811"/>
                    </a:cubicBezTo>
                    <a:cubicBezTo>
                      <a:pt x="3447919" y="4572308"/>
                      <a:pt x="3438221" y="4574133"/>
                      <a:pt x="3429003" y="4577301"/>
                    </a:cubicBezTo>
                    <a:cubicBezTo>
                      <a:pt x="3404327" y="4585654"/>
                      <a:pt x="3380036" y="4595159"/>
                      <a:pt x="3355264" y="4603033"/>
                    </a:cubicBezTo>
                    <a:cubicBezTo>
                      <a:pt x="3334717" y="4609562"/>
                      <a:pt x="3313593" y="4614266"/>
                      <a:pt x="3292757" y="4620027"/>
                    </a:cubicBezTo>
                    <a:cubicBezTo>
                      <a:pt x="3283924" y="4622524"/>
                      <a:pt x="3275475" y="4626077"/>
                      <a:pt x="3266643" y="4628188"/>
                    </a:cubicBezTo>
                    <a:cubicBezTo>
                      <a:pt x="3246863" y="4632990"/>
                      <a:pt x="3226796" y="4637022"/>
                      <a:pt x="3206921" y="4641823"/>
                    </a:cubicBezTo>
                    <a:cubicBezTo>
                      <a:pt x="3195590" y="4644607"/>
                      <a:pt x="3184645" y="4649600"/>
                      <a:pt x="3173123" y="4651425"/>
                    </a:cubicBezTo>
                    <a:cubicBezTo>
                      <a:pt x="3145759" y="4655745"/>
                      <a:pt x="3118203" y="4658817"/>
                      <a:pt x="3090646" y="4662274"/>
                    </a:cubicBezTo>
                    <a:cubicBezTo>
                      <a:pt x="3062227" y="4665826"/>
                      <a:pt x="3033902" y="4669571"/>
                      <a:pt x="3005480" y="4672739"/>
                    </a:cubicBezTo>
                    <a:cubicBezTo>
                      <a:pt x="2989926" y="4674372"/>
                      <a:pt x="2974275" y="4674660"/>
                      <a:pt x="2958721" y="4676196"/>
                    </a:cubicBezTo>
                    <a:cubicBezTo>
                      <a:pt x="2945087" y="4677541"/>
                      <a:pt x="2931549" y="4680037"/>
                      <a:pt x="2917915" y="4681670"/>
                    </a:cubicBezTo>
                    <a:cubicBezTo>
                      <a:pt x="2906105" y="4683013"/>
                      <a:pt x="2894199" y="4683781"/>
                      <a:pt x="2882389" y="4685126"/>
                    </a:cubicBezTo>
                    <a:cubicBezTo>
                      <a:pt x="2863475" y="4687334"/>
                      <a:pt x="2844655" y="4689831"/>
                      <a:pt x="2825837" y="4692135"/>
                    </a:cubicBezTo>
                    <a:cubicBezTo>
                      <a:pt x="2817964" y="4692999"/>
                      <a:pt x="2809706" y="4695399"/>
                      <a:pt x="2802313" y="4693960"/>
                    </a:cubicBezTo>
                    <a:cubicBezTo>
                      <a:pt x="2783686" y="4690310"/>
                      <a:pt x="2765347" y="4691367"/>
                      <a:pt x="2746816" y="4693863"/>
                    </a:cubicBezTo>
                    <a:cubicBezTo>
                      <a:pt x="2740479" y="4694728"/>
                      <a:pt x="2733662" y="4694535"/>
                      <a:pt x="2727517" y="4692903"/>
                    </a:cubicBezTo>
                    <a:cubicBezTo>
                      <a:pt x="2714939" y="4689638"/>
                      <a:pt x="2702745" y="4685029"/>
                      <a:pt x="2690359" y="4680997"/>
                    </a:cubicBezTo>
                    <a:cubicBezTo>
                      <a:pt x="2689014" y="4680517"/>
                      <a:pt x="2687382" y="4680421"/>
                      <a:pt x="2685943" y="4680133"/>
                    </a:cubicBezTo>
                    <a:cubicBezTo>
                      <a:pt x="2677781" y="4678500"/>
                      <a:pt x="2669717" y="4676868"/>
                      <a:pt x="2661554" y="4675428"/>
                    </a:cubicBezTo>
                    <a:cubicBezTo>
                      <a:pt x="2657138" y="4674660"/>
                      <a:pt x="2652625" y="4674564"/>
                      <a:pt x="2648208" y="4673892"/>
                    </a:cubicBezTo>
                    <a:cubicBezTo>
                      <a:pt x="2631118" y="4671203"/>
                      <a:pt x="2612299" y="4675716"/>
                      <a:pt x="2597512" y="4664099"/>
                    </a:cubicBezTo>
                    <a:cubicBezTo>
                      <a:pt x="2587911" y="4656609"/>
                      <a:pt x="2578597" y="4658338"/>
                      <a:pt x="2568324" y="4659490"/>
                    </a:cubicBezTo>
                    <a:cubicBezTo>
                      <a:pt x="2560547" y="4660354"/>
                      <a:pt x="2552577" y="4660065"/>
                      <a:pt x="2544704" y="4660162"/>
                    </a:cubicBezTo>
                    <a:cubicBezTo>
                      <a:pt x="2530878" y="4660449"/>
                      <a:pt x="2517052" y="4660546"/>
                      <a:pt x="2503225" y="4661026"/>
                    </a:cubicBezTo>
                    <a:cubicBezTo>
                      <a:pt x="2498808" y="4661218"/>
                      <a:pt x="2494297" y="4663619"/>
                      <a:pt x="2489975" y="4663235"/>
                    </a:cubicBezTo>
                    <a:cubicBezTo>
                      <a:pt x="2470004" y="4661410"/>
                      <a:pt x="2450033" y="4658529"/>
                      <a:pt x="2430061" y="4656897"/>
                    </a:cubicBezTo>
                    <a:cubicBezTo>
                      <a:pt x="2418732" y="4655938"/>
                      <a:pt x="2407114" y="4657761"/>
                      <a:pt x="2395880" y="4656417"/>
                    </a:cubicBezTo>
                    <a:cubicBezTo>
                      <a:pt x="2382919" y="4654881"/>
                      <a:pt x="2370245" y="4650945"/>
                      <a:pt x="2357378" y="4648544"/>
                    </a:cubicBezTo>
                    <a:cubicBezTo>
                      <a:pt x="2353826" y="4647872"/>
                      <a:pt x="2349889" y="4648736"/>
                      <a:pt x="2346145" y="4648928"/>
                    </a:cubicBezTo>
                    <a:cubicBezTo>
                      <a:pt x="2341920" y="4649120"/>
                      <a:pt x="2337791" y="4649504"/>
                      <a:pt x="2333567" y="4649600"/>
                    </a:cubicBezTo>
                    <a:cubicBezTo>
                      <a:pt x="2320700" y="4649793"/>
                      <a:pt x="2307835" y="4649504"/>
                      <a:pt x="2294968" y="4650177"/>
                    </a:cubicBezTo>
                    <a:cubicBezTo>
                      <a:pt x="2287095" y="4650561"/>
                      <a:pt x="2278839" y="4654497"/>
                      <a:pt x="2271540" y="4653057"/>
                    </a:cubicBezTo>
                    <a:cubicBezTo>
                      <a:pt x="2256659" y="4650272"/>
                      <a:pt x="2241776" y="4656513"/>
                      <a:pt x="2226895" y="4651329"/>
                    </a:cubicBezTo>
                    <a:cubicBezTo>
                      <a:pt x="2222285" y="4649793"/>
                      <a:pt x="2215948" y="4653633"/>
                      <a:pt x="2210379" y="4653825"/>
                    </a:cubicBezTo>
                    <a:cubicBezTo>
                      <a:pt x="2196457" y="4654305"/>
                      <a:pt x="2182535" y="4654209"/>
                      <a:pt x="2168613" y="4654113"/>
                    </a:cubicBezTo>
                    <a:cubicBezTo>
                      <a:pt x="2156131" y="4654017"/>
                      <a:pt x="2143168" y="4655361"/>
                      <a:pt x="2131167" y="4652673"/>
                    </a:cubicBezTo>
                    <a:cubicBezTo>
                      <a:pt x="2118588" y="4649793"/>
                      <a:pt x="2107259" y="4650177"/>
                      <a:pt x="2095065" y="4653441"/>
                    </a:cubicBezTo>
                    <a:cubicBezTo>
                      <a:pt x="2086711" y="4655649"/>
                      <a:pt x="2077878" y="4655938"/>
                      <a:pt x="2069237" y="4656609"/>
                    </a:cubicBezTo>
                    <a:cubicBezTo>
                      <a:pt x="2059924" y="4657377"/>
                      <a:pt x="2049650" y="4655361"/>
                      <a:pt x="2041201" y="4658529"/>
                    </a:cubicBezTo>
                    <a:cubicBezTo>
                      <a:pt x="2016044" y="4667939"/>
                      <a:pt x="1990216" y="4669955"/>
                      <a:pt x="1963909" y="4669955"/>
                    </a:cubicBezTo>
                    <a:cubicBezTo>
                      <a:pt x="1959107" y="4669955"/>
                      <a:pt x="1954210" y="4668612"/>
                      <a:pt x="1949603" y="4667171"/>
                    </a:cubicBezTo>
                    <a:cubicBezTo>
                      <a:pt x="1922717" y="4658529"/>
                      <a:pt x="1895737" y="4659297"/>
                      <a:pt x="1868373" y="4664578"/>
                    </a:cubicBezTo>
                    <a:cubicBezTo>
                      <a:pt x="1862708" y="4665731"/>
                      <a:pt x="1856372" y="4665923"/>
                      <a:pt x="1850707" y="4664771"/>
                    </a:cubicBezTo>
                    <a:cubicBezTo>
                      <a:pt x="1834768" y="4661410"/>
                      <a:pt x="1819309" y="4655841"/>
                      <a:pt x="1803275" y="4653441"/>
                    </a:cubicBezTo>
                    <a:cubicBezTo>
                      <a:pt x="1776775" y="4649504"/>
                      <a:pt x="1753828" y="4662754"/>
                      <a:pt x="1730112" y="4671396"/>
                    </a:cubicBezTo>
                    <a:cubicBezTo>
                      <a:pt x="1707548" y="4679557"/>
                      <a:pt x="1688345" y="4697992"/>
                      <a:pt x="1661652" y="4693863"/>
                    </a:cubicBezTo>
                    <a:cubicBezTo>
                      <a:pt x="1658965" y="4693479"/>
                      <a:pt x="1655988" y="4696071"/>
                      <a:pt x="1653011" y="4696744"/>
                    </a:cubicBezTo>
                    <a:cubicBezTo>
                      <a:pt x="1644850" y="4698568"/>
                      <a:pt x="1636689" y="4700776"/>
                      <a:pt x="1628431" y="4701641"/>
                    </a:cubicBezTo>
                    <a:cubicBezTo>
                      <a:pt x="1618350" y="4702793"/>
                      <a:pt x="1608076" y="4702409"/>
                      <a:pt x="1597995" y="4703369"/>
                    </a:cubicBezTo>
                    <a:cubicBezTo>
                      <a:pt x="1585032" y="4704521"/>
                      <a:pt x="1572263" y="4707593"/>
                      <a:pt x="1559396" y="4707593"/>
                    </a:cubicBezTo>
                    <a:cubicBezTo>
                      <a:pt x="1549026" y="4707593"/>
                      <a:pt x="1538753" y="4704041"/>
                      <a:pt x="1528480" y="4702312"/>
                    </a:cubicBezTo>
                    <a:cubicBezTo>
                      <a:pt x="1513981" y="4699912"/>
                      <a:pt x="1498042" y="4700584"/>
                      <a:pt x="1485272" y="4694439"/>
                    </a:cubicBezTo>
                    <a:cubicBezTo>
                      <a:pt x="1471639" y="4687910"/>
                      <a:pt x="1458676" y="4684934"/>
                      <a:pt x="1444562" y="4686950"/>
                    </a:cubicBezTo>
                    <a:cubicBezTo>
                      <a:pt x="1439857" y="4687622"/>
                      <a:pt x="1433808" y="4691655"/>
                      <a:pt x="1431696" y="4695783"/>
                    </a:cubicBezTo>
                    <a:cubicBezTo>
                      <a:pt x="1426991" y="4705001"/>
                      <a:pt x="1420559" y="4706634"/>
                      <a:pt x="1411821" y="4703464"/>
                    </a:cubicBezTo>
                    <a:cubicBezTo>
                      <a:pt x="1404236" y="4700776"/>
                      <a:pt x="1394922" y="4699432"/>
                      <a:pt x="1389738" y="4694247"/>
                    </a:cubicBezTo>
                    <a:cubicBezTo>
                      <a:pt x="1375047" y="4679557"/>
                      <a:pt x="1356324" y="4679077"/>
                      <a:pt x="1338081" y="4675141"/>
                    </a:cubicBezTo>
                    <a:cubicBezTo>
                      <a:pt x="1326945" y="4672739"/>
                      <a:pt x="1316574" y="4672644"/>
                      <a:pt x="1305436" y="4674276"/>
                    </a:cubicBezTo>
                    <a:cubicBezTo>
                      <a:pt x="1281241" y="4677925"/>
                      <a:pt x="1257717" y="4672739"/>
                      <a:pt x="1234481" y="4666115"/>
                    </a:cubicBezTo>
                    <a:cubicBezTo>
                      <a:pt x="1219118" y="4661698"/>
                      <a:pt x="1203372" y="4659010"/>
                      <a:pt x="1188106" y="4654497"/>
                    </a:cubicBezTo>
                    <a:cubicBezTo>
                      <a:pt x="1176680" y="4651041"/>
                      <a:pt x="1165255" y="4646912"/>
                      <a:pt x="1154790" y="4641343"/>
                    </a:cubicBezTo>
                    <a:cubicBezTo>
                      <a:pt x="1139618" y="4633181"/>
                      <a:pt x="1126369" y="4620891"/>
                      <a:pt x="1107069" y="4624156"/>
                    </a:cubicBezTo>
                    <a:cubicBezTo>
                      <a:pt x="1090074" y="4627036"/>
                      <a:pt x="1074713" y="4620988"/>
                      <a:pt x="1059158" y="4615227"/>
                    </a:cubicBezTo>
                    <a:cubicBezTo>
                      <a:pt x="1047732" y="4611002"/>
                      <a:pt x="1036308" y="4606681"/>
                      <a:pt x="1024496" y="4603993"/>
                    </a:cubicBezTo>
                    <a:cubicBezTo>
                      <a:pt x="1010478" y="4600824"/>
                      <a:pt x="994635" y="4602169"/>
                      <a:pt x="982153" y="4596311"/>
                    </a:cubicBezTo>
                    <a:cubicBezTo>
                      <a:pt x="969095" y="4590166"/>
                      <a:pt x="958246" y="4594295"/>
                      <a:pt x="946628" y="4596024"/>
                    </a:cubicBezTo>
                    <a:cubicBezTo>
                      <a:pt x="928097" y="4598712"/>
                      <a:pt x="909661" y="4603705"/>
                      <a:pt x="890939" y="4597368"/>
                    </a:cubicBezTo>
                    <a:cubicBezTo>
                      <a:pt x="868184" y="4589687"/>
                      <a:pt x="845620" y="4581430"/>
                      <a:pt x="822769" y="4574133"/>
                    </a:cubicBezTo>
                    <a:cubicBezTo>
                      <a:pt x="813934" y="4571347"/>
                      <a:pt x="804431" y="4570195"/>
                      <a:pt x="795212" y="4568947"/>
                    </a:cubicBezTo>
                    <a:cubicBezTo>
                      <a:pt x="786476" y="4567891"/>
                      <a:pt x="776010" y="4570579"/>
                      <a:pt x="769288" y="4566547"/>
                    </a:cubicBezTo>
                    <a:cubicBezTo>
                      <a:pt x="752005" y="4556178"/>
                      <a:pt x="734243" y="4551089"/>
                      <a:pt x="714271" y="4551089"/>
                    </a:cubicBezTo>
                    <a:cubicBezTo>
                      <a:pt x="706781" y="4551089"/>
                      <a:pt x="699484" y="4546768"/>
                      <a:pt x="691900" y="4545999"/>
                    </a:cubicBezTo>
                    <a:cubicBezTo>
                      <a:pt x="681529" y="4545040"/>
                      <a:pt x="669623" y="4542447"/>
                      <a:pt x="660598" y="4546096"/>
                    </a:cubicBezTo>
                    <a:cubicBezTo>
                      <a:pt x="639379" y="4554737"/>
                      <a:pt x="622193" y="4547536"/>
                      <a:pt x="603662" y="4538991"/>
                    </a:cubicBezTo>
                    <a:cubicBezTo>
                      <a:pt x="585418" y="4530541"/>
                      <a:pt x="566215" y="4523821"/>
                      <a:pt x="546821" y="4518251"/>
                    </a:cubicBezTo>
                    <a:cubicBezTo>
                      <a:pt x="539524" y="4516235"/>
                      <a:pt x="530787" y="4519596"/>
                      <a:pt x="522721" y="4520267"/>
                    </a:cubicBezTo>
                    <a:cubicBezTo>
                      <a:pt x="519840" y="4520460"/>
                      <a:pt x="516671" y="4520748"/>
                      <a:pt x="514080" y="4519788"/>
                    </a:cubicBezTo>
                    <a:cubicBezTo>
                      <a:pt x="489020" y="4510570"/>
                      <a:pt x="463575" y="4503561"/>
                      <a:pt x="436404" y="4508361"/>
                    </a:cubicBezTo>
                    <a:cubicBezTo>
                      <a:pt x="433908" y="4508842"/>
                      <a:pt x="431123" y="4507786"/>
                      <a:pt x="428626" y="4507114"/>
                    </a:cubicBezTo>
                    <a:cubicBezTo>
                      <a:pt x="416432" y="4503657"/>
                      <a:pt x="404526" y="4498184"/>
                      <a:pt x="392141" y="4496936"/>
                    </a:cubicBezTo>
                    <a:cubicBezTo>
                      <a:pt x="361608" y="4493864"/>
                      <a:pt x="330884" y="4492615"/>
                      <a:pt x="300157" y="4490599"/>
                    </a:cubicBezTo>
                    <a:cubicBezTo>
                      <a:pt x="298237" y="4490503"/>
                      <a:pt x="296221" y="4490503"/>
                      <a:pt x="294493" y="4489831"/>
                    </a:cubicBezTo>
                    <a:cubicBezTo>
                      <a:pt x="283163" y="4485702"/>
                      <a:pt x="273274" y="4487047"/>
                      <a:pt x="263671" y="4494919"/>
                    </a:cubicBezTo>
                    <a:cubicBezTo>
                      <a:pt x="259447" y="4498376"/>
                      <a:pt x="253686" y="4500200"/>
                      <a:pt x="248406" y="4502121"/>
                    </a:cubicBezTo>
                    <a:cubicBezTo>
                      <a:pt x="240628" y="4505002"/>
                      <a:pt x="232659" y="4507786"/>
                      <a:pt x="224594" y="4509610"/>
                    </a:cubicBezTo>
                    <a:cubicBezTo>
                      <a:pt x="216624" y="4511338"/>
                      <a:pt x="208079" y="4513738"/>
                      <a:pt x="200398" y="4512395"/>
                    </a:cubicBezTo>
                    <a:cubicBezTo>
                      <a:pt x="186572" y="4509994"/>
                      <a:pt x="173417" y="4504618"/>
                      <a:pt x="159783" y="4501064"/>
                    </a:cubicBezTo>
                    <a:cubicBezTo>
                      <a:pt x="155079" y="4499816"/>
                      <a:pt x="149893" y="4500009"/>
                      <a:pt x="144997" y="4499912"/>
                    </a:cubicBezTo>
                    <a:cubicBezTo>
                      <a:pt x="133763" y="4499625"/>
                      <a:pt x="122241" y="4502409"/>
                      <a:pt x="112064" y="4494440"/>
                    </a:cubicBezTo>
                    <a:cubicBezTo>
                      <a:pt x="102655" y="4486951"/>
                      <a:pt x="93148" y="4489158"/>
                      <a:pt x="83259" y="4494824"/>
                    </a:cubicBezTo>
                    <a:cubicBezTo>
                      <a:pt x="76154" y="4498857"/>
                      <a:pt x="68090" y="4502025"/>
                      <a:pt x="60120" y="4503561"/>
                    </a:cubicBezTo>
                    <a:cubicBezTo>
                      <a:pt x="49174" y="4505673"/>
                      <a:pt x="38324" y="4506538"/>
                      <a:pt x="26514" y="4505289"/>
                    </a:cubicBezTo>
                    <a:cubicBezTo>
                      <a:pt x="18161" y="4504425"/>
                      <a:pt x="11343" y="4504041"/>
                      <a:pt x="4814" y="4498952"/>
                    </a:cubicBezTo>
                    <a:cubicBezTo>
                      <a:pt x="3759" y="4498184"/>
                      <a:pt x="1839" y="4497992"/>
                      <a:pt x="398" y="4498089"/>
                    </a:cubicBezTo>
                    <a:lnTo>
                      <a:pt x="0" y="4498087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2C18990-7F62-45E8-B68F-47E95E4812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96000" y="4138312"/>
              <a:ext cx="5260975" cy="1410656"/>
              <a:chOff x="6096000" y="4138312"/>
              <a:chExt cx="5260975" cy="1410656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AC206BB2-3759-4DF0-9932-7445B6367A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96000" y="4138312"/>
                <a:ext cx="5260975" cy="1410656"/>
              </a:xfrm>
              <a:custGeom>
                <a:avLst/>
                <a:gdLst>
                  <a:gd name="connsiteX0" fmla="*/ 5260975 w 5260975"/>
                  <a:gd name="connsiteY0" fmla="*/ 0 h 1410656"/>
                  <a:gd name="connsiteX1" fmla="*/ 5260975 w 5260975"/>
                  <a:gd name="connsiteY1" fmla="*/ 221634 h 1410656"/>
                  <a:gd name="connsiteX2" fmla="*/ 5226503 w 5260975"/>
                  <a:gd name="connsiteY2" fmla="*/ 237063 h 1410656"/>
                  <a:gd name="connsiteX3" fmla="*/ 5206341 w 5260975"/>
                  <a:gd name="connsiteY3" fmla="*/ 245128 h 1410656"/>
                  <a:gd name="connsiteX4" fmla="*/ 5123287 w 5260975"/>
                  <a:gd name="connsiteY4" fmla="*/ 297073 h 1410656"/>
                  <a:gd name="connsiteX5" fmla="*/ 5048107 w 5260975"/>
                  <a:gd name="connsiteY5" fmla="*/ 361307 h 1410656"/>
                  <a:gd name="connsiteX6" fmla="*/ 4992899 w 5260975"/>
                  <a:gd name="connsiteY6" fmla="*/ 437542 h 1410656"/>
                  <a:gd name="connsiteX7" fmla="*/ 4977440 w 5260975"/>
                  <a:gd name="connsiteY7" fmla="*/ 455690 h 1410656"/>
                  <a:gd name="connsiteX8" fmla="*/ 4935193 w 5260975"/>
                  <a:gd name="connsiteY8" fmla="*/ 478445 h 1410656"/>
                  <a:gd name="connsiteX9" fmla="*/ 4897844 w 5260975"/>
                  <a:gd name="connsiteY9" fmla="*/ 495535 h 1410656"/>
                  <a:gd name="connsiteX10" fmla="*/ 4870767 w 5260975"/>
                  <a:gd name="connsiteY10" fmla="*/ 514451 h 1410656"/>
                  <a:gd name="connsiteX11" fmla="*/ 4847916 w 5260975"/>
                  <a:gd name="connsiteY11" fmla="*/ 531830 h 1410656"/>
                  <a:gd name="connsiteX12" fmla="*/ 4796163 w 5260975"/>
                  <a:gd name="connsiteY12" fmla="*/ 576765 h 1410656"/>
                  <a:gd name="connsiteX13" fmla="*/ 4738843 w 5260975"/>
                  <a:gd name="connsiteY13" fmla="*/ 614691 h 1410656"/>
                  <a:gd name="connsiteX14" fmla="*/ 4692755 w 5260975"/>
                  <a:gd name="connsiteY14" fmla="*/ 661162 h 1410656"/>
                  <a:gd name="connsiteX15" fmla="*/ 4673744 w 5260975"/>
                  <a:gd name="connsiteY15" fmla="*/ 686318 h 1410656"/>
                  <a:gd name="connsiteX16" fmla="*/ 4633801 w 5260975"/>
                  <a:gd name="connsiteY16" fmla="*/ 703505 h 1410656"/>
                  <a:gd name="connsiteX17" fmla="*/ 4590499 w 5260975"/>
                  <a:gd name="connsiteY17" fmla="*/ 730389 h 1410656"/>
                  <a:gd name="connsiteX18" fmla="*/ 4559773 w 5260975"/>
                  <a:gd name="connsiteY18" fmla="*/ 757081 h 1410656"/>
                  <a:gd name="connsiteX19" fmla="*/ 4536059 w 5260975"/>
                  <a:gd name="connsiteY19" fmla="*/ 774940 h 1410656"/>
                  <a:gd name="connsiteX20" fmla="*/ 4502549 w 5260975"/>
                  <a:gd name="connsiteY20" fmla="*/ 792895 h 1410656"/>
                  <a:gd name="connsiteX21" fmla="*/ 4468944 w 5260975"/>
                  <a:gd name="connsiteY21" fmla="*/ 816419 h 1410656"/>
                  <a:gd name="connsiteX22" fmla="*/ 4452622 w 5260975"/>
                  <a:gd name="connsiteY22" fmla="*/ 830917 h 1410656"/>
                  <a:gd name="connsiteX23" fmla="*/ 4421032 w 5260975"/>
                  <a:gd name="connsiteY23" fmla="*/ 855016 h 1410656"/>
                  <a:gd name="connsiteX24" fmla="*/ 4388483 w 5260975"/>
                  <a:gd name="connsiteY24" fmla="*/ 877484 h 1410656"/>
                  <a:gd name="connsiteX25" fmla="*/ 4327321 w 5260975"/>
                  <a:gd name="connsiteY25" fmla="*/ 903216 h 1410656"/>
                  <a:gd name="connsiteX26" fmla="*/ 4271633 w 5260975"/>
                  <a:gd name="connsiteY26" fmla="*/ 941046 h 1410656"/>
                  <a:gd name="connsiteX27" fmla="*/ 4227465 w 5260975"/>
                  <a:gd name="connsiteY27" fmla="*/ 968698 h 1410656"/>
                  <a:gd name="connsiteX28" fmla="*/ 4201733 w 5260975"/>
                  <a:gd name="connsiteY28" fmla="*/ 986846 h 1410656"/>
                  <a:gd name="connsiteX29" fmla="*/ 4154494 w 5260975"/>
                  <a:gd name="connsiteY29" fmla="*/ 1027364 h 1410656"/>
                  <a:gd name="connsiteX30" fmla="*/ 4081234 w 5260975"/>
                  <a:gd name="connsiteY30" fmla="*/ 1069994 h 1410656"/>
                  <a:gd name="connsiteX31" fmla="*/ 4036971 w 5260975"/>
                  <a:gd name="connsiteY31" fmla="*/ 1093038 h 1410656"/>
                  <a:gd name="connsiteX32" fmla="*/ 3941725 w 5260975"/>
                  <a:gd name="connsiteY32" fmla="*/ 1127796 h 1410656"/>
                  <a:gd name="connsiteX33" fmla="*/ 3910999 w 5260975"/>
                  <a:gd name="connsiteY33" fmla="*/ 1140182 h 1410656"/>
                  <a:gd name="connsiteX34" fmla="*/ 3875859 w 5260975"/>
                  <a:gd name="connsiteY34" fmla="*/ 1148343 h 1410656"/>
                  <a:gd name="connsiteX35" fmla="*/ 3819401 w 5260975"/>
                  <a:gd name="connsiteY35" fmla="*/ 1167642 h 1410656"/>
                  <a:gd name="connsiteX36" fmla="*/ 3709176 w 5260975"/>
                  <a:gd name="connsiteY36" fmla="*/ 1200863 h 1410656"/>
                  <a:gd name="connsiteX37" fmla="*/ 3684981 w 5260975"/>
                  <a:gd name="connsiteY37" fmla="*/ 1205952 h 1410656"/>
                  <a:gd name="connsiteX38" fmla="*/ 3623338 w 5260975"/>
                  <a:gd name="connsiteY38" fmla="*/ 1227363 h 1410656"/>
                  <a:gd name="connsiteX39" fmla="*/ 3586373 w 5260975"/>
                  <a:gd name="connsiteY39" fmla="*/ 1241765 h 1410656"/>
                  <a:gd name="connsiteX40" fmla="*/ 3555743 w 5260975"/>
                  <a:gd name="connsiteY40" fmla="*/ 1250023 h 1410656"/>
                  <a:gd name="connsiteX41" fmla="*/ 3528667 w 5260975"/>
                  <a:gd name="connsiteY41" fmla="*/ 1253864 h 1410656"/>
                  <a:gd name="connsiteX42" fmla="*/ 3457424 w 5260975"/>
                  <a:gd name="connsiteY42" fmla="*/ 1272874 h 1410656"/>
                  <a:gd name="connsiteX43" fmla="*/ 3429003 w 5260975"/>
                  <a:gd name="connsiteY43" fmla="*/ 1280364 h 1410656"/>
                  <a:gd name="connsiteX44" fmla="*/ 3355264 w 5260975"/>
                  <a:gd name="connsiteY44" fmla="*/ 1306096 h 1410656"/>
                  <a:gd name="connsiteX45" fmla="*/ 3292757 w 5260975"/>
                  <a:gd name="connsiteY45" fmla="*/ 1323090 h 1410656"/>
                  <a:gd name="connsiteX46" fmla="*/ 3266643 w 5260975"/>
                  <a:gd name="connsiteY46" fmla="*/ 1331251 h 1410656"/>
                  <a:gd name="connsiteX47" fmla="*/ 3206921 w 5260975"/>
                  <a:gd name="connsiteY47" fmla="*/ 1344886 h 1410656"/>
                  <a:gd name="connsiteX48" fmla="*/ 3173123 w 5260975"/>
                  <a:gd name="connsiteY48" fmla="*/ 1354488 h 1410656"/>
                  <a:gd name="connsiteX49" fmla="*/ 3090646 w 5260975"/>
                  <a:gd name="connsiteY49" fmla="*/ 1365337 h 1410656"/>
                  <a:gd name="connsiteX50" fmla="*/ 3005480 w 5260975"/>
                  <a:gd name="connsiteY50" fmla="*/ 1375802 h 1410656"/>
                  <a:gd name="connsiteX51" fmla="*/ 2958721 w 5260975"/>
                  <a:gd name="connsiteY51" fmla="*/ 1379259 h 1410656"/>
                  <a:gd name="connsiteX52" fmla="*/ 2917915 w 5260975"/>
                  <a:gd name="connsiteY52" fmla="*/ 1384733 h 1410656"/>
                  <a:gd name="connsiteX53" fmla="*/ 2882389 w 5260975"/>
                  <a:gd name="connsiteY53" fmla="*/ 1388189 h 1410656"/>
                  <a:gd name="connsiteX54" fmla="*/ 2825837 w 5260975"/>
                  <a:gd name="connsiteY54" fmla="*/ 1395198 h 1410656"/>
                  <a:gd name="connsiteX55" fmla="*/ 2802313 w 5260975"/>
                  <a:gd name="connsiteY55" fmla="*/ 1397023 h 1410656"/>
                  <a:gd name="connsiteX56" fmla="*/ 2746816 w 5260975"/>
                  <a:gd name="connsiteY56" fmla="*/ 1396926 h 1410656"/>
                  <a:gd name="connsiteX57" fmla="*/ 2727517 w 5260975"/>
                  <a:gd name="connsiteY57" fmla="*/ 1395966 h 1410656"/>
                  <a:gd name="connsiteX58" fmla="*/ 2690359 w 5260975"/>
                  <a:gd name="connsiteY58" fmla="*/ 1384060 h 1410656"/>
                  <a:gd name="connsiteX59" fmla="*/ 2685943 w 5260975"/>
                  <a:gd name="connsiteY59" fmla="*/ 1383196 h 1410656"/>
                  <a:gd name="connsiteX60" fmla="*/ 2661554 w 5260975"/>
                  <a:gd name="connsiteY60" fmla="*/ 1378491 h 1410656"/>
                  <a:gd name="connsiteX61" fmla="*/ 2648208 w 5260975"/>
                  <a:gd name="connsiteY61" fmla="*/ 1376955 h 1410656"/>
                  <a:gd name="connsiteX62" fmla="*/ 2597512 w 5260975"/>
                  <a:gd name="connsiteY62" fmla="*/ 1367162 h 1410656"/>
                  <a:gd name="connsiteX63" fmla="*/ 2568324 w 5260975"/>
                  <a:gd name="connsiteY63" fmla="*/ 1362553 h 1410656"/>
                  <a:gd name="connsiteX64" fmla="*/ 2544704 w 5260975"/>
                  <a:gd name="connsiteY64" fmla="*/ 1363225 h 1410656"/>
                  <a:gd name="connsiteX65" fmla="*/ 2503225 w 5260975"/>
                  <a:gd name="connsiteY65" fmla="*/ 1364089 h 1410656"/>
                  <a:gd name="connsiteX66" fmla="*/ 2489975 w 5260975"/>
                  <a:gd name="connsiteY66" fmla="*/ 1366298 h 1410656"/>
                  <a:gd name="connsiteX67" fmla="*/ 2430061 w 5260975"/>
                  <a:gd name="connsiteY67" fmla="*/ 1359960 h 1410656"/>
                  <a:gd name="connsiteX68" fmla="*/ 2395880 w 5260975"/>
                  <a:gd name="connsiteY68" fmla="*/ 1359480 h 1410656"/>
                  <a:gd name="connsiteX69" fmla="*/ 2357378 w 5260975"/>
                  <a:gd name="connsiteY69" fmla="*/ 1351607 h 1410656"/>
                  <a:gd name="connsiteX70" fmla="*/ 2346145 w 5260975"/>
                  <a:gd name="connsiteY70" fmla="*/ 1351991 h 1410656"/>
                  <a:gd name="connsiteX71" fmla="*/ 2333567 w 5260975"/>
                  <a:gd name="connsiteY71" fmla="*/ 1352663 h 1410656"/>
                  <a:gd name="connsiteX72" fmla="*/ 2294968 w 5260975"/>
                  <a:gd name="connsiteY72" fmla="*/ 1353240 h 1410656"/>
                  <a:gd name="connsiteX73" fmla="*/ 2271540 w 5260975"/>
                  <a:gd name="connsiteY73" fmla="*/ 1356120 h 1410656"/>
                  <a:gd name="connsiteX74" fmla="*/ 2226895 w 5260975"/>
                  <a:gd name="connsiteY74" fmla="*/ 1354392 h 1410656"/>
                  <a:gd name="connsiteX75" fmla="*/ 2210379 w 5260975"/>
                  <a:gd name="connsiteY75" fmla="*/ 1356888 h 1410656"/>
                  <a:gd name="connsiteX76" fmla="*/ 2168613 w 5260975"/>
                  <a:gd name="connsiteY76" fmla="*/ 1357176 h 1410656"/>
                  <a:gd name="connsiteX77" fmla="*/ 2131167 w 5260975"/>
                  <a:gd name="connsiteY77" fmla="*/ 1355736 h 1410656"/>
                  <a:gd name="connsiteX78" fmla="*/ 2095065 w 5260975"/>
                  <a:gd name="connsiteY78" fmla="*/ 1356504 h 1410656"/>
                  <a:gd name="connsiteX79" fmla="*/ 2069237 w 5260975"/>
                  <a:gd name="connsiteY79" fmla="*/ 1359672 h 1410656"/>
                  <a:gd name="connsiteX80" fmla="*/ 2041201 w 5260975"/>
                  <a:gd name="connsiteY80" fmla="*/ 1361592 h 1410656"/>
                  <a:gd name="connsiteX81" fmla="*/ 1963909 w 5260975"/>
                  <a:gd name="connsiteY81" fmla="*/ 1373018 h 1410656"/>
                  <a:gd name="connsiteX82" fmla="*/ 1949603 w 5260975"/>
                  <a:gd name="connsiteY82" fmla="*/ 1370234 h 1410656"/>
                  <a:gd name="connsiteX83" fmla="*/ 1868373 w 5260975"/>
                  <a:gd name="connsiteY83" fmla="*/ 1367641 h 1410656"/>
                  <a:gd name="connsiteX84" fmla="*/ 1850707 w 5260975"/>
                  <a:gd name="connsiteY84" fmla="*/ 1367834 h 1410656"/>
                  <a:gd name="connsiteX85" fmla="*/ 1803275 w 5260975"/>
                  <a:gd name="connsiteY85" fmla="*/ 1356504 h 1410656"/>
                  <a:gd name="connsiteX86" fmla="*/ 1730112 w 5260975"/>
                  <a:gd name="connsiteY86" fmla="*/ 1374459 h 1410656"/>
                  <a:gd name="connsiteX87" fmla="*/ 1661652 w 5260975"/>
                  <a:gd name="connsiteY87" fmla="*/ 1396926 h 1410656"/>
                  <a:gd name="connsiteX88" fmla="*/ 1653011 w 5260975"/>
                  <a:gd name="connsiteY88" fmla="*/ 1399807 h 1410656"/>
                  <a:gd name="connsiteX89" fmla="*/ 1628431 w 5260975"/>
                  <a:gd name="connsiteY89" fmla="*/ 1404704 h 1410656"/>
                  <a:gd name="connsiteX90" fmla="*/ 1597995 w 5260975"/>
                  <a:gd name="connsiteY90" fmla="*/ 1406432 h 1410656"/>
                  <a:gd name="connsiteX91" fmla="*/ 1559396 w 5260975"/>
                  <a:gd name="connsiteY91" fmla="*/ 1410656 h 1410656"/>
                  <a:gd name="connsiteX92" fmla="*/ 1528480 w 5260975"/>
                  <a:gd name="connsiteY92" fmla="*/ 1405375 h 1410656"/>
                  <a:gd name="connsiteX93" fmla="*/ 1485272 w 5260975"/>
                  <a:gd name="connsiteY93" fmla="*/ 1397502 h 1410656"/>
                  <a:gd name="connsiteX94" fmla="*/ 1444562 w 5260975"/>
                  <a:gd name="connsiteY94" fmla="*/ 1390013 h 1410656"/>
                  <a:gd name="connsiteX95" fmla="*/ 1431696 w 5260975"/>
                  <a:gd name="connsiteY95" fmla="*/ 1398846 h 1410656"/>
                  <a:gd name="connsiteX96" fmla="*/ 1411821 w 5260975"/>
                  <a:gd name="connsiteY96" fmla="*/ 1406527 h 1410656"/>
                  <a:gd name="connsiteX97" fmla="*/ 1389738 w 5260975"/>
                  <a:gd name="connsiteY97" fmla="*/ 1397310 h 1410656"/>
                  <a:gd name="connsiteX98" fmla="*/ 1338081 w 5260975"/>
                  <a:gd name="connsiteY98" fmla="*/ 1378204 h 1410656"/>
                  <a:gd name="connsiteX99" fmla="*/ 1305436 w 5260975"/>
                  <a:gd name="connsiteY99" fmla="*/ 1377339 h 1410656"/>
                  <a:gd name="connsiteX100" fmla="*/ 1234481 w 5260975"/>
                  <a:gd name="connsiteY100" fmla="*/ 1369178 h 1410656"/>
                  <a:gd name="connsiteX101" fmla="*/ 1188106 w 5260975"/>
                  <a:gd name="connsiteY101" fmla="*/ 1357560 h 1410656"/>
                  <a:gd name="connsiteX102" fmla="*/ 1154790 w 5260975"/>
                  <a:gd name="connsiteY102" fmla="*/ 1344406 h 1410656"/>
                  <a:gd name="connsiteX103" fmla="*/ 1107069 w 5260975"/>
                  <a:gd name="connsiteY103" fmla="*/ 1327219 h 1410656"/>
                  <a:gd name="connsiteX104" fmla="*/ 1059158 w 5260975"/>
                  <a:gd name="connsiteY104" fmla="*/ 1318290 h 1410656"/>
                  <a:gd name="connsiteX105" fmla="*/ 1024496 w 5260975"/>
                  <a:gd name="connsiteY105" fmla="*/ 1307056 h 1410656"/>
                  <a:gd name="connsiteX106" fmla="*/ 982153 w 5260975"/>
                  <a:gd name="connsiteY106" fmla="*/ 1299374 h 1410656"/>
                  <a:gd name="connsiteX107" fmla="*/ 946628 w 5260975"/>
                  <a:gd name="connsiteY107" fmla="*/ 1299087 h 1410656"/>
                  <a:gd name="connsiteX108" fmla="*/ 890939 w 5260975"/>
                  <a:gd name="connsiteY108" fmla="*/ 1300431 h 1410656"/>
                  <a:gd name="connsiteX109" fmla="*/ 822769 w 5260975"/>
                  <a:gd name="connsiteY109" fmla="*/ 1277196 h 1410656"/>
                  <a:gd name="connsiteX110" fmla="*/ 795212 w 5260975"/>
                  <a:gd name="connsiteY110" fmla="*/ 1272010 h 1410656"/>
                  <a:gd name="connsiteX111" fmla="*/ 769288 w 5260975"/>
                  <a:gd name="connsiteY111" fmla="*/ 1269610 h 1410656"/>
                  <a:gd name="connsiteX112" fmla="*/ 714271 w 5260975"/>
                  <a:gd name="connsiteY112" fmla="*/ 1254152 h 1410656"/>
                  <a:gd name="connsiteX113" fmla="*/ 691900 w 5260975"/>
                  <a:gd name="connsiteY113" fmla="*/ 1249062 h 1410656"/>
                  <a:gd name="connsiteX114" fmla="*/ 660598 w 5260975"/>
                  <a:gd name="connsiteY114" fmla="*/ 1249159 h 1410656"/>
                  <a:gd name="connsiteX115" fmla="*/ 603662 w 5260975"/>
                  <a:gd name="connsiteY115" fmla="*/ 1242054 h 1410656"/>
                  <a:gd name="connsiteX116" fmla="*/ 546821 w 5260975"/>
                  <a:gd name="connsiteY116" fmla="*/ 1221314 h 1410656"/>
                  <a:gd name="connsiteX117" fmla="*/ 522721 w 5260975"/>
                  <a:gd name="connsiteY117" fmla="*/ 1223330 h 1410656"/>
                  <a:gd name="connsiteX118" fmla="*/ 514080 w 5260975"/>
                  <a:gd name="connsiteY118" fmla="*/ 1222851 h 1410656"/>
                  <a:gd name="connsiteX119" fmla="*/ 436404 w 5260975"/>
                  <a:gd name="connsiteY119" fmla="*/ 1211424 h 1410656"/>
                  <a:gd name="connsiteX120" fmla="*/ 428626 w 5260975"/>
                  <a:gd name="connsiteY120" fmla="*/ 1210177 h 1410656"/>
                  <a:gd name="connsiteX121" fmla="*/ 392141 w 5260975"/>
                  <a:gd name="connsiteY121" fmla="*/ 1199999 h 1410656"/>
                  <a:gd name="connsiteX122" fmla="*/ 300157 w 5260975"/>
                  <a:gd name="connsiteY122" fmla="*/ 1193662 h 1410656"/>
                  <a:gd name="connsiteX123" fmla="*/ 294493 w 5260975"/>
                  <a:gd name="connsiteY123" fmla="*/ 1192894 h 1410656"/>
                  <a:gd name="connsiteX124" fmla="*/ 263671 w 5260975"/>
                  <a:gd name="connsiteY124" fmla="*/ 1197982 h 1410656"/>
                  <a:gd name="connsiteX125" fmla="*/ 248406 w 5260975"/>
                  <a:gd name="connsiteY125" fmla="*/ 1205184 h 1410656"/>
                  <a:gd name="connsiteX126" fmla="*/ 224594 w 5260975"/>
                  <a:gd name="connsiteY126" fmla="*/ 1212673 h 1410656"/>
                  <a:gd name="connsiteX127" fmla="*/ 200398 w 5260975"/>
                  <a:gd name="connsiteY127" fmla="*/ 1215458 h 1410656"/>
                  <a:gd name="connsiteX128" fmla="*/ 159783 w 5260975"/>
                  <a:gd name="connsiteY128" fmla="*/ 1204127 h 1410656"/>
                  <a:gd name="connsiteX129" fmla="*/ 144997 w 5260975"/>
                  <a:gd name="connsiteY129" fmla="*/ 1202975 h 1410656"/>
                  <a:gd name="connsiteX130" fmla="*/ 112064 w 5260975"/>
                  <a:gd name="connsiteY130" fmla="*/ 1197503 h 1410656"/>
                  <a:gd name="connsiteX131" fmla="*/ 83259 w 5260975"/>
                  <a:gd name="connsiteY131" fmla="*/ 1197887 h 1410656"/>
                  <a:gd name="connsiteX132" fmla="*/ 60120 w 5260975"/>
                  <a:gd name="connsiteY132" fmla="*/ 1206624 h 1410656"/>
                  <a:gd name="connsiteX133" fmla="*/ 26514 w 5260975"/>
                  <a:gd name="connsiteY133" fmla="*/ 1208352 h 1410656"/>
                  <a:gd name="connsiteX134" fmla="*/ 4814 w 5260975"/>
                  <a:gd name="connsiteY134" fmla="*/ 1202015 h 1410656"/>
                  <a:gd name="connsiteX135" fmla="*/ 398 w 5260975"/>
                  <a:gd name="connsiteY135" fmla="*/ 1201152 h 1410656"/>
                  <a:gd name="connsiteX136" fmla="*/ 0 w 5260975"/>
                  <a:gd name="connsiteY136" fmla="*/ 1201150 h 1410656"/>
                  <a:gd name="connsiteX137" fmla="*/ 0 w 5260975"/>
                  <a:gd name="connsiteY137" fmla="*/ 1004512 h 1410656"/>
                  <a:gd name="connsiteX138" fmla="*/ 30355 w 5260975"/>
                  <a:gd name="connsiteY138" fmla="*/ 1002784 h 1410656"/>
                  <a:gd name="connsiteX139" fmla="*/ 52151 w 5260975"/>
                  <a:gd name="connsiteY139" fmla="*/ 997695 h 1410656"/>
                  <a:gd name="connsiteX140" fmla="*/ 64248 w 5260975"/>
                  <a:gd name="connsiteY140" fmla="*/ 994430 h 1410656"/>
                  <a:gd name="connsiteX141" fmla="*/ 126370 w 5260975"/>
                  <a:gd name="connsiteY141" fmla="*/ 985405 h 1410656"/>
                  <a:gd name="connsiteX142" fmla="*/ 154022 w 5260975"/>
                  <a:gd name="connsiteY142" fmla="*/ 975708 h 1410656"/>
                  <a:gd name="connsiteX143" fmla="*/ 161512 w 5260975"/>
                  <a:gd name="connsiteY143" fmla="*/ 974268 h 1410656"/>
                  <a:gd name="connsiteX144" fmla="*/ 202510 w 5260975"/>
                  <a:gd name="connsiteY144" fmla="*/ 978300 h 1410656"/>
                  <a:gd name="connsiteX145" fmla="*/ 233235 w 5260975"/>
                  <a:gd name="connsiteY145" fmla="*/ 993950 h 1410656"/>
                  <a:gd name="connsiteX146" fmla="*/ 239188 w 5260975"/>
                  <a:gd name="connsiteY146" fmla="*/ 999231 h 1410656"/>
                  <a:gd name="connsiteX147" fmla="*/ 324834 w 5260975"/>
                  <a:gd name="connsiteY147" fmla="*/ 997407 h 1410656"/>
                  <a:gd name="connsiteX148" fmla="*/ 337987 w 5260975"/>
                  <a:gd name="connsiteY148" fmla="*/ 995198 h 1410656"/>
                  <a:gd name="connsiteX149" fmla="*/ 401550 w 5260975"/>
                  <a:gd name="connsiteY149" fmla="*/ 1004416 h 1410656"/>
                  <a:gd name="connsiteX150" fmla="*/ 420081 w 5260975"/>
                  <a:gd name="connsiteY150" fmla="*/ 1006240 h 1410656"/>
                  <a:gd name="connsiteX151" fmla="*/ 486523 w 5260975"/>
                  <a:gd name="connsiteY151" fmla="*/ 1014498 h 1410656"/>
                  <a:gd name="connsiteX152" fmla="*/ 495932 w 5260975"/>
                  <a:gd name="connsiteY152" fmla="*/ 1006817 h 1410656"/>
                  <a:gd name="connsiteX153" fmla="*/ 523009 w 5260975"/>
                  <a:gd name="connsiteY153" fmla="*/ 987517 h 1410656"/>
                  <a:gd name="connsiteX154" fmla="*/ 576393 w 5260975"/>
                  <a:gd name="connsiteY154" fmla="*/ 970427 h 1410656"/>
                  <a:gd name="connsiteX155" fmla="*/ 590892 w 5260975"/>
                  <a:gd name="connsiteY155" fmla="*/ 971387 h 1410656"/>
                  <a:gd name="connsiteX156" fmla="*/ 627569 w 5260975"/>
                  <a:gd name="connsiteY156" fmla="*/ 999904 h 1410656"/>
                  <a:gd name="connsiteX157" fmla="*/ 645429 w 5260975"/>
                  <a:gd name="connsiteY157" fmla="*/ 1011329 h 1410656"/>
                  <a:gd name="connsiteX158" fmla="*/ 696125 w 5260975"/>
                  <a:gd name="connsiteY158" fmla="*/ 1032356 h 1410656"/>
                  <a:gd name="connsiteX159" fmla="*/ 700349 w 5260975"/>
                  <a:gd name="connsiteY159" fmla="*/ 1036197 h 1410656"/>
                  <a:gd name="connsiteX160" fmla="*/ 737795 w 5260975"/>
                  <a:gd name="connsiteY160" fmla="*/ 1081804 h 1410656"/>
                  <a:gd name="connsiteX161" fmla="*/ 746244 w 5260975"/>
                  <a:gd name="connsiteY161" fmla="*/ 1089581 h 1410656"/>
                  <a:gd name="connsiteX162" fmla="*/ 756422 w 5260975"/>
                  <a:gd name="connsiteY162" fmla="*/ 1101680 h 1410656"/>
                  <a:gd name="connsiteX163" fmla="*/ 788202 w 5260975"/>
                  <a:gd name="connsiteY163" fmla="*/ 1125108 h 1410656"/>
                  <a:gd name="connsiteX164" fmla="*/ 827569 w 5260975"/>
                  <a:gd name="connsiteY164" fmla="*/ 1132596 h 1410656"/>
                  <a:gd name="connsiteX165" fmla="*/ 875097 w 5260975"/>
                  <a:gd name="connsiteY165" fmla="*/ 1144022 h 1410656"/>
                  <a:gd name="connsiteX166" fmla="*/ 894972 w 5260975"/>
                  <a:gd name="connsiteY166" fmla="*/ 1151704 h 1410656"/>
                  <a:gd name="connsiteX167" fmla="*/ 948260 w 5260975"/>
                  <a:gd name="connsiteY167" fmla="*/ 1166298 h 1410656"/>
                  <a:gd name="connsiteX168" fmla="*/ 986282 w 5260975"/>
                  <a:gd name="connsiteY168" fmla="*/ 1178588 h 1410656"/>
                  <a:gd name="connsiteX169" fmla="*/ 1041107 w 5260975"/>
                  <a:gd name="connsiteY169" fmla="*/ 1185789 h 1410656"/>
                  <a:gd name="connsiteX170" fmla="*/ 1067703 w 5260975"/>
                  <a:gd name="connsiteY170" fmla="*/ 1186076 h 1410656"/>
                  <a:gd name="connsiteX171" fmla="*/ 1116574 w 5260975"/>
                  <a:gd name="connsiteY171" fmla="*/ 1222946 h 1410656"/>
                  <a:gd name="connsiteX172" fmla="*/ 1155557 w 5260975"/>
                  <a:gd name="connsiteY172" fmla="*/ 1247335 h 1410656"/>
                  <a:gd name="connsiteX173" fmla="*/ 1196556 w 5260975"/>
                  <a:gd name="connsiteY173" fmla="*/ 1235525 h 1410656"/>
                  <a:gd name="connsiteX174" fmla="*/ 1207693 w 5260975"/>
                  <a:gd name="connsiteY174" fmla="*/ 1224387 h 1410656"/>
                  <a:gd name="connsiteX175" fmla="*/ 1274904 w 5260975"/>
                  <a:gd name="connsiteY175" fmla="*/ 1213826 h 1410656"/>
                  <a:gd name="connsiteX176" fmla="*/ 1370919 w 5260975"/>
                  <a:gd name="connsiteY176" fmla="*/ 1213442 h 1410656"/>
                  <a:gd name="connsiteX177" fmla="*/ 1530593 w 5260975"/>
                  <a:gd name="connsiteY177" fmla="*/ 1189437 h 1410656"/>
                  <a:gd name="connsiteX178" fmla="*/ 1558436 w 5260975"/>
                  <a:gd name="connsiteY178" fmla="*/ 1178299 h 1410656"/>
                  <a:gd name="connsiteX179" fmla="*/ 1589737 w 5260975"/>
                  <a:gd name="connsiteY179" fmla="*/ 1175515 h 1410656"/>
                  <a:gd name="connsiteX180" fmla="*/ 1601740 w 5260975"/>
                  <a:gd name="connsiteY180" fmla="*/ 1182333 h 1410656"/>
                  <a:gd name="connsiteX181" fmla="*/ 1654259 w 5260975"/>
                  <a:gd name="connsiteY181" fmla="*/ 1192510 h 1410656"/>
                  <a:gd name="connsiteX182" fmla="*/ 1664246 w 5260975"/>
                  <a:gd name="connsiteY182" fmla="*/ 1192702 h 1410656"/>
                  <a:gd name="connsiteX183" fmla="*/ 1698427 w 5260975"/>
                  <a:gd name="connsiteY183" fmla="*/ 1188381 h 1410656"/>
                  <a:gd name="connsiteX184" fmla="*/ 1730112 w 5260975"/>
                  <a:gd name="connsiteY184" fmla="*/ 1185885 h 1410656"/>
                  <a:gd name="connsiteX185" fmla="*/ 1809996 w 5260975"/>
                  <a:gd name="connsiteY185" fmla="*/ 1194046 h 1410656"/>
                  <a:gd name="connsiteX186" fmla="*/ 1871254 w 5260975"/>
                  <a:gd name="connsiteY186" fmla="*/ 1192126 h 1410656"/>
                  <a:gd name="connsiteX187" fmla="*/ 1899482 w 5260975"/>
                  <a:gd name="connsiteY187" fmla="*/ 1194046 h 1410656"/>
                  <a:gd name="connsiteX188" fmla="*/ 1915420 w 5260975"/>
                  <a:gd name="connsiteY188" fmla="*/ 1196927 h 1410656"/>
                  <a:gd name="connsiteX189" fmla="*/ 1951522 w 5260975"/>
                  <a:gd name="connsiteY189" fmla="*/ 1216994 h 1410656"/>
                  <a:gd name="connsiteX190" fmla="*/ 1971302 w 5260975"/>
                  <a:gd name="connsiteY190" fmla="*/ 1221507 h 1410656"/>
                  <a:gd name="connsiteX191" fmla="*/ 2030831 w 5260975"/>
                  <a:gd name="connsiteY191" fmla="*/ 1221123 h 1410656"/>
                  <a:gd name="connsiteX192" fmla="*/ 2120125 w 5260975"/>
                  <a:gd name="connsiteY192" fmla="*/ 1190878 h 1410656"/>
                  <a:gd name="connsiteX193" fmla="*/ 2129439 w 5260975"/>
                  <a:gd name="connsiteY193" fmla="*/ 1186845 h 1410656"/>
                  <a:gd name="connsiteX194" fmla="*/ 2174854 w 5260975"/>
                  <a:gd name="connsiteY194" fmla="*/ 1181852 h 1410656"/>
                  <a:gd name="connsiteX195" fmla="*/ 2205674 w 5260975"/>
                  <a:gd name="connsiteY195" fmla="*/ 1188669 h 1410656"/>
                  <a:gd name="connsiteX196" fmla="*/ 2247634 w 5260975"/>
                  <a:gd name="connsiteY196" fmla="*/ 1202784 h 1410656"/>
                  <a:gd name="connsiteX197" fmla="*/ 2285367 w 5260975"/>
                  <a:gd name="connsiteY197" fmla="*/ 1214594 h 1410656"/>
                  <a:gd name="connsiteX198" fmla="*/ 2312827 w 5260975"/>
                  <a:gd name="connsiteY198" fmla="*/ 1227939 h 1410656"/>
                  <a:gd name="connsiteX199" fmla="*/ 2375622 w 5260975"/>
                  <a:gd name="connsiteY199" fmla="*/ 1237733 h 1410656"/>
                  <a:gd name="connsiteX200" fmla="*/ 2382151 w 5260975"/>
                  <a:gd name="connsiteY200" fmla="*/ 1239365 h 1410656"/>
                  <a:gd name="connsiteX201" fmla="*/ 2429390 w 5260975"/>
                  <a:gd name="connsiteY201" fmla="*/ 1227459 h 1410656"/>
                  <a:gd name="connsiteX202" fmla="*/ 2486134 w 5260975"/>
                  <a:gd name="connsiteY202" fmla="*/ 1215362 h 1410656"/>
                  <a:gd name="connsiteX203" fmla="*/ 2506394 w 5260975"/>
                  <a:gd name="connsiteY203" fmla="*/ 1219490 h 1410656"/>
                  <a:gd name="connsiteX204" fmla="*/ 2534142 w 5260975"/>
                  <a:gd name="connsiteY204" fmla="*/ 1225347 h 1410656"/>
                  <a:gd name="connsiteX205" fmla="*/ 2559874 w 5260975"/>
                  <a:gd name="connsiteY205" fmla="*/ 1222275 h 1410656"/>
                  <a:gd name="connsiteX206" fmla="*/ 2575525 w 5260975"/>
                  <a:gd name="connsiteY206" fmla="*/ 1221987 h 1410656"/>
                  <a:gd name="connsiteX207" fmla="*/ 2646960 w 5260975"/>
                  <a:gd name="connsiteY207" fmla="*/ 1257896 h 1410656"/>
                  <a:gd name="connsiteX208" fmla="*/ 2665107 w 5260975"/>
                  <a:gd name="connsiteY208" fmla="*/ 1260873 h 1410656"/>
                  <a:gd name="connsiteX209" fmla="*/ 2675381 w 5260975"/>
                  <a:gd name="connsiteY209" fmla="*/ 1265290 h 1410656"/>
                  <a:gd name="connsiteX210" fmla="*/ 2737311 w 5260975"/>
                  <a:gd name="connsiteY210" fmla="*/ 1309841 h 1410656"/>
                  <a:gd name="connsiteX211" fmla="*/ 2763619 w 5260975"/>
                  <a:gd name="connsiteY211" fmla="*/ 1318866 h 1410656"/>
                  <a:gd name="connsiteX212" fmla="*/ 2792519 w 5260975"/>
                  <a:gd name="connsiteY212" fmla="*/ 1317041 h 1410656"/>
                  <a:gd name="connsiteX213" fmla="*/ 2809226 w 5260975"/>
                  <a:gd name="connsiteY213" fmla="*/ 1313777 h 1410656"/>
                  <a:gd name="connsiteX214" fmla="*/ 2850705 w 5260975"/>
                  <a:gd name="connsiteY214" fmla="*/ 1285452 h 1410656"/>
                  <a:gd name="connsiteX215" fmla="*/ 2874324 w 5260975"/>
                  <a:gd name="connsiteY215" fmla="*/ 1286413 h 1410656"/>
                  <a:gd name="connsiteX216" fmla="*/ 2911194 w 5260975"/>
                  <a:gd name="connsiteY216" fmla="*/ 1305903 h 1410656"/>
                  <a:gd name="connsiteX217" fmla="*/ 2978116 w 5260975"/>
                  <a:gd name="connsiteY217" fmla="*/ 1314641 h 1410656"/>
                  <a:gd name="connsiteX218" fmla="*/ 3012106 w 5260975"/>
                  <a:gd name="connsiteY218" fmla="*/ 1287373 h 1410656"/>
                  <a:gd name="connsiteX219" fmla="*/ 3029676 w 5260975"/>
                  <a:gd name="connsiteY219" fmla="*/ 1261161 h 1410656"/>
                  <a:gd name="connsiteX220" fmla="*/ 3080469 w 5260975"/>
                  <a:gd name="connsiteY220" fmla="*/ 1230724 h 1410656"/>
                  <a:gd name="connsiteX221" fmla="*/ 3092567 w 5260975"/>
                  <a:gd name="connsiteY221" fmla="*/ 1242054 h 1410656"/>
                  <a:gd name="connsiteX222" fmla="*/ 3129821 w 5260975"/>
                  <a:gd name="connsiteY222" fmla="*/ 1246855 h 1410656"/>
                  <a:gd name="connsiteX223" fmla="*/ 3170147 w 5260975"/>
                  <a:gd name="connsiteY223" fmla="*/ 1246471 h 1410656"/>
                  <a:gd name="connsiteX224" fmla="*/ 3240429 w 5260975"/>
                  <a:gd name="connsiteY224" fmla="*/ 1251559 h 1410656"/>
                  <a:gd name="connsiteX225" fmla="*/ 3287189 w 5260975"/>
                  <a:gd name="connsiteY225" fmla="*/ 1222466 h 1410656"/>
                  <a:gd name="connsiteX226" fmla="*/ 3305049 w 5260975"/>
                  <a:gd name="connsiteY226" fmla="*/ 1210465 h 1410656"/>
                  <a:gd name="connsiteX227" fmla="*/ 3321755 w 5260975"/>
                  <a:gd name="connsiteY227" fmla="*/ 1202784 h 1410656"/>
                  <a:gd name="connsiteX228" fmla="*/ 3341055 w 5260975"/>
                  <a:gd name="connsiteY228" fmla="*/ 1198463 h 1410656"/>
                  <a:gd name="connsiteX229" fmla="*/ 3387621 w 5260975"/>
                  <a:gd name="connsiteY229" fmla="*/ 1182140 h 1410656"/>
                  <a:gd name="connsiteX230" fmla="*/ 3413161 w 5260975"/>
                  <a:gd name="connsiteY230" fmla="*/ 1166105 h 1410656"/>
                  <a:gd name="connsiteX231" fmla="*/ 3470579 w 5260975"/>
                  <a:gd name="connsiteY231" fmla="*/ 1150647 h 1410656"/>
                  <a:gd name="connsiteX232" fmla="*/ 3509657 w 5260975"/>
                  <a:gd name="connsiteY232" fmla="*/ 1136821 h 1410656"/>
                  <a:gd name="connsiteX233" fmla="*/ 3550847 w 5260975"/>
                  <a:gd name="connsiteY233" fmla="*/ 1113009 h 1410656"/>
                  <a:gd name="connsiteX234" fmla="*/ 3556608 w 5260975"/>
                  <a:gd name="connsiteY234" fmla="*/ 1109361 h 1410656"/>
                  <a:gd name="connsiteX235" fmla="*/ 3570435 w 5260975"/>
                  <a:gd name="connsiteY235" fmla="*/ 1093710 h 1410656"/>
                  <a:gd name="connsiteX236" fmla="*/ 3590501 w 5260975"/>
                  <a:gd name="connsiteY236" fmla="*/ 1039846 h 1410656"/>
                  <a:gd name="connsiteX237" fmla="*/ 3596263 w 5260975"/>
                  <a:gd name="connsiteY237" fmla="*/ 1028900 h 1410656"/>
                  <a:gd name="connsiteX238" fmla="*/ 3648591 w 5260975"/>
                  <a:gd name="connsiteY238" fmla="*/ 992030 h 1410656"/>
                  <a:gd name="connsiteX239" fmla="*/ 3667986 w 5260975"/>
                  <a:gd name="connsiteY239" fmla="*/ 995487 h 1410656"/>
                  <a:gd name="connsiteX240" fmla="*/ 3689397 w 5260975"/>
                  <a:gd name="connsiteY240" fmla="*/ 1007585 h 1410656"/>
                  <a:gd name="connsiteX241" fmla="*/ 3736349 w 5260975"/>
                  <a:gd name="connsiteY241" fmla="*/ 1010753 h 1410656"/>
                  <a:gd name="connsiteX242" fmla="*/ 3753919 w 5260975"/>
                  <a:gd name="connsiteY242" fmla="*/ 1004513 h 1410656"/>
                  <a:gd name="connsiteX243" fmla="*/ 3784643 w 5260975"/>
                  <a:gd name="connsiteY243" fmla="*/ 987710 h 1410656"/>
                  <a:gd name="connsiteX244" fmla="*/ 3808359 w 5260975"/>
                  <a:gd name="connsiteY244" fmla="*/ 961689 h 1410656"/>
                  <a:gd name="connsiteX245" fmla="*/ 3842829 w 5260975"/>
                  <a:gd name="connsiteY245" fmla="*/ 918674 h 1410656"/>
                  <a:gd name="connsiteX246" fmla="*/ 3908983 w 5260975"/>
                  <a:gd name="connsiteY246" fmla="*/ 902256 h 1410656"/>
                  <a:gd name="connsiteX247" fmla="*/ 3934428 w 5260975"/>
                  <a:gd name="connsiteY247" fmla="*/ 896783 h 1410656"/>
                  <a:gd name="connsiteX248" fmla="*/ 4026987 w 5260975"/>
                  <a:gd name="connsiteY248" fmla="*/ 873835 h 1410656"/>
                  <a:gd name="connsiteX249" fmla="*/ 4035051 w 5260975"/>
                  <a:gd name="connsiteY249" fmla="*/ 873067 h 1410656"/>
                  <a:gd name="connsiteX250" fmla="*/ 4099189 w 5260975"/>
                  <a:gd name="connsiteY250" fmla="*/ 846664 h 1410656"/>
                  <a:gd name="connsiteX251" fmla="*/ 4114647 w 5260975"/>
                  <a:gd name="connsiteY251" fmla="*/ 840134 h 1410656"/>
                  <a:gd name="connsiteX252" fmla="*/ 4133563 w 5260975"/>
                  <a:gd name="connsiteY252" fmla="*/ 823427 h 1410656"/>
                  <a:gd name="connsiteX253" fmla="*/ 4151039 w 5260975"/>
                  <a:gd name="connsiteY253" fmla="*/ 776284 h 1410656"/>
                  <a:gd name="connsiteX254" fmla="*/ 4171489 w 5260975"/>
                  <a:gd name="connsiteY254" fmla="*/ 754776 h 1410656"/>
                  <a:gd name="connsiteX255" fmla="*/ 4186372 w 5260975"/>
                  <a:gd name="connsiteY255" fmla="*/ 741718 h 1410656"/>
                  <a:gd name="connsiteX256" fmla="*/ 4199429 w 5260975"/>
                  <a:gd name="connsiteY256" fmla="*/ 721940 h 1410656"/>
                  <a:gd name="connsiteX257" fmla="*/ 4212487 w 5260975"/>
                  <a:gd name="connsiteY257" fmla="*/ 674604 h 1410656"/>
                  <a:gd name="connsiteX258" fmla="*/ 4232555 w 5260975"/>
                  <a:gd name="connsiteY258" fmla="*/ 632645 h 1410656"/>
                  <a:gd name="connsiteX259" fmla="*/ 4268657 w 5260975"/>
                  <a:gd name="connsiteY259" fmla="*/ 609410 h 1410656"/>
                  <a:gd name="connsiteX260" fmla="*/ 4291028 w 5260975"/>
                  <a:gd name="connsiteY260" fmla="*/ 597216 h 1410656"/>
                  <a:gd name="connsiteX261" fmla="*/ 4379651 w 5260975"/>
                  <a:gd name="connsiteY261" fmla="*/ 609506 h 1410656"/>
                  <a:gd name="connsiteX262" fmla="*/ 4440139 w 5260975"/>
                  <a:gd name="connsiteY262" fmla="*/ 621507 h 1410656"/>
                  <a:gd name="connsiteX263" fmla="*/ 4460015 w 5260975"/>
                  <a:gd name="connsiteY263" fmla="*/ 616899 h 1410656"/>
                  <a:gd name="connsiteX264" fmla="*/ 4516183 w 5260975"/>
                  <a:gd name="connsiteY264" fmla="*/ 577724 h 1410656"/>
                  <a:gd name="connsiteX265" fmla="*/ 4571681 w 5260975"/>
                  <a:gd name="connsiteY265" fmla="*/ 560250 h 1410656"/>
                  <a:gd name="connsiteX266" fmla="*/ 4613447 w 5260975"/>
                  <a:gd name="connsiteY266" fmla="*/ 555257 h 1410656"/>
                  <a:gd name="connsiteX267" fmla="*/ 4649355 w 5260975"/>
                  <a:gd name="connsiteY267" fmla="*/ 551417 h 1410656"/>
                  <a:gd name="connsiteX268" fmla="*/ 4692467 w 5260975"/>
                  <a:gd name="connsiteY268" fmla="*/ 540663 h 1410656"/>
                  <a:gd name="connsiteX269" fmla="*/ 4716855 w 5260975"/>
                  <a:gd name="connsiteY269" fmla="*/ 528949 h 1410656"/>
                  <a:gd name="connsiteX270" fmla="*/ 4755645 w 5260975"/>
                  <a:gd name="connsiteY270" fmla="*/ 512147 h 1410656"/>
                  <a:gd name="connsiteX271" fmla="*/ 4795395 w 5260975"/>
                  <a:gd name="connsiteY271" fmla="*/ 490351 h 1410656"/>
                  <a:gd name="connsiteX272" fmla="*/ 4825928 w 5260975"/>
                  <a:gd name="connsiteY272" fmla="*/ 459818 h 1410656"/>
                  <a:gd name="connsiteX273" fmla="*/ 4842347 w 5260975"/>
                  <a:gd name="connsiteY273" fmla="*/ 434086 h 1410656"/>
                  <a:gd name="connsiteX274" fmla="*/ 4890451 w 5260975"/>
                  <a:gd name="connsiteY274" fmla="*/ 397216 h 1410656"/>
                  <a:gd name="connsiteX275" fmla="*/ 4933945 w 5260975"/>
                  <a:gd name="connsiteY275" fmla="*/ 327701 h 1410656"/>
                  <a:gd name="connsiteX276" fmla="*/ 4961214 w 5260975"/>
                  <a:gd name="connsiteY276" fmla="*/ 298801 h 1410656"/>
                  <a:gd name="connsiteX277" fmla="*/ 4976672 w 5260975"/>
                  <a:gd name="connsiteY277" fmla="*/ 290639 h 1410656"/>
                  <a:gd name="connsiteX278" fmla="*/ 5002979 w 5260975"/>
                  <a:gd name="connsiteY278" fmla="*/ 270573 h 1410656"/>
                  <a:gd name="connsiteX279" fmla="*/ 5018535 w 5260975"/>
                  <a:gd name="connsiteY279" fmla="*/ 255690 h 1410656"/>
                  <a:gd name="connsiteX280" fmla="*/ 5061069 w 5260975"/>
                  <a:gd name="connsiteY280" fmla="*/ 200961 h 1410656"/>
                  <a:gd name="connsiteX281" fmla="*/ 5074127 w 5260975"/>
                  <a:gd name="connsiteY281" fmla="*/ 184735 h 1410656"/>
                  <a:gd name="connsiteX282" fmla="*/ 5101108 w 5260975"/>
                  <a:gd name="connsiteY282" fmla="*/ 156891 h 1410656"/>
                  <a:gd name="connsiteX283" fmla="*/ 5112918 w 5260975"/>
                  <a:gd name="connsiteY283" fmla="*/ 148441 h 1410656"/>
                  <a:gd name="connsiteX284" fmla="*/ 5133753 w 5260975"/>
                  <a:gd name="connsiteY284" fmla="*/ 125782 h 1410656"/>
                  <a:gd name="connsiteX285" fmla="*/ 5183393 w 5260975"/>
                  <a:gd name="connsiteY285" fmla="*/ 66348 h 1410656"/>
                  <a:gd name="connsiteX286" fmla="*/ 5204709 w 5260975"/>
                  <a:gd name="connsiteY286" fmla="*/ 33030 h 1410656"/>
                  <a:gd name="connsiteX287" fmla="*/ 5247243 w 5260975"/>
                  <a:gd name="connsiteY287" fmla="*/ 8451 h 141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</a:cxnLst>
                <a:rect l="l" t="t" r="r" b="b"/>
                <a:pathLst>
                  <a:path w="5260975" h="1410656">
                    <a:moveTo>
                      <a:pt x="5260975" y="0"/>
                    </a:moveTo>
                    <a:lnTo>
                      <a:pt x="5260975" y="221634"/>
                    </a:lnTo>
                    <a:lnTo>
                      <a:pt x="5226503" y="237063"/>
                    </a:lnTo>
                    <a:cubicBezTo>
                      <a:pt x="5219783" y="239848"/>
                      <a:pt x="5212389" y="241384"/>
                      <a:pt x="5206341" y="245128"/>
                    </a:cubicBezTo>
                    <a:cubicBezTo>
                      <a:pt x="5178495" y="262219"/>
                      <a:pt x="5151515" y="280654"/>
                      <a:pt x="5123287" y="297073"/>
                    </a:cubicBezTo>
                    <a:cubicBezTo>
                      <a:pt x="5094195" y="314067"/>
                      <a:pt x="5068175" y="334134"/>
                      <a:pt x="5048107" y="361307"/>
                    </a:cubicBezTo>
                    <a:cubicBezTo>
                      <a:pt x="5029480" y="386559"/>
                      <a:pt x="5011429" y="412194"/>
                      <a:pt x="4992899" y="437542"/>
                    </a:cubicBezTo>
                    <a:cubicBezTo>
                      <a:pt x="4988194" y="443975"/>
                      <a:pt x="4983873" y="451561"/>
                      <a:pt x="4977440" y="455690"/>
                    </a:cubicBezTo>
                    <a:cubicBezTo>
                      <a:pt x="4964094" y="464331"/>
                      <a:pt x="4949499" y="471340"/>
                      <a:pt x="4935193" y="478445"/>
                    </a:cubicBezTo>
                    <a:cubicBezTo>
                      <a:pt x="4922903" y="484494"/>
                      <a:pt x="4909845" y="489006"/>
                      <a:pt x="4897844" y="495535"/>
                    </a:cubicBezTo>
                    <a:cubicBezTo>
                      <a:pt x="4888243" y="500721"/>
                      <a:pt x="4879697" y="507922"/>
                      <a:pt x="4870767" y="514451"/>
                    </a:cubicBezTo>
                    <a:cubicBezTo>
                      <a:pt x="4862990" y="520115"/>
                      <a:pt x="4854445" y="525012"/>
                      <a:pt x="4847916" y="531830"/>
                    </a:cubicBezTo>
                    <a:cubicBezTo>
                      <a:pt x="4831977" y="548344"/>
                      <a:pt x="4815942" y="564571"/>
                      <a:pt x="4796163" y="576765"/>
                    </a:cubicBezTo>
                    <a:cubicBezTo>
                      <a:pt x="4776672" y="588862"/>
                      <a:pt x="4758237" y="602401"/>
                      <a:pt x="4738843" y="614691"/>
                    </a:cubicBezTo>
                    <a:cubicBezTo>
                      <a:pt x="4719831" y="626693"/>
                      <a:pt x="4702645" y="639846"/>
                      <a:pt x="4692755" y="661162"/>
                    </a:cubicBezTo>
                    <a:cubicBezTo>
                      <a:pt x="4688339" y="670571"/>
                      <a:pt x="4682097" y="680845"/>
                      <a:pt x="4673744" y="686318"/>
                    </a:cubicBezTo>
                    <a:cubicBezTo>
                      <a:pt x="4661838" y="694095"/>
                      <a:pt x="4646764" y="696880"/>
                      <a:pt x="4633801" y="703505"/>
                    </a:cubicBezTo>
                    <a:cubicBezTo>
                      <a:pt x="4618535" y="711282"/>
                      <a:pt x="4600869" y="718003"/>
                      <a:pt x="4590499" y="730389"/>
                    </a:cubicBezTo>
                    <a:cubicBezTo>
                      <a:pt x="4581281" y="741431"/>
                      <a:pt x="4571968" y="750072"/>
                      <a:pt x="4559773" y="757081"/>
                    </a:cubicBezTo>
                    <a:cubicBezTo>
                      <a:pt x="4551229" y="761978"/>
                      <a:pt x="4544892" y="770907"/>
                      <a:pt x="4536059" y="774940"/>
                    </a:cubicBezTo>
                    <a:cubicBezTo>
                      <a:pt x="4524441" y="780317"/>
                      <a:pt x="4512727" y="784542"/>
                      <a:pt x="4502549" y="792895"/>
                    </a:cubicBezTo>
                    <a:cubicBezTo>
                      <a:pt x="4491987" y="801536"/>
                      <a:pt x="4479986" y="808353"/>
                      <a:pt x="4468944" y="816419"/>
                    </a:cubicBezTo>
                    <a:cubicBezTo>
                      <a:pt x="4463087" y="820739"/>
                      <a:pt x="4458286" y="826404"/>
                      <a:pt x="4452622" y="830917"/>
                    </a:cubicBezTo>
                    <a:cubicBezTo>
                      <a:pt x="4442252" y="839174"/>
                      <a:pt x="4431690" y="847239"/>
                      <a:pt x="4421032" y="855016"/>
                    </a:cubicBezTo>
                    <a:cubicBezTo>
                      <a:pt x="4410375" y="862794"/>
                      <a:pt x="4400197" y="871819"/>
                      <a:pt x="4388483" y="877484"/>
                    </a:cubicBezTo>
                    <a:cubicBezTo>
                      <a:pt x="4368513" y="887086"/>
                      <a:pt x="4346717" y="892847"/>
                      <a:pt x="4327321" y="903216"/>
                    </a:cubicBezTo>
                    <a:cubicBezTo>
                      <a:pt x="4307639" y="913777"/>
                      <a:pt x="4289107" y="927028"/>
                      <a:pt x="4271633" y="941046"/>
                    </a:cubicBezTo>
                    <a:cubicBezTo>
                      <a:pt x="4257807" y="952088"/>
                      <a:pt x="4244845" y="963034"/>
                      <a:pt x="4227465" y="968698"/>
                    </a:cubicBezTo>
                    <a:cubicBezTo>
                      <a:pt x="4217768" y="971867"/>
                      <a:pt x="4207591" y="978780"/>
                      <a:pt x="4201733" y="986846"/>
                    </a:cubicBezTo>
                    <a:cubicBezTo>
                      <a:pt x="4189059" y="1004416"/>
                      <a:pt x="4172833" y="1016802"/>
                      <a:pt x="4154494" y="1027364"/>
                    </a:cubicBezTo>
                    <a:cubicBezTo>
                      <a:pt x="4130010" y="1041574"/>
                      <a:pt x="4105814" y="1056072"/>
                      <a:pt x="4081234" y="1069994"/>
                    </a:cubicBezTo>
                    <a:cubicBezTo>
                      <a:pt x="4066737" y="1078252"/>
                      <a:pt x="4052335" y="1086989"/>
                      <a:pt x="4036971" y="1093038"/>
                    </a:cubicBezTo>
                    <a:cubicBezTo>
                      <a:pt x="4005575" y="1105520"/>
                      <a:pt x="3973410" y="1116177"/>
                      <a:pt x="3941725" y="1127796"/>
                    </a:cubicBezTo>
                    <a:cubicBezTo>
                      <a:pt x="3931355" y="1131540"/>
                      <a:pt x="3921561" y="1136917"/>
                      <a:pt x="3910999" y="1140182"/>
                    </a:cubicBezTo>
                    <a:cubicBezTo>
                      <a:pt x="3899573" y="1143734"/>
                      <a:pt x="3887285" y="1144790"/>
                      <a:pt x="3875859" y="1148343"/>
                    </a:cubicBezTo>
                    <a:cubicBezTo>
                      <a:pt x="3856847" y="1154199"/>
                      <a:pt x="3838412" y="1161689"/>
                      <a:pt x="3819401" y="1167642"/>
                    </a:cubicBezTo>
                    <a:cubicBezTo>
                      <a:pt x="3782723" y="1179068"/>
                      <a:pt x="3745949" y="1190014"/>
                      <a:pt x="3709176" y="1200863"/>
                    </a:cubicBezTo>
                    <a:cubicBezTo>
                      <a:pt x="3701303" y="1203168"/>
                      <a:pt x="3692757" y="1203456"/>
                      <a:pt x="3684981" y="1205952"/>
                    </a:cubicBezTo>
                    <a:cubicBezTo>
                      <a:pt x="3664337" y="1212673"/>
                      <a:pt x="3643789" y="1219970"/>
                      <a:pt x="3623338" y="1227363"/>
                    </a:cubicBezTo>
                    <a:cubicBezTo>
                      <a:pt x="3610953" y="1231876"/>
                      <a:pt x="3598854" y="1237445"/>
                      <a:pt x="3586373" y="1241765"/>
                    </a:cubicBezTo>
                    <a:cubicBezTo>
                      <a:pt x="3576387" y="1245222"/>
                      <a:pt x="3566113" y="1247910"/>
                      <a:pt x="3555743" y="1250023"/>
                    </a:cubicBezTo>
                    <a:cubicBezTo>
                      <a:pt x="3546814" y="1251848"/>
                      <a:pt x="3537501" y="1251655"/>
                      <a:pt x="3528667" y="1253864"/>
                    </a:cubicBezTo>
                    <a:cubicBezTo>
                      <a:pt x="3504759" y="1259816"/>
                      <a:pt x="3481140" y="1266538"/>
                      <a:pt x="3457424" y="1272874"/>
                    </a:cubicBezTo>
                    <a:cubicBezTo>
                      <a:pt x="3447919" y="1275371"/>
                      <a:pt x="3438221" y="1277196"/>
                      <a:pt x="3429003" y="1280364"/>
                    </a:cubicBezTo>
                    <a:cubicBezTo>
                      <a:pt x="3404327" y="1288717"/>
                      <a:pt x="3380036" y="1298222"/>
                      <a:pt x="3355264" y="1306096"/>
                    </a:cubicBezTo>
                    <a:cubicBezTo>
                      <a:pt x="3334717" y="1312625"/>
                      <a:pt x="3313593" y="1317329"/>
                      <a:pt x="3292757" y="1323090"/>
                    </a:cubicBezTo>
                    <a:cubicBezTo>
                      <a:pt x="3283924" y="1325587"/>
                      <a:pt x="3275475" y="1329140"/>
                      <a:pt x="3266643" y="1331251"/>
                    </a:cubicBezTo>
                    <a:cubicBezTo>
                      <a:pt x="3246863" y="1336053"/>
                      <a:pt x="3226796" y="1340085"/>
                      <a:pt x="3206921" y="1344886"/>
                    </a:cubicBezTo>
                    <a:cubicBezTo>
                      <a:pt x="3195590" y="1347670"/>
                      <a:pt x="3184645" y="1352663"/>
                      <a:pt x="3173123" y="1354488"/>
                    </a:cubicBezTo>
                    <a:cubicBezTo>
                      <a:pt x="3145759" y="1358808"/>
                      <a:pt x="3118203" y="1361880"/>
                      <a:pt x="3090646" y="1365337"/>
                    </a:cubicBezTo>
                    <a:cubicBezTo>
                      <a:pt x="3062227" y="1368889"/>
                      <a:pt x="3033902" y="1372634"/>
                      <a:pt x="3005480" y="1375802"/>
                    </a:cubicBezTo>
                    <a:cubicBezTo>
                      <a:pt x="2989926" y="1377435"/>
                      <a:pt x="2974275" y="1377723"/>
                      <a:pt x="2958721" y="1379259"/>
                    </a:cubicBezTo>
                    <a:cubicBezTo>
                      <a:pt x="2945087" y="1380604"/>
                      <a:pt x="2931549" y="1383100"/>
                      <a:pt x="2917915" y="1384733"/>
                    </a:cubicBezTo>
                    <a:cubicBezTo>
                      <a:pt x="2906105" y="1386076"/>
                      <a:pt x="2894199" y="1386844"/>
                      <a:pt x="2882389" y="1388189"/>
                    </a:cubicBezTo>
                    <a:cubicBezTo>
                      <a:pt x="2863475" y="1390397"/>
                      <a:pt x="2844655" y="1392894"/>
                      <a:pt x="2825837" y="1395198"/>
                    </a:cubicBezTo>
                    <a:cubicBezTo>
                      <a:pt x="2817964" y="1396062"/>
                      <a:pt x="2809706" y="1398462"/>
                      <a:pt x="2802313" y="1397023"/>
                    </a:cubicBezTo>
                    <a:cubicBezTo>
                      <a:pt x="2783686" y="1393373"/>
                      <a:pt x="2765347" y="1394430"/>
                      <a:pt x="2746816" y="1396926"/>
                    </a:cubicBezTo>
                    <a:cubicBezTo>
                      <a:pt x="2740479" y="1397791"/>
                      <a:pt x="2733662" y="1397598"/>
                      <a:pt x="2727517" y="1395966"/>
                    </a:cubicBezTo>
                    <a:cubicBezTo>
                      <a:pt x="2714939" y="1392701"/>
                      <a:pt x="2702745" y="1388092"/>
                      <a:pt x="2690359" y="1384060"/>
                    </a:cubicBezTo>
                    <a:cubicBezTo>
                      <a:pt x="2689014" y="1383580"/>
                      <a:pt x="2687382" y="1383484"/>
                      <a:pt x="2685943" y="1383196"/>
                    </a:cubicBezTo>
                    <a:cubicBezTo>
                      <a:pt x="2677781" y="1381563"/>
                      <a:pt x="2669717" y="1379931"/>
                      <a:pt x="2661554" y="1378491"/>
                    </a:cubicBezTo>
                    <a:cubicBezTo>
                      <a:pt x="2657138" y="1377723"/>
                      <a:pt x="2652625" y="1377627"/>
                      <a:pt x="2648208" y="1376955"/>
                    </a:cubicBezTo>
                    <a:cubicBezTo>
                      <a:pt x="2631118" y="1374266"/>
                      <a:pt x="2612299" y="1378779"/>
                      <a:pt x="2597512" y="1367162"/>
                    </a:cubicBezTo>
                    <a:cubicBezTo>
                      <a:pt x="2587911" y="1359672"/>
                      <a:pt x="2578597" y="1361401"/>
                      <a:pt x="2568324" y="1362553"/>
                    </a:cubicBezTo>
                    <a:cubicBezTo>
                      <a:pt x="2560547" y="1363417"/>
                      <a:pt x="2552577" y="1363128"/>
                      <a:pt x="2544704" y="1363225"/>
                    </a:cubicBezTo>
                    <a:cubicBezTo>
                      <a:pt x="2530878" y="1363512"/>
                      <a:pt x="2517052" y="1363609"/>
                      <a:pt x="2503225" y="1364089"/>
                    </a:cubicBezTo>
                    <a:cubicBezTo>
                      <a:pt x="2498808" y="1364281"/>
                      <a:pt x="2494297" y="1366682"/>
                      <a:pt x="2489975" y="1366298"/>
                    </a:cubicBezTo>
                    <a:cubicBezTo>
                      <a:pt x="2470004" y="1364473"/>
                      <a:pt x="2450033" y="1361592"/>
                      <a:pt x="2430061" y="1359960"/>
                    </a:cubicBezTo>
                    <a:cubicBezTo>
                      <a:pt x="2418732" y="1359001"/>
                      <a:pt x="2407114" y="1360824"/>
                      <a:pt x="2395880" y="1359480"/>
                    </a:cubicBezTo>
                    <a:cubicBezTo>
                      <a:pt x="2382919" y="1357944"/>
                      <a:pt x="2370245" y="1354008"/>
                      <a:pt x="2357378" y="1351607"/>
                    </a:cubicBezTo>
                    <a:cubicBezTo>
                      <a:pt x="2353826" y="1350935"/>
                      <a:pt x="2349889" y="1351799"/>
                      <a:pt x="2346145" y="1351991"/>
                    </a:cubicBezTo>
                    <a:cubicBezTo>
                      <a:pt x="2341920" y="1352183"/>
                      <a:pt x="2337791" y="1352567"/>
                      <a:pt x="2333567" y="1352663"/>
                    </a:cubicBezTo>
                    <a:cubicBezTo>
                      <a:pt x="2320700" y="1352856"/>
                      <a:pt x="2307835" y="1352567"/>
                      <a:pt x="2294968" y="1353240"/>
                    </a:cubicBezTo>
                    <a:cubicBezTo>
                      <a:pt x="2287095" y="1353624"/>
                      <a:pt x="2278839" y="1357560"/>
                      <a:pt x="2271540" y="1356120"/>
                    </a:cubicBezTo>
                    <a:cubicBezTo>
                      <a:pt x="2256659" y="1353335"/>
                      <a:pt x="2241776" y="1359576"/>
                      <a:pt x="2226895" y="1354392"/>
                    </a:cubicBezTo>
                    <a:cubicBezTo>
                      <a:pt x="2222285" y="1352856"/>
                      <a:pt x="2215948" y="1356696"/>
                      <a:pt x="2210379" y="1356888"/>
                    </a:cubicBezTo>
                    <a:cubicBezTo>
                      <a:pt x="2196457" y="1357368"/>
                      <a:pt x="2182535" y="1357272"/>
                      <a:pt x="2168613" y="1357176"/>
                    </a:cubicBezTo>
                    <a:cubicBezTo>
                      <a:pt x="2156131" y="1357080"/>
                      <a:pt x="2143168" y="1358424"/>
                      <a:pt x="2131167" y="1355736"/>
                    </a:cubicBezTo>
                    <a:cubicBezTo>
                      <a:pt x="2118588" y="1352856"/>
                      <a:pt x="2107259" y="1353240"/>
                      <a:pt x="2095065" y="1356504"/>
                    </a:cubicBezTo>
                    <a:cubicBezTo>
                      <a:pt x="2086711" y="1358712"/>
                      <a:pt x="2077878" y="1359001"/>
                      <a:pt x="2069237" y="1359672"/>
                    </a:cubicBezTo>
                    <a:cubicBezTo>
                      <a:pt x="2059924" y="1360440"/>
                      <a:pt x="2049650" y="1358424"/>
                      <a:pt x="2041201" y="1361592"/>
                    </a:cubicBezTo>
                    <a:cubicBezTo>
                      <a:pt x="2016044" y="1371002"/>
                      <a:pt x="1990216" y="1373018"/>
                      <a:pt x="1963909" y="1373018"/>
                    </a:cubicBezTo>
                    <a:cubicBezTo>
                      <a:pt x="1959107" y="1373018"/>
                      <a:pt x="1954210" y="1371675"/>
                      <a:pt x="1949603" y="1370234"/>
                    </a:cubicBezTo>
                    <a:cubicBezTo>
                      <a:pt x="1922717" y="1361592"/>
                      <a:pt x="1895737" y="1362360"/>
                      <a:pt x="1868373" y="1367641"/>
                    </a:cubicBezTo>
                    <a:cubicBezTo>
                      <a:pt x="1862708" y="1368794"/>
                      <a:pt x="1856372" y="1368986"/>
                      <a:pt x="1850707" y="1367834"/>
                    </a:cubicBezTo>
                    <a:cubicBezTo>
                      <a:pt x="1834768" y="1364473"/>
                      <a:pt x="1819309" y="1358904"/>
                      <a:pt x="1803275" y="1356504"/>
                    </a:cubicBezTo>
                    <a:cubicBezTo>
                      <a:pt x="1776775" y="1352567"/>
                      <a:pt x="1753828" y="1365817"/>
                      <a:pt x="1730112" y="1374459"/>
                    </a:cubicBezTo>
                    <a:cubicBezTo>
                      <a:pt x="1707548" y="1382620"/>
                      <a:pt x="1688345" y="1401055"/>
                      <a:pt x="1661652" y="1396926"/>
                    </a:cubicBezTo>
                    <a:cubicBezTo>
                      <a:pt x="1658965" y="1396542"/>
                      <a:pt x="1655988" y="1399134"/>
                      <a:pt x="1653011" y="1399807"/>
                    </a:cubicBezTo>
                    <a:cubicBezTo>
                      <a:pt x="1644850" y="1401631"/>
                      <a:pt x="1636689" y="1403839"/>
                      <a:pt x="1628431" y="1404704"/>
                    </a:cubicBezTo>
                    <a:cubicBezTo>
                      <a:pt x="1618350" y="1405856"/>
                      <a:pt x="1608076" y="1405472"/>
                      <a:pt x="1597995" y="1406432"/>
                    </a:cubicBezTo>
                    <a:cubicBezTo>
                      <a:pt x="1585032" y="1407584"/>
                      <a:pt x="1572263" y="1410656"/>
                      <a:pt x="1559396" y="1410656"/>
                    </a:cubicBezTo>
                    <a:cubicBezTo>
                      <a:pt x="1549026" y="1410656"/>
                      <a:pt x="1538753" y="1407104"/>
                      <a:pt x="1528480" y="1405375"/>
                    </a:cubicBezTo>
                    <a:cubicBezTo>
                      <a:pt x="1513981" y="1402975"/>
                      <a:pt x="1498042" y="1403647"/>
                      <a:pt x="1485272" y="1397502"/>
                    </a:cubicBezTo>
                    <a:cubicBezTo>
                      <a:pt x="1471639" y="1390973"/>
                      <a:pt x="1458676" y="1387997"/>
                      <a:pt x="1444562" y="1390013"/>
                    </a:cubicBezTo>
                    <a:cubicBezTo>
                      <a:pt x="1439857" y="1390685"/>
                      <a:pt x="1433808" y="1394718"/>
                      <a:pt x="1431696" y="1398846"/>
                    </a:cubicBezTo>
                    <a:cubicBezTo>
                      <a:pt x="1426991" y="1408064"/>
                      <a:pt x="1420559" y="1409697"/>
                      <a:pt x="1411821" y="1406527"/>
                    </a:cubicBezTo>
                    <a:cubicBezTo>
                      <a:pt x="1404236" y="1403839"/>
                      <a:pt x="1394922" y="1402495"/>
                      <a:pt x="1389738" y="1397310"/>
                    </a:cubicBezTo>
                    <a:cubicBezTo>
                      <a:pt x="1375047" y="1382620"/>
                      <a:pt x="1356324" y="1382140"/>
                      <a:pt x="1338081" y="1378204"/>
                    </a:cubicBezTo>
                    <a:cubicBezTo>
                      <a:pt x="1326945" y="1375802"/>
                      <a:pt x="1316574" y="1375707"/>
                      <a:pt x="1305436" y="1377339"/>
                    </a:cubicBezTo>
                    <a:cubicBezTo>
                      <a:pt x="1281241" y="1380988"/>
                      <a:pt x="1257717" y="1375802"/>
                      <a:pt x="1234481" y="1369178"/>
                    </a:cubicBezTo>
                    <a:cubicBezTo>
                      <a:pt x="1219118" y="1364761"/>
                      <a:pt x="1203372" y="1362073"/>
                      <a:pt x="1188106" y="1357560"/>
                    </a:cubicBezTo>
                    <a:cubicBezTo>
                      <a:pt x="1176680" y="1354104"/>
                      <a:pt x="1165255" y="1349975"/>
                      <a:pt x="1154790" y="1344406"/>
                    </a:cubicBezTo>
                    <a:cubicBezTo>
                      <a:pt x="1139618" y="1336244"/>
                      <a:pt x="1126369" y="1323954"/>
                      <a:pt x="1107069" y="1327219"/>
                    </a:cubicBezTo>
                    <a:cubicBezTo>
                      <a:pt x="1090074" y="1330099"/>
                      <a:pt x="1074713" y="1324051"/>
                      <a:pt x="1059158" y="1318290"/>
                    </a:cubicBezTo>
                    <a:cubicBezTo>
                      <a:pt x="1047732" y="1314065"/>
                      <a:pt x="1036308" y="1309744"/>
                      <a:pt x="1024496" y="1307056"/>
                    </a:cubicBezTo>
                    <a:cubicBezTo>
                      <a:pt x="1010478" y="1303887"/>
                      <a:pt x="994635" y="1305232"/>
                      <a:pt x="982153" y="1299374"/>
                    </a:cubicBezTo>
                    <a:cubicBezTo>
                      <a:pt x="969095" y="1293229"/>
                      <a:pt x="958246" y="1297358"/>
                      <a:pt x="946628" y="1299087"/>
                    </a:cubicBezTo>
                    <a:cubicBezTo>
                      <a:pt x="928097" y="1301775"/>
                      <a:pt x="909661" y="1306768"/>
                      <a:pt x="890939" y="1300431"/>
                    </a:cubicBezTo>
                    <a:cubicBezTo>
                      <a:pt x="868184" y="1292750"/>
                      <a:pt x="845620" y="1284493"/>
                      <a:pt x="822769" y="1277196"/>
                    </a:cubicBezTo>
                    <a:cubicBezTo>
                      <a:pt x="813934" y="1274410"/>
                      <a:pt x="804431" y="1273258"/>
                      <a:pt x="795212" y="1272010"/>
                    </a:cubicBezTo>
                    <a:cubicBezTo>
                      <a:pt x="786476" y="1270954"/>
                      <a:pt x="776010" y="1273642"/>
                      <a:pt x="769288" y="1269610"/>
                    </a:cubicBezTo>
                    <a:cubicBezTo>
                      <a:pt x="752005" y="1259241"/>
                      <a:pt x="734243" y="1254152"/>
                      <a:pt x="714271" y="1254152"/>
                    </a:cubicBezTo>
                    <a:cubicBezTo>
                      <a:pt x="706781" y="1254152"/>
                      <a:pt x="699484" y="1249831"/>
                      <a:pt x="691900" y="1249062"/>
                    </a:cubicBezTo>
                    <a:cubicBezTo>
                      <a:pt x="681529" y="1248103"/>
                      <a:pt x="669623" y="1245510"/>
                      <a:pt x="660598" y="1249159"/>
                    </a:cubicBezTo>
                    <a:cubicBezTo>
                      <a:pt x="639379" y="1257800"/>
                      <a:pt x="622193" y="1250599"/>
                      <a:pt x="603662" y="1242054"/>
                    </a:cubicBezTo>
                    <a:cubicBezTo>
                      <a:pt x="585418" y="1233604"/>
                      <a:pt x="566215" y="1226884"/>
                      <a:pt x="546821" y="1221314"/>
                    </a:cubicBezTo>
                    <a:cubicBezTo>
                      <a:pt x="539524" y="1219298"/>
                      <a:pt x="530787" y="1222659"/>
                      <a:pt x="522721" y="1223330"/>
                    </a:cubicBezTo>
                    <a:cubicBezTo>
                      <a:pt x="519840" y="1223523"/>
                      <a:pt x="516671" y="1223811"/>
                      <a:pt x="514080" y="1222851"/>
                    </a:cubicBezTo>
                    <a:cubicBezTo>
                      <a:pt x="489020" y="1213633"/>
                      <a:pt x="463575" y="1206624"/>
                      <a:pt x="436404" y="1211424"/>
                    </a:cubicBezTo>
                    <a:cubicBezTo>
                      <a:pt x="433908" y="1211905"/>
                      <a:pt x="431123" y="1210849"/>
                      <a:pt x="428626" y="1210177"/>
                    </a:cubicBezTo>
                    <a:cubicBezTo>
                      <a:pt x="416432" y="1206720"/>
                      <a:pt x="404526" y="1201247"/>
                      <a:pt x="392141" y="1199999"/>
                    </a:cubicBezTo>
                    <a:cubicBezTo>
                      <a:pt x="361608" y="1196927"/>
                      <a:pt x="330884" y="1195678"/>
                      <a:pt x="300157" y="1193662"/>
                    </a:cubicBezTo>
                    <a:cubicBezTo>
                      <a:pt x="298237" y="1193566"/>
                      <a:pt x="296221" y="1193566"/>
                      <a:pt x="294493" y="1192894"/>
                    </a:cubicBezTo>
                    <a:cubicBezTo>
                      <a:pt x="283163" y="1188765"/>
                      <a:pt x="273274" y="1190110"/>
                      <a:pt x="263671" y="1197982"/>
                    </a:cubicBezTo>
                    <a:cubicBezTo>
                      <a:pt x="259447" y="1201439"/>
                      <a:pt x="253686" y="1203263"/>
                      <a:pt x="248406" y="1205184"/>
                    </a:cubicBezTo>
                    <a:cubicBezTo>
                      <a:pt x="240628" y="1208065"/>
                      <a:pt x="232659" y="1210849"/>
                      <a:pt x="224594" y="1212673"/>
                    </a:cubicBezTo>
                    <a:cubicBezTo>
                      <a:pt x="216624" y="1214401"/>
                      <a:pt x="208079" y="1216801"/>
                      <a:pt x="200398" y="1215458"/>
                    </a:cubicBezTo>
                    <a:cubicBezTo>
                      <a:pt x="186572" y="1213057"/>
                      <a:pt x="173417" y="1207681"/>
                      <a:pt x="159783" y="1204127"/>
                    </a:cubicBezTo>
                    <a:cubicBezTo>
                      <a:pt x="155079" y="1202879"/>
                      <a:pt x="149893" y="1203072"/>
                      <a:pt x="144997" y="1202975"/>
                    </a:cubicBezTo>
                    <a:cubicBezTo>
                      <a:pt x="133763" y="1202688"/>
                      <a:pt x="122241" y="1205472"/>
                      <a:pt x="112064" y="1197503"/>
                    </a:cubicBezTo>
                    <a:cubicBezTo>
                      <a:pt x="102655" y="1190014"/>
                      <a:pt x="93148" y="1192221"/>
                      <a:pt x="83259" y="1197887"/>
                    </a:cubicBezTo>
                    <a:cubicBezTo>
                      <a:pt x="76154" y="1201920"/>
                      <a:pt x="68090" y="1205088"/>
                      <a:pt x="60120" y="1206624"/>
                    </a:cubicBezTo>
                    <a:cubicBezTo>
                      <a:pt x="49174" y="1208736"/>
                      <a:pt x="38324" y="1209601"/>
                      <a:pt x="26514" y="1208352"/>
                    </a:cubicBezTo>
                    <a:cubicBezTo>
                      <a:pt x="18161" y="1207488"/>
                      <a:pt x="11343" y="1207104"/>
                      <a:pt x="4814" y="1202015"/>
                    </a:cubicBezTo>
                    <a:cubicBezTo>
                      <a:pt x="3759" y="1201247"/>
                      <a:pt x="1839" y="1201055"/>
                      <a:pt x="398" y="1201152"/>
                    </a:cubicBezTo>
                    <a:lnTo>
                      <a:pt x="0" y="1201150"/>
                    </a:lnTo>
                    <a:lnTo>
                      <a:pt x="0" y="1004512"/>
                    </a:lnTo>
                    <a:lnTo>
                      <a:pt x="30355" y="1002784"/>
                    </a:lnTo>
                    <a:cubicBezTo>
                      <a:pt x="37748" y="1002111"/>
                      <a:pt x="44853" y="999520"/>
                      <a:pt x="52151" y="997695"/>
                    </a:cubicBezTo>
                    <a:cubicBezTo>
                      <a:pt x="56183" y="996639"/>
                      <a:pt x="60504" y="993855"/>
                      <a:pt x="64248" y="994430"/>
                    </a:cubicBezTo>
                    <a:cubicBezTo>
                      <a:pt x="85948" y="997791"/>
                      <a:pt x="105823" y="989534"/>
                      <a:pt x="126370" y="985405"/>
                    </a:cubicBezTo>
                    <a:cubicBezTo>
                      <a:pt x="135876" y="983485"/>
                      <a:pt x="144805" y="978876"/>
                      <a:pt x="154022" y="975708"/>
                    </a:cubicBezTo>
                    <a:cubicBezTo>
                      <a:pt x="156423" y="974843"/>
                      <a:pt x="159111" y="974075"/>
                      <a:pt x="161512" y="974268"/>
                    </a:cubicBezTo>
                    <a:cubicBezTo>
                      <a:pt x="175242" y="975420"/>
                      <a:pt x="188876" y="977052"/>
                      <a:pt x="202510" y="978300"/>
                    </a:cubicBezTo>
                    <a:cubicBezTo>
                      <a:pt x="214896" y="979452"/>
                      <a:pt x="227378" y="979836"/>
                      <a:pt x="233235" y="993950"/>
                    </a:cubicBezTo>
                    <a:cubicBezTo>
                      <a:pt x="234100" y="996159"/>
                      <a:pt x="236979" y="997791"/>
                      <a:pt x="239188" y="999231"/>
                    </a:cubicBezTo>
                    <a:cubicBezTo>
                      <a:pt x="273274" y="1021411"/>
                      <a:pt x="291516" y="1020835"/>
                      <a:pt x="324834" y="997407"/>
                    </a:cubicBezTo>
                    <a:cubicBezTo>
                      <a:pt x="328290" y="995007"/>
                      <a:pt x="335683" y="993278"/>
                      <a:pt x="337987" y="995198"/>
                    </a:cubicBezTo>
                    <a:cubicBezTo>
                      <a:pt x="357575" y="1011137"/>
                      <a:pt x="378986" y="1009409"/>
                      <a:pt x="401550" y="1004416"/>
                    </a:cubicBezTo>
                    <a:cubicBezTo>
                      <a:pt x="407407" y="1003072"/>
                      <a:pt x="415664" y="1003072"/>
                      <a:pt x="420081" y="1006240"/>
                    </a:cubicBezTo>
                    <a:cubicBezTo>
                      <a:pt x="441108" y="1020930"/>
                      <a:pt x="463672" y="1018819"/>
                      <a:pt x="486523" y="1014498"/>
                    </a:cubicBezTo>
                    <a:cubicBezTo>
                      <a:pt x="490075" y="1013826"/>
                      <a:pt x="494397" y="1010177"/>
                      <a:pt x="495932" y="1006817"/>
                    </a:cubicBezTo>
                    <a:cubicBezTo>
                      <a:pt x="501406" y="994911"/>
                      <a:pt x="511680" y="990878"/>
                      <a:pt x="523009" y="987517"/>
                    </a:cubicBezTo>
                    <a:cubicBezTo>
                      <a:pt x="540868" y="982044"/>
                      <a:pt x="558438" y="975611"/>
                      <a:pt x="576393" y="970427"/>
                    </a:cubicBezTo>
                    <a:cubicBezTo>
                      <a:pt x="580811" y="969179"/>
                      <a:pt x="586283" y="969947"/>
                      <a:pt x="590892" y="971387"/>
                    </a:cubicBezTo>
                    <a:cubicBezTo>
                      <a:pt x="606638" y="976284"/>
                      <a:pt x="616624" y="988574"/>
                      <a:pt x="627569" y="999904"/>
                    </a:cubicBezTo>
                    <a:cubicBezTo>
                      <a:pt x="632370" y="1004897"/>
                      <a:pt x="638995" y="1008449"/>
                      <a:pt x="645429" y="1011329"/>
                    </a:cubicBezTo>
                    <a:cubicBezTo>
                      <a:pt x="662135" y="1018723"/>
                      <a:pt x="679226" y="1025348"/>
                      <a:pt x="696125" y="1032356"/>
                    </a:cubicBezTo>
                    <a:cubicBezTo>
                      <a:pt x="697757" y="1033029"/>
                      <a:pt x="699100" y="1034757"/>
                      <a:pt x="700349" y="1036197"/>
                    </a:cubicBezTo>
                    <a:cubicBezTo>
                      <a:pt x="712831" y="1051368"/>
                      <a:pt x="725216" y="1066634"/>
                      <a:pt x="737795" y="1081804"/>
                    </a:cubicBezTo>
                    <a:cubicBezTo>
                      <a:pt x="740195" y="1084684"/>
                      <a:pt x="743652" y="1086797"/>
                      <a:pt x="746244" y="1089581"/>
                    </a:cubicBezTo>
                    <a:cubicBezTo>
                      <a:pt x="749893" y="1093422"/>
                      <a:pt x="754502" y="1097071"/>
                      <a:pt x="756422" y="1101680"/>
                    </a:cubicBezTo>
                    <a:cubicBezTo>
                      <a:pt x="762374" y="1116177"/>
                      <a:pt x="773801" y="1122419"/>
                      <a:pt x="788202" y="1125108"/>
                    </a:cubicBezTo>
                    <a:cubicBezTo>
                      <a:pt x="801357" y="1127603"/>
                      <a:pt x="814511" y="1129716"/>
                      <a:pt x="827569" y="1132596"/>
                    </a:cubicBezTo>
                    <a:cubicBezTo>
                      <a:pt x="843507" y="1136053"/>
                      <a:pt x="859350" y="1139798"/>
                      <a:pt x="875097" y="1144022"/>
                    </a:cubicBezTo>
                    <a:cubicBezTo>
                      <a:pt x="881913" y="1145847"/>
                      <a:pt x="889115" y="1147959"/>
                      <a:pt x="894972" y="1151704"/>
                    </a:cubicBezTo>
                    <a:cubicBezTo>
                      <a:pt x="911390" y="1162073"/>
                      <a:pt x="928961" y="1169082"/>
                      <a:pt x="948260" y="1166298"/>
                    </a:cubicBezTo>
                    <a:cubicBezTo>
                      <a:pt x="963718" y="1164089"/>
                      <a:pt x="976680" y="1169754"/>
                      <a:pt x="986282" y="1178588"/>
                    </a:cubicBezTo>
                    <a:cubicBezTo>
                      <a:pt x="1003757" y="1194623"/>
                      <a:pt x="1022479" y="1190973"/>
                      <a:pt x="1041107" y="1185789"/>
                    </a:cubicBezTo>
                    <a:cubicBezTo>
                      <a:pt x="1050708" y="1183101"/>
                      <a:pt x="1058581" y="1183485"/>
                      <a:pt x="1067703" y="1186076"/>
                    </a:cubicBezTo>
                    <a:cubicBezTo>
                      <a:pt x="1088826" y="1192126"/>
                      <a:pt x="1102941" y="1208544"/>
                      <a:pt x="1116574" y="1222946"/>
                    </a:cubicBezTo>
                    <a:cubicBezTo>
                      <a:pt x="1128193" y="1235236"/>
                      <a:pt x="1141251" y="1242149"/>
                      <a:pt x="1155557" y="1247335"/>
                    </a:cubicBezTo>
                    <a:cubicBezTo>
                      <a:pt x="1173608" y="1253959"/>
                      <a:pt x="1187914" y="1251464"/>
                      <a:pt x="1196556" y="1235525"/>
                    </a:cubicBezTo>
                    <a:cubicBezTo>
                      <a:pt x="1198956" y="1231012"/>
                      <a:pt x="1203180" y="1225730"/>
                      <a:pt x="1207693" y="1224387"/>
                    </a:cubicBezTo>
                    <a:cubicBezTo>
                      <a:pt x="1229488" y="1217666"/>
                      <a:pt x="1251572" y="1207872"/>
                      <a:pt x="1274904" y="1213826"/>
                    </a:cubicBezTo>
                    <a:cubicBezTo>
                      <a:pt x="1307165" y="1221987"/>
                      <a:pt x="1338658" y="1221507"/>
                      <a:pt x="1370919" y="1213442"/>
                    </a:cubicBezTo>
                    <a:cubicBezTo>
                      <a:pt x="1423247" y="1200383"/>
                      <a:pt x="1475575" y="1186557"/>
                      <a:pt x="1530593" y="1189437"/>
                    </a:cubicBezTo>
                    <a:cubicBezTo>
                      <a:pt x="1539713" y="1189917"/>
                      <a:pt x="1550563" y="1184060"/>
                      <a:pt x="1558436" y="1178299"/>
                    </a:cubicBezTo>
                    <a:cubicBezTo>
                      <a:pt x="1573511" y="1167354"/>
                      <a:pt x="1572838" y="1166489"/>
                      <a:pt x="1589737" y="1175515"/>
                    </a:cubicBezTo>
                    <a:cubicBezTo>
                      <a:pt x="1593770" y="1177724"/>
                      <a:pt x="1598763" y="1179068"/>
                      <a:pt x="1601740" y="1182333"/>
                    </a:cubicBezTo>
                    <a:cubicBezTo>
                      <a:pt x="1616909" y="1198943"/>
                      <a:pt x="1635633" y="1194910"/>
                      <a:pt x="1654259" y="1192510"/>
                    </a:cubicBezTo>
                    <a:cubicBezTo>
                      <a:pt x="1657524" y="1192030"/>
                      <a:pt x="1661460" y="1191358"/>
                      <a:pt x="1664246" y="1192702"/>
                    </a:cubicBezTo>
                    <a:cubicBezTo>
                      <a:pt x="1676823" y="1198750"/>
                      <a:pt x="1687481" y="1196639"/>
                      <a:pt x="1698427" y="1188381"/>
                    </a:cubicBezTo>
                    <a:cubicBezTo>
                      <a:pt x="1707932" y="1181276"/>
                      <a:pt x="1718878" y="1177052"/>
                      <a:pt x="1730112" y="1185885"/>
                    </a:cubicBezTo>
                    <a:cubicBezTo>
                      <a:pt x="1755076" y="1205472"/>
                      <a:pt x="1781767" y="1206432"/>
                      <a:pt x="1809996" y="1194046"/>
                    </a:cubicBezTo>
                    <a:cubicBezTo>
                      <a:pt x="1830159" y="1185213"/>
                      <a:pt x="1850034" y="1183196"/>
                      <a:pt x="1871254" y="1192126"/>
                    </a:cubicBezTo>
                    <a:cubicBezTo>
                      <a:pt x="1879415" y="1195582"/>
                      <a:pt x="1889977" y="1193278"/>
                      <a:pt x="1899482" y="1194046"/>
                    </a:cubicBezTo>
                    <a:cubicBezTo>
                      <a:pt x="1904859" y="1194430"/>
                      <a:pt x="1910813" y="1194526"/>
                      <a:pt x="1915420" y="1196927"/>
                    </a:cubicBezTo>
                    <a:cubicBezTo>
                      <a:pt x="1927711" y="1203072"/>
                      <a:pt x="1939136" y="1210945"/>
                      <a:pt x="1951522" y="1216994"/>
                    </a:cubicBezTo>
                    <a:cubicBezTo>
                      <a:pt x="1957475" y="1219874"/>
                      <a:pt x="1964580" y="1221410"/>
                      <a:pt x="1971302" y="1221507"/>
                    </a:cubicBezTo>
                    <a:cubicBezTo>
                      <a:pt x="1991177" y="1221987"/>
                      <a:pt x="2011052" y="1221987"/>
                      <a:pt x="2030831" y="1221123"/>
                    </a:cubicBezTo>
                    <a:cubicBezTo>
                      <a:pt x="2063476" y="1219778"/>
                      <a:pt x="2096601" y="1219490"/>
                      <a:pt x="2120125" y="1190878"/>
                    </a:cubicBezTo>
                    <a:cubicBezTo>
                      <a:pt x="2122046" y="1188573"/>
                      <a:pt x="2126174" y="1187229"/>
                      <a:pt x="2129439" y="1186845"/>
                    </a:cubicBezTo>
                    <a:cubicBezTo>
                      <a:pt x="2144513" y="1185021"/>
                      <a:pt x="2159971" y="1184828"/>
                      <a:pt x="2174854" y="1181852"/>
                    </a:cubicBezTo>
                    <a:cubicBezTo>
                      <a:pt x="2186760" y="1179452"/>
                      <a:pt x="2196650" y="1180220"/>
                      <a:pt x="2205674" y="1188669"/>
                    </a:cubicBezTo>
                    <a:cubicBezTo>
                      <a:pt x="2217485" y="1199807"/>
                      <a:pt x="2231887" y="1206336"/>
                      <a:pt x="2247634" y="1202784"/>
                    </a:cubicBezTo>
                    <a:cubicBezTo>
                      <a:pt x="2263379" y="1199327"/>
                      <a:pt x="2273749" y="1206816"/>
                      <a:pt x="2285367" y="1214594"/>
                    </a:cubicBezTo>
                    <a:cubicBezTo>
                      <a:pt x="2293817" y="1220258"/>
                      <a:pt x="2303418" y="1227363"/>
                      <a:pt x="2312827" y="1227939"/>
                    </a:cubicBezTo>
                    <a:cubicBezTo>
                      <a:pt x="2334143" y="1229187"/>
                      <a:pt x="2352482" y="1248967"/>
                      <a:pt x="2375622" y="1237733"/>
                    </a:cubicBezTo>
                    <a:cubicBezTo>
                      <a:pt x="2377158" y="1236965"/>
                      <a:pt x="2379942" y="1238885"/>
                      <a:pt x="2382151" y="1239365"/>
                    </a:cubicBezTo>
                    <a:cubicBezTo>
                      <a:pt x="2399817" y="1243014"/>
                      <a:pt x="2416428" y="1239461"/>
                      <a:pt x="2429390" y="1227459"/>
                    </a:cubicBezTo>
                    <a:cubicBezTo>
                      <a:pt x="2446385" y="1211809"/>
                      <a:pt x="2465203" y="1210272"/>
                      <a:pt x="2486134" y="1215362"/>
                    </a:cubicBezTo>
                    <a:cubicBezTo>
                      <a:pt x="2492856" y="1216994"/>
                      <a:pt x="2499577" y="1218146"/>
                      <a:pt x="2506394" y="1219490"/>
                    </a:cubicBezTo>
                    <a:cubicBezTo>
                      <a:pt x="2515611" y="1221410"/>
                      <a:pt x="2524925" y="1223427"/>
                      <a:pt x="2534142" y="1225347"/>
                    </a:cubicBezTo>
                    <a:cubicBezTo>
                      <a:pt x="2543072" y="1227268"/>
                      <a:pt x="2552962" y="1230532"/>
                      <a:pt x="2559874" y="1222275"/>
                    </a:cubicBezTo>
                    <a:cubicBezTo>
                      <a:pt x="2565827" y="1215169"/>
                      <a:pt x="2570052" y="1215842"/>
                      <a:pt x="2575525" y="1221987"/>
                    </a:cubicBezTo>
                    <a:cubicBezTo>
                      <a:pt x="2594536" y="1243494"/>
                      <a:pt x="2617580" y="1256936"/>
                      <a:pt x="2646960" y="1257896"/>
                    </a:cubicBezTo>
                    <a:cubicBezTo>
                      <a:pt x="2653009" y="1258088"/>
                      <a:pt x="2659154" y="1259432"/>
                      <a:pt x="2665107" y="1260873"/>
                    </a:cubicBezTo>
                    <a:cubicBezTo>
                      <a:pt x="2668756" y="1261736"/>
                      <a:pt x="2673173" y="1262697"/>
                      <a:pt x="2675381" y="1265290"/>
                    </a:cubicBezTo>
                    <a:cubicBezTo>
                      <a:pt x="2692567" y="1285068"/>
                      <a:pt x="2713979" y="1298799"/>
                      <a:pt x="2737311" y="1309841"/>
                    </a:cubicBezTo>
                    <a:cubicBezTo>
                      <a:pt x="2745664" y="1313777"/>
                      <a:pt x="2754594" y="1317713"/>
                      <a:pt x="2763619" y="1318866"/>
                    </a:cubicBezTo>
                    <a:cubicBezTo>
                      <a:pt x="2773028" y="1320018"/>
                      <a:pt x="2782917" y="1318098"/>
                      <a:pt x="2792519" y="1317041"/>
                    </a:cubicBezTo>
                    <a:cubicBezTo>
                      <a:pt x="2798184" y="1316466"/>
                      <a:pt x="2804713" y="1316561"/>
                      <a:pt x="2809226" y="1313777"/>
                    </a:cubicBezTo>
                    <a:cubicBezTo>
                      <a:pt x="2823532" y="1305039"/>
                      <a:pt x="2837358" y="1295631"/>
                      <a:pt x="2850705" y="1285452"/>
                    </a:cubicBezTo>
                    <a:cubicBezTo>
                      <a:pt x="2862131" y="1276715"/>
                      <a:pt x="2864435" y="1275467"/>
                      <a:pt x="2874324" y="1286413"/>
                    </a:cubicBezTo>
                    <a:cubicBezTo>
                      <a:pt x="2884502" y="1297647"/>
                      <a:pt x="2897176" y="1303503"/>
                      <a:pt x="2911194" y="1305903"/>
                    </a:cubicBezTo>
                    <a:cubicBezTo>
                      <a:pt x="2933373" y="1309648"/>
                      <a:pt x="2955745" y="1312816"/>
                      <a:pt x="2978116" y="1314641"/>
                    </a:cubicBezTo>
                    <a:cubicBezTo>
                      <a:pt x="2998375" y="1316273"/>
                      <a:pt x="3008073" y="1307440"/>
                      <a:pt x="3012106" y="1287373"/>
                    </a:cubicBezTo>
                    <a:cubicBezTo>
                      <a:pt x="3014410" y="1276235"/>
                      <a:pt x="3017387" y="1264137"/>
                      <a:pt x="3029676" y="1261161"/>
                    </a:cubicBezTo>
                    <a:cubicBezTo>
                      <a:pt x="3049744" y="1256360"/>
                      <a:pt x="3070579" y="1254248"/>
                      <a:pt x="3080469" y="1230724"/>
                    </a:cubicBezTo>
                    <a:cubicBezTo>
                      <a:pt x="3085941" y="1235909"/>
                      <a:pt x="3089302" y="1238981"/>
                      <a:pt x="3092567" y="1242054"/>
                    </a:cubicBezTo>
                    <a:cubicBezTo>
                      <a:pt x="3101592" y="1250599"/>
                      <a:pt x="3120314" y="1254248"/>
                      <a:pt x="3129821" y="1246855"/>
                    </a:cubicBezTo>
                    <a:cubicBezTo>
                      <a:pt x="3143839" y="1236101"/>
                      <a:pt x="3156705" y="1238117"/>
                      <a:pt x="3170147" y="1246471"/>
                    </a:cubicBezTo>
                    <a:cubicBezTo>
                      <a:pt x="3192615" y="1260297"/>
                      <a:pt x="3217674" y="1257128"/>
                      <a:pt x="3240429" y="1251559"/>
                    </a:cubicBezTo>
                    <a:cubicBezTo>
                      <a:pt x="3257617" y="1247430"/>
                      <a:pt x="3275956" y="1239845"/>
                      <a:pt x="3287189" y="1222466"/>
                    </a:cubicBezTo>
                    <a:cubicBezTo>
                      <a:pt x="3290741" y="1216898"/>
                      <a:pt x="3298711" y="1214113"/>
                      <a:pt x="3305049" y="1210465"/>
                    </a:cubicBezTo>
                    <a:cubicBezTo>
                      <a:pt x="3310329" y="1207488"/>
                      <a:pt x="3315898" y="1204704"/>
                      <a:pt x="3321755" y="1202784"/>
                    </a:cubicBezTo>
                    <a:cubicBezTo>
                      <a:pt x="3327995" y="1200671"/>
                      <a:pt x="3334909" y="1197598"/>
                      <a:pt x="3341055" y="1198463"/>
                    </a:cubicBezTo>
                    <a:cubicBezTo>
                      <a:pt x="3359681" y="1200959"/>
                      <a:pt x="3374467" y="1196062"/>
                      <a:pt x="3387621" y="1182140"/>
                    </a:cubicBezTo>
                    <a:cubicBezTo>
                      <a:pt x="3394439" y="1174939"/>
                      <a:pt x="3404520" y="1166202"/>
                      <a:pt x="3413161" y="1166105"/>
                    </a:cubicBezTo>
                    <a:cubicBezTo>
                      <a:pt x="3434189" y="1165818"/>
                      <a:pt x="3451663" y="1158905"/>
                      <a:pt x="3470579" y="1150647"/>
                    </a:cubicBezTo>
                    <a:cubicBezTo>
                      <a:pt x="3482772" y="1145366"/>
                      <a:pt x="3496598" y="1141718"/>
                      <a:pt x="3509657" y="1136821"/>
                    </a:cubicBezTo>
                    <a:cubicBezTo>
                      <a:pt x="3524923" y="1131060"/>
                      <a:pt x="3541534" y="1128948"/>
                      <a:pt x="3550847" y="1113009"/>
                    </a:cubicBezTo>
                    <a:cubicBezTo>
                      <a:pt x="3551903" y="1111281"/>
                      <a:pt x="3555072" y="1110993"/>
                      <a:pt x="3556608" y="1109361"/>
                    </a:cubicBezTo>
                    <a:cubicBezTo>
                      <a:pt x="3561505" y="1104368"/>
                      <a:pt x="3567842" y="1099760"/>
                      <a:pt x="3570435" y="1093710"/>
                    </a:cubicBezTo>
                    <a:cubicBezTo>
                      <a:pt x="3577923" y="1076044"/>
                      <a:pt x="3583780" y="1057800"/>
                      <a:pt x="3590501" y="1039846"/>
                    </a:cubicBezTo>
                    <a:cubicBezTo>
                      <a:pt x="3591942" y="1036005"/>
                      <a:pt x="3593285" y="1031108"/>
                      <a:pt x="3596263" y="1028900"/>
                    </a:cubicBezTo>
                    <a:cubicBezTo>
                      <a:pt x="3613449" y="1016226"/>
                      <a:pt x="3630925" y="1004032"/>
                      <a:pt x="3648591" y="992030"/>
                    </a:cubicBezTo>
                    <a:cubicBezTo>
                      <a:pt x="3655696" y="987229"/>
                      <a:pt x="3661649" y="989918"/>
                      <a:pt x="3667986" y="995487"/>
                    </a:cubicBezTo>
                    <a:cubicBezTo>
                      <a:pt x="3674131" y="1000768"/>
                      <a:pt x="3681717" y="1006240"/>
                      <a:pt x="3689397" y="1007585"/>
                    </a:cubicBezTo>
                    <a:cubicBezTo>
                      <a:pt x="3704760" y="1010177"/>
                      <a:pt x="3720698" y="1010753"/>
                      <a:pt x="3736349" y="1010753"/>
                    </a:cubicBezTo>
                    <a:cubicBezTo>
                      <a:pt x="3742205" y="1010753"/>
                      <a:pt x="3748446" y="1007297"/>
                      <a:pt x="3753919" y="1004513"/>
                    </a:cubicBezTo>
                    <a:cubicBezTo>
                      <a:pt x="3764289" y="999231"/>
                      <a:pt x="3773890" y="992126"/>
                      <a:pt x="3784643" y="987710"/>
                    </a:cubicBezTo>
                    <a:cubicBezTo>
                      <a:pt x="3797126" y="982621"/>
                      <a:pt x="3804615" y="974459"/>
                      <a:pt x="3808359" y="961689"/>
                    </a:cubicBezTo>
                    <a:cubicBezTo>
                      <a:pt x="3813929" y="942679"/>
                      <a:pt x="3827179" y="929428"/>
                      <a:pt x="3842829" y="918674"/>
                    </a:cubicBezTo>
                    <a:cubicBezTo>
                      <a:pt x="3862705" y="904944"/>
                      <a:pt x="3886421" y="905616"/>
                      <a:pt x="3908983" y="902256"/>
                    </a:cubicBezTo>
                    <a:cubicBezTo>
                      <a:pt x="3917625" y="901008"/>
                      <a:pt x="3926555" y="899951"/>
                      <a:pt x="3934428" y="896783"/>
                    </a:cubicBezTo>
                    <a:cubicBezTo>
                      <a:pt x="3964288" y="884877"/>
                      <a:pt x="3994149" y="873548"/>
                      <a:pt x="4026987" y="873835"/>
                    </a:cubicBezTo>
                    <a:cubicBezTo>
                      <a:pt x="4029674" y="873835"/>
                      <a:pt x="4032363" y="873548"/>
                      <a:pt x="4035051" y="873067"/>
                    </a:cubicBezTo>
                    <a:cubicBezTo>
                      <a:pt x="4058383" y="869131"/>
                      <a:pt x="4082483" y="867594"/>
                      <a:pt x="4099189" y="846664"/>
                    </a:cubicBezTo>
                    <a:cubicBezTo>
                      <a:pt x="4102261" y="842823"/>
                      <a:pt x="4109271" y="841671"/>
                      <a:pt x="4114647" y="840134"/>
                    </a:cubicBezTo>
                    <a:cubicBezTo>
                      <a:pt x="4123961" y="837638"/>
                      <a:pt x="4130203" y="832549"/>
                      <a:pt x="4133563" y="823427"/>
                    </a:cubicBezTo>
                    <a:cubicBezTo>
                      <a:pt x="4139229" y="807681"/>
                      <a:pt x="4145949" y="792223"/>
                      <a:pt x="4151039" y="776284"/>
                    </a:cubicBezTo>
                    <a:cubicBezTo>
                      <a:pt x="4154591" y="765338"/>
                      <a:pt x="4161215" y="759289"/>
                      <a:pt x="4171489" y="754776"/>
                    </a:cubicBezTo>
                    <a:cubicBezTo>
                      <a:pt x="4177251" y="752280"/>
                      <a:pt x="4182243" y="746808"/>
                      <a:pt x="4186372" y="741718"/>
                    </a:cubicBezTo>
                    <a:cubicBezTo>
                      <a:pt x="4191365" y="735573"/>
                      <a:pt x="4193957" y="727412"/>
                      <a:pt x="4199429" y="721940"/>
                    </a:cubicBezTo>
                    <a:cubicBezTo>
                      <a:pt x="4212775" y="708305"/>
                      <a:pt x="4216905" y="693231"/>
                      <a:pt x="4212487" y="674604"/>
                    </a:cubicBezTo>
                    <a:cubicBezTo>
                      <a:pt x="4208551" y="658090"/>
                      <a:pt x="4218921" y="636006"/>
                      <a:pt x="4232555" y="632645"/>
                    </a:cubicBezTo>
                    <a:cubicBezTo>
                      <a:pt x="4247629" y="628900"/>
                      <a:pt x="4257999" y="619684"/>
                      <a:pt x="4268657" y="609410"/>
                    </a:cubicBezTo>
                    <a:cubicBezTo>
                      <a:pt x="4274609" y="603649"/>
                      <a:pt x="4282963" y="598656"/>
                      <a:pt x="4291028" y="597216"/>
                    </a:cubicBezTo>
                    <a:cubicBezTo>
                      <a:pt x="4321657" y="591647"/>
                      <a:pt x="4350557" y="598464"/>
                      <a:pt x="4379651" y="609506"/>
                    </a:cubicBezTo>
                    <a:cubicBezTo>
                      <a:pt x="4398661" y="616707"/>
                      <a:pt x="4419784" y="618627"/>
                      <a:pt x="4440139" y="621507"/>
                    </a:cubicBezTo>
                    <a:cubicBezTo>
                      <a:pt x="4446477" y="622371"/>
                      <a:pt x="4454542" y="620452"/>
                      <a:pt x="4460015" y="616899"/>
                    </a:cubicBezTo>
                    <a:cubicBezTo>
                      <a:pt x="4479218" y="604609"/>
                      <a:pt x="4498325" y="591935"/>
                      <a:pt x="4516183" y="577724"/>
                    </a:cubicBezTo>
                    <a:cubicBezTo>
                      <a:pt x="4532795" y="564379"/>
                      <a:pt x="4551517" y="558810"/>
                      <a:pt x="4571681" y="560250"/>
                    </a:cubicBezTo>
                    <a:cubicBezTo>
                      <a:pt x="4586371" y="561306"/>
                      <a:pt x="4599621" y="558905"/>
                      <a:pt x="4613447" y="555257"/>
                    </a:cubicBezTo>
                    <a:cubicBezTo>
                      <a:pt x="4624969" y="552185"/>
                      <a:pt x="4637643" y="550072"/>
                      <a:pt x="4649355" y="551417"/>
                    </a:cubicBezTo>
                    <a:cubicBezTo>
                      <a:pt x="4665775" y="553337"/>
                      <a:pt x="4679313" y="550553"/>
                      <a:pt x="4692467" y="540663"/>
                    </a:cubicBezTo>
                    <a:cubicBezTo>
                      <a:pt x="4699476" y="535382"/>
                      <a:pt x="4708502" y="532598"/>
                      <a:pt x="4716855" y="528949"/>
                    </a:cubicBezTo>
                    <a:cubicBezTo>
                      <a:pt x="4729721" y="523284"/>
                      <a:pt x="4743067" y="518483"/>
                      <a:pt x="4755645" y="512147"/>
                    </a:cubicBezTo>
                    <a:cubicBezTo>
                      <a:pt x="4769183" y="505425"/>
                      <a:pt x="4781569" y="496112"/>
                      <a:pt x="4795395" y="490351"/>
                    </a:cubicBezTo>
                    <a:cubicBezTo>
                      <a:pt x="4810278" y="484110"/>
                      <a:pt x="4819879" y="474605"/>
                      <a:pt x="4825928" y="459818"/>
                    </a:cubicBezTo>
                    <a:cubicBezTo>
                      <a:pt x="4829769" y="450504"/>
                      <a:pt x="4835049" y="440615"/>
                      <a:pt x="4842347" y="434086"/>
                    </a:cubicBezTo>
                    <a:cubicBezTo>
                      <a:pt x="4857422" y="420740"/>
                      <a:pt x="4875087" y="410370"/>
                      <a:pt x="4890451" y="397216"/>
                    </a:cubicBezTo>
                    <a:cubicBezTo>
                      <a:pt x="4912054" y="378781"/>
                      <a:pt x="4932025" y="359194"/>
                      <a:pt x="4933945" y="327701"/>
                    </a:cubicBezTo>
                    <a:cubicBezTo>
                      <a:pt x="4935001" y="310322"/>
                      <a:pt x="4944219" y="302929"/>
                      <a:pt x="4961214" y="298801"/>
                    </a:cubicBezTo>
                    <a:cubicBezTo>
                      <a:pt x="4966878" y="297457"/>
                      <a:pt x="4974945" y="294864"/>
                      <a:pt x="4976672" y="290639"/>
                    </a:cubicBezTo>
                    <a:cubicBezTo>
                      <a:pt x="4981857" y="278061"/>
                      <a:pt x="4992610" y="275565"/>
                      <a:pt x="5002979" y="270573"/>
                    </a:cubicBezTo>
                    <a:cubicBezTo>
                      <a:pt x="5009221" y="267596"/>
                      <a:pt x="5016903" y="261739"/>
                      <a:pt x="5018535" y="255690"/>
                    </a:cubicBezTo>
                    <a:cubicBezTo>
                      <a:pt x="5025255" y="231206"/>
                      <a:pt x="5043690" y="216804"/>
                      <a:pt x="5061069" y="200961"/>
                    </a:cubicBezTo>
                    <a:cubicBezTo>
                      <a:pt x="5066158" y="196256"/>
                      <a:pt x="5071631" y="190879"/>
                      <a:pt x="5074127" y="184735"/>
                    </a:cubicBezTo>
                    <a:cubicBezTo>
                      <a:pt x="5079409" y="171484"/>
                      <a:pt x="5087281" y="161882"/>
                      <a:pt x="5101108" y="156891"/>
                    </a:cubicBezTo>
                    <a:cubicBezTo>
                      <a:pt x="5105524" y="155354"/>
                      <a:pt x="5109557" y="151801"/>
                      <a:pt x="5112918" y="148441"/>
                    </a:cubicBezTo>
                    <a:cubicBezTo>
                      <a:pt x="5120119" y="141144"/>
                      <a:pt x="5126167" y="132598"/>
                      <a:pt x="5133753" y="125782"/>
                    </a:cubicBezTo>
                    <a:cubicBezTo>
                      <a:pt x="5153051" y="108211"/>
                      <a:pt x="5172159" y="90928"/>
                      <a:pt x="5183393" y="66348"/>
                    </a:cubicBezTo>
                    <a:cubicBezTo>
                      <a:pt x="5188865" y="54346"/>
                      <a:pt x="5195107" y="41288"/>
                      <a:pt x="5204709" y="33030"/>
                    </a:cubicBezTo>
                    <a:cubicBezTo>
                      <a:pt x="5216903" y="22565"/>
                      <a:pt x="5232937" y="16612"/>
                      <a:pt x="5247243" y="845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81FA6FA-3CB6-4F57-8871-82DDE5BE86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96000" y="4138312"/>
                <a:ext cx="5260975" cy="1410656"/>
              </a:xfrm>
              <a:custGeom>
                <a:avLst/>
                <a:gdLst>
                  <a:gd name="connsiteX0" fmla="*/ 5260975 w 5260975"/>
                  <a:gd name="connsiteY0" fmla="*/ 0 h 1410656"/>
                  <a:gd name="connsiteX1" fmla="*/ 5260975 w 5260975"/>
                  <a:gd name="connsiteY1" fmla="*/ 221634 h 1410656"/>
                  <a:gd name="connsiteX2" fmla="*/ 5226503 w 5260975"/>
                  <a:gd name="connsiteY2" fmla="*/ 237063 h 1410656"/>
                  <a:gd name="connsiteX3" fmla="*/ 5206341 w 5260975"/>
                  <a:gd name="connsiteY3" fmla="*/ 245128 h 1410656"/>
                  <a:gd name="connsiteX4" fmla="*/ 5123287 w 5260975"/>
                  <a:gd name="connsiteY4" fmla="*/ 297073 h 1410656"/>
                  <a:gd name="connsiteX5" fmla="*/ 5048107 w 5260975"/>
                  <a:gd name="connsiteY5" fmla="*/ 361307 h 1410656"/>
                  <a:gd name="connsiteX6" fmla="*/ 4992899 w 5260975"/>
                  <a:gd name="connsiteY6" fmla="*/ 437542 h 1410656"/>
                  <a:gd name="connsiteX7" fmla="*/ 4977440 w 5260975"/>
                  <a:gd name="connsiteY7" fmla="*/ 455690 h 1410656"/>
                  <a:gd name="connsiteX8" fmla="*/ 4935193 w 5260975"/>
                  <a:gd name="connsiteY8" fmla="*/ 478445 h 1410656"/>
                  <a:gd name="connsiteX9" fmla="*/ 4897844 w 5260975"/>
                  <a:gd name="connsiteY9" fmla="*/ 495535 h 1410656"/>
                  <a:gd name="connsiteX10" fmla="*/ 4870767 w 5260975"/>
                  <a:gd name="connsiteY10" fmla="*/ 514451 h 1410656"/>
                  <a:gd name="connsiteX11" fmla="*/ 4847916 w 5260975"/>
                  <a:gd name="connsiteY11" fmla="*/ 531830 h 1410656"/>
                  <a:gd name="connsiteX12" fmla="*/ 4796163 w 5260975"/>
                  <a:gd name="connsiteY12" fmla="*/ 576765 h 1410656"/>
                  <a:gd name="connsiteX13" fmla="*/ 4738843 w 5260975"/>
                  <a:gd name="connsiteY13" fmla="*/ 614691 h 1410656"/>
                  <a:gd name="connsiteX14" fmla="*/ 4692755 w 5260975"/>
                  <a:gd name="connsiteY14" fmla="*/ 661162 h 1410656"/>
                  <a:gd name="connsiteX15" fmla="*/ 4673744 w 5260975"/>
                  <a:gd name="connsiteY15" fmla="*/ 686318 h 1410656"/>
                  <a:gd name="connsiteX16" fmla="*/ 4633801 w 5260975"/>
                  <a:gd name="connsiteY16" fmla="*/ 703505 h 1410656"/>
                  <a:gd name="connsiteX17" fmla="*/ 4590499 w 5260975"/>
                  <a:gd name="connsiteY17" fmla="*/ 730389 h 1410656"/>
                  <a:gd name="connsiteX18" fmla="*/ 4559773 w 5260975"/>
                  <a:gd name="connsiteY18" fmla="*/ 757081 h 1410656"/>
                  <a:gd name="connsiteX19" fmla="*/ 4536059 w 5260975"/>
                  <a:gd name="connsiteY19" fmla="*/ 774940 h 1410656"/>
                  <a:gd name="connsiteX20" fmla="*/ 4502549 w 5260975"/>
                  <a:gd name="connsiteY20" fmla="*/ 792895 h 1410656"/>
                  <a:gd name="connsiteX21" fmla="*/ 4468944 w 5260975"/>
                  <a:gd name="connsiteY21" fmla="*/ 816419 h 1410656"/>
                  <a:gd name="connsiteX22" fmla="*/ 4452622 w 5260975"/>
                  <a:gd name="connsiteY22" fmla="*/ 830917 h 1410656"/>
                  <a:gd name="connsiteX23" fmla="*/ 4421032 w 5260975"/>
                  <a:gd name="connsiteY23" fmla="*/ 855016 h 1410656"/>
                  <a:gd name="connsiteX24" fmla="*/ 4388483 w 5260975"/>
                  <a:gd name="connsiteY24" fmla="*/ 877484 h 1410656"/>
                  <a:gd name="connsiteX25" fmla="*/ 4327321 w 5260975"/>
                  <a:gd name="connsiteY25" fmla="*/ 903216 h 1410656"/>
                  <a:gd name="connsiteX26" fmla="*/ 4271633 w 5260975"/>
                  <a:gd name="connsiteY26" fmla="*/ 941046 h 1410656"/>
                  <a:gd name="connsiteX27" fmla="*/ 4227465 w 5260975"/>
                  <a:gd name="connsiteY27" fmla="*/ 968698 h 1410656"/>
                  <a:gd name="connsiteX28" fmla="*/ 4201733 w 5260975"/>
                  <a:gd name="connsiteY28" fmla="*/ 986846 h 1410656"/>
                  <a:gd name="connsiteX29" fmla="*/ 4154494 w 5260975"/>
                  <a:gd name="connsiteY29" fmla="*/ 1027364 h 1410656"/>
                  <a:gd name="connsiteX30" fmla="*/ 4081234 w 5260975"/>
                  <a:gd name="connsiteY30" fmla="*/ 1069994 h 1410656"/>
                  <a:gd name="connsiteX31" fmla="*/ 4036971 w 5260975"/>
                  <a:gd name="connsiteY31" fmla="*/ 1093038 h 1410656"/>
                  <a:gd name="connsiteX32" fmla="*/ 3941725 w 5260975"/>
                  <a:gd name="connsiteY32" fmla="*/ 1127796 h 1410656"/>
                  <a:gd name="connsiteX33" fmla="*/ 3910999 w 5260975"/>
                  <a:gd name="connsiteY33" fmla="*/ 1140182 h 1410656"/>
                  <a:gd name="connsiteX34" fmla="*/ 3875859 w 5260975"/>
                  <a:gd name="connsiteY34" fmla="*/ 1148343 h 1410656"/>
                  <a:gd name="connsiteX35" fmla="*/ 3819401 w 5260975"/>
                  <a:gd name="connsiteY35" fmla="*/ 1167642 h 1410656"/>
                  <a:gd name="connsiteX36" fmla="*/ 3709176 w 5260975"/>
                  <a:gd name="connsiteY36" fmla="*/ 1200863 h 1410656"/>
                  <a:gd name="connsiteX37" fmla="*/ 3684981 w 5260975"/>
                  <a:gd name="connsiteY37" fmla="*/ 1205952 h 1410656"/>
                  <a:gd name="connsiteX38" fmla="*/ 3623338 w 5260975"/>
                  <a:gd name="connsiteY38" fmla="*/ 1227363 h 1410656"/>
                  <a:gd name="connsiteX39" fmla="*/ 3586373 w 5260975"/>
                  <a:gd name="connsiteY39" fmla="*/ 1241765 h 1410656"/>
                  <a:gd name="connsiteX40" fmla="*/ 3555743 w 5260975"/>
                  <a:gd name="connsiteY40" fmla="*/ 1250023 h 1410656"/>
                  <a:gd name="connsiteX41" fmla="*/ 3528667 w 5260975"/>
                  <a:gd name="connsiteY41" fmla="*/ 1253864 h 1410656"/>
                  <a:gd name="connsiteX42" fmla="*/ 3457424 w 5260975"/>
                  <a:gd name="connsiteY42" fmla="*/ 1272874 h 1410656"/>
                  <a:gd name="connsiteX43" fmla="*/ 3429003 w 5260975"/>
                  <a:gd name="connsiteY43" fmla="*/ 1280364 h 1410656"/>
                  <a:gd name="connsiteX44" fmla="*/ 3355264 w 5260975"/>
                  <a:gd name="connsiteY44" fmla="*/ 1306096 h 1410656"/>
                  <a:gd name="connsiteX45" fmla="*/ 3292757 w 5260975"/>
                  <a:gd name="connsiteY45" fmla="*/ 1323090 h 1410656"/>
                  <a:gd name="connsiteX46" fmla="*/ 3266643 w 5260975"/>
                  <a:gd name="connsiteY46" fmla="*/ 1331251 h 1410656"/>
                  <a:gd name="connsiteX47" fmla="*/ 3206921 w 5260975"/>
                  <a:gd name="connsiteY47" fmla="*/ 1344886 h 1410656"/>
                  <a:gd name="connsiteX48" fmla="*/ 3173123 w 5260975"/>
                  <a:gd name="connsiteY48" fmla="*/ 1354488 h 1410656"/>
                  <a:gd name="connsiteX49" fmla="*/ 3090646 w 5260975"/>
                  <a:gd name="connsiteY49" fmla="*/ 1365337 h 1410656"/>
                  <a:gd name="connsiteX50" fmla="*/ 3005480 w 5260975"/>
                  <a:gd name="connsiteY50" fmla="*/ 1375802 h 1410656"/>
                  <a:gd name="connsiteX51" fmla="*/ 2958721 w 5260975"/>
                  <a:gd name="connsiteY51" fmla="*/ 1379259 h 1410656"/>
                  <a:gd name="connsiteX52" fmla="*/ 2917915 w 5260975"/>
                  <a:gd name="connsiteY52" fmla="*/ 1384733 h 1410656"/>
                  <a:gd name="connsiteX53" fmla="*/ 2882389 w 5260975"/>
                  <a:gd name="connsiteY53" fmla="*/ 1388189 h 1410656"/>
                  <a:gd name="connsiteX54" fmla="*/ 2825837 w 5260975"/>
                  <a:gd name="connsiteY54" fmla="*/ 1395198 h 1410656"/>
                  <a:gd name="connsiteX55" fmla="*/ 2802313 w 5260975"/>
                  <a:gd name="connsiteY55" fmla="*/ 1397023 h 1410656"/>
                  <a:gd name="connsiteX56" fmla="*/ 2746816 w 5260975"/>
                  <a:gd name="connsiteY56" fmla="*/ 1396926 h 1410656"/>
                  <a:gd name="connsiteX57" fmla="*/ 2727517 w 5260975"/>
                  <a:gd name="connsiteY57" fmla="*/ 1395966 h 1410656"/>
                  <a:gd name="connsiteX58" fmla="*/ 2690359 w 5260975"/>
                  <a:gd name="connsiteY58" fmla="*/ 1384060 h 1410656"/>
                  <a:gd name="connsiteX59" fmla="*/ 2685943 w 5260975"/>
                  <a:gd name="connsiteY59" fmla="*/ 1383196 h 1410656"/>
                  <a:gd name="connsiteX60" fmla="*/ 2661554 w 5260975"/>
                  <a:gd name="connsiteY60" fmla="*/ 1378491 h 1410656"/>
                  <a:gd name="connsiteX61" fmla="*/ 2648208 w 5260975"/>
                  <a:gd name="connsiteY61" fmla="*/ 1376955 h 1410656"/>
                  <a:gd name="connsiteX62" fmla="*/ 2597512 w 5260975"/>
                  <a:gd name="connsiteY62" fmla="*/ 1367162 h 1410656"/>
                  <a:gd name="connsiteX63" fmla="*/ 2568324 w 5260975"/>
                  <a:gd name="connsiteY63" fmla="*/ 1362553 h 1410656"/>
                  <a:gd name="connsiteX64" fmla="*/ 2544704 w 5260975"/>
                  <a:gd name="connsiteY64" fmla="*/ 1363225 h 1410656"/>
                  <a:gd name="connsiteX65" fmla="*/ 2503225 w 5260975"/>
                  <a:gd name="connsiteY65" fmla="*/ 1364089 h 1410656"/>
                  <a:gd name="connsiteX66" fmla="*/ 2489975 w 5260975"/>
                  <a:gd name="connsiteY66" fmla="*/ 1366298 h 1410656"/>
                  <a:gd name="connsiteX67" fmla="*/ 2430061 w 5260975"/>
                  <a:gd name="connsiteY67" fmla="*/ 1359960 h 1410656"/>
                  <a:gd name="connsiteX68" fmla="*/ 2395880 w 5260975"/>
                  <a:gd name="connsiteY68" fmla="*/ 1359480 h 1410656"/>
                  <a:gd name="connsiteX69" fmla="*/ 2357378 w 5260975"/>
                  <a:gd name="connsiteY69" fmla="*/ 1351607 h 1410656"/>
                  <a:gd name="connsiteX70" fmla="*/ 2346145 w 5260975"/>
                  <a:gd name="connsiteY70" fmla="*/ 1351991 h 1410656"/>
                  <a:gd name="connsiteX71" fmla="*/ 2333567 w 5260975"/>
                  <a:gd name="connsiteY71" fmla="*/ 1352663 h 1410656"/>
                  <a:gd name="connsiteX72" fmla="*/ 2294968 w 5260975"/>
                  <a:gd name="connsiteY72" fmla="*/ 1353240 h 1410656"/>
                  <a:gd name="connsiteX73" fmla="*/ 2271540 w 5260975"/>
                  <a:gd name="connsiteY73" fmla="*/ 1356120 h 1410656"/>
                  <a:gd name="connsiteX74" fmla="*/ 2226895 w 5260975"/>
                  <a:gd name="connsiteY74" fmla="*/ 1354392 h 1410656"/>
                  <a:gd name="connsiteX75" fmla="*/ 2210379 w 5260975"/>
                  <a:gd name="connsiteY75" fmla="*/ 1356888 h 1410656"/>
                  <a:gd name="connsiteX76" fmla="*/ 2168613 w 5260975"/>
                  <a:gd name="connsiteY76" fmla="*/ 1357176 h 1410656"/>
                  <a:gd name="connsiteX77" fmla="*/ 2131167 w 5260975"/>
                  <a:gd name="connsiteY77" fmla="*/ 1355736 h 1410656"/>
                  <a:gd name="connsiteX78" fmla="*/ 2095065 w 5260975"/>
                  <a:gd name="connsiteY78" fmla="*/ 1356504 h 1410656"/>
                  <a:gd name="connsiteX79" fmla="*/ 2069237 w 5260975"/>
                  <a:gd name="connsiteY79" fmla="*/ 1359672 h 1410656"/>
                  <a:gd name="connsiteX80" fmla="*/ 2041201 w 5260975"/>
                  <a:gd name="connsiteY80" fmla="*/ 1361592 h 1410656"/>
                  <a:gd name="connsiteX81" fmla="*/ 1963909 w 5260975"/>
                  <a:gd name="connsiteY81" fmla="*/ 1373018 h 1410656"/>
                  <a:gd name="connsiteX82" fmla="*/ 1949603 w 5260975"/>
                  <a:gd name="connsiteY82" fmla="*/ 1370234 h 1410656"/>
                  <a:gd name="connsiteX83" fmla="*/ 1868373 w 5260975"/>
                  <a:gd name="connsiteY83" fmla="*/ 1367641 h 1410656"/>
                  <a:gd name="connsiteX84" fmla="*/ 1850707 w 5260975"/>
                  <a:gd name="connsiteY84" fmla="*/ 1367834 h 1410656"/>
                  <a:gd name="connsiteX85" fmla="*/ 1803275 w 5260975"/>
                  <a:gd name="connsiteY85" fmla="*/ 1356504 h 1410656"/>
                  <a:gd name="connsiteX86" fmla="*/ 1730112 w 5260975"/>
                  <a:gd name="connsiteY86" fmla="*/ 1374459 h 1410656"/>
                  <a:gd name="connsiteX87" fmla="*/ 1661652 w 5260975"/>
                  <a:gd name="connsiteY87" fmla="*/ 1396926 h 1410656"/>
                  <a:gd name="connsiteX88" fmla="*/ 1653011 w 5260975"/>
                  <a:gd name="connsiteY88" fmla="*/ 1399807 h 1410656"/>
                  <a:gd name="connsiteX89" fmla="*/ 1628431 w 5260975"/>
                  <a:gd name="connsiteY89" fmla="*/ 1404704 h 1410656"/>
                  <a:gd name="connsiteX90" fmla="*/ 1597995 w 5260975"/>
                  <a:gd name="connsiteY90" fmla="*/ 1406432 h 1410656"/>
                  <a:gd name="connsiteX91" fmla="*/ 1559396 w 5260975"/>
                  <a:gd name="connsiteY91" fmla="*/ 1410656 h 1410656"/>
                  <a:gd name="connsiteX92" fmla="*/ 1528480 w 5260975"/>
                  <a:gd name="connsiteY92" fmla="*/ 1405375 h 1410656"/>
                  <a:gd name="connsiteX93" fmla="*/ 1485272 w 5260975"/>
                  <a:gd name="connsiteY93" fmla="*/ 1397502 h 1410656"/>
                  <a:gd name="connsiteX94" fmla="*/ 1444562 w 5260975"/>
                  <a:gd name="connsiteY94" fmla="*/ 1390013 h 1410656"/>
                  <a:gd name="connsiteX95" fmla="*/ 1431696 w 5260975"/>
                  <a:gd name="connsiteY95" fmla="*/ 1398846 h 1410656"/>
                  <a:gd name="connsiteX96" fmla="*/ 1411821 w 5260975"/>
                  <a:gd name="connsiteY96" fmla="*/ 1406527 h 1410656"/>
                  <a:gd name="connsiteX97" fmla="*/ 1389738 w 5260975"/>
                  <a:gd name="connsiteY97" fmla="*/ 1397310 h 1410656"/>
                  <a:gd name="connsiteX98" fmla="*/ 1338081 w 5260975"/>
                  <a:gd name="connsiteY98" fmla="*/ 1378204 h 1410656"/>
                  <a:gd name="connsiteX99" fmla="*/ 1305436 w 5260975"/>
                  <a:gd name="connsiteY99" fmla="*/ 1377339 h 1410656"/>
                  <a:gd name="connsiteX100" fmla="*/ 1234481 w 5260975"/>
                  <a:gd name="connsiteY100" fmla="*/ 1369178 h 1410656"/>
                  <a:gd name="connsiteX101" fmla="*/ 1188106 w 5260975"/>
                  <a:gd name="connsiteY101" fmla="*/ 1357560 h 1410656"/>
                  <a:gd name="connsiteX102" fmla="*/ 1154790 w 5260975"/>
                  <a:gd name="connsiteY102" fmla="*/ 1344406 h 1410656"/>
                  <a:gd name="connsiteX103" fmla="*/ 1107069 w 5260975"/>
                  <a:gd name="connsiteY103" fmla="*/ 1327219 h 1410656"/>
                  <a:gd name="connsiteX104" fmla="*/ 1059158 w 5260975"/>
                  <a:gd name="connsiteY104" fmla="*/ 1318290 h 1410656"/>
                  <a:gd name="connsiteX105" fmla="*/ 1024496 w 5260975"/>
                  <a:gd name="connsiteY105" fmla="*/ 1307056 h 1410656"/>
                  <a:gd name="connsiteX106" fmla="*/ 982153 w 5260975"/>
                  <a:gd name="connsiteY106" fmla="*/ 1299374 h 1410656"/>
                  <a:gd name="connsiteX107" fmla="*/ 946628 w 5260975"/>
                  <a:gd name="connsiteY107" fmla="*/ 1299087 h 1410656"/>
                  <a:gd name="connsiteX108" fmla="*/ 890939 w 5260975"/>
                  <a:gd name="connsiteY108" fmla="*/ 1300431 h 1410656"/>
                  <a:gd name="connsiteX109" fmla="*/ 822769 w 5260975"/>
                  <a:gd name="connsiteY109" fmla="*/ 1277196 h 1410656"/>
                  <a:gd name="connsiteX110" fmla="*/ 795212 w 5260975"/>
                  <a:gd name="connsiteY110" fmla="*/ 1272010 h 1410656"/>
                  <a:gd name="connsiteX111" fmla="*/ 769288 w 5260975"/>
                  <a:gd name="connsiteY111" fmla="*/ 1269610 h 1410656"/>
                  <a:gd name="connsiteX112" fmla="*/ 714271 w 5260975"/>
                  <a:gd name="connsiteY112" fmla="*/ 1254152 h 1410656"/>
                  <a:gd name="connsiteX113" fmla="*/ 691900 w 5260975"/>
                  <a:gd name="connsiteY113" fmla="*/ 1249062 h 1410656"/>
                  <a:gd name="connsiteX114" fmla="*/ 660598 w 5260975"/>
                  <a:gd name="connsiteY114" fmla="*/ 1249159 h 1410656"/>
                  <a:gd name="connsiteX115" fmla="*/ 603662 w 5260975"/>
                  <a:gd name="connsiteY115" fmla="*/ 1242054 h 1410656"/>
                  <a:gd name="connsiteX116" fmla="*/ 546821 w 5260975"/>
                  <a:gd name="connsiteY116" fmla="*/ 1221314 h 1410656"/>
                  <a:gd name="connsiteX117" fmla="*/ 522721 w 5260975"/>
                  <a:gd name="connsiteY117" fmla="*/ 1223330 h 1410656"/>
                  <a:gd name="connsiteX118" fmla="*/ 514080 w 5260975"/>
                  <a:gd name="connsiteY118" fmla="*/ 1222851 h 1410656"/>
                  <a:gd name="connsiteX119" fmla="*/ 436404 w 5260975"/>
                  <a:gd name="connsiteY119" fmla="*/ 1211424 h 1410656"/>
                  <a:gd name="connsiteX120" fmla="*/ 428626 w 5260975"/>
                  <a:gd name="connsiteY120" fmla="*/ 1210177 h 1410656"/>
                  <a:gd name="connsiteX121" fmla="*/ 392141 w 5260975"/>
                  <a:gd name="connsiteY121" fmla="*/ 1199999 h 1410656"/>
                  <a:gd name="connsiteX122" fmla="*/ 300157 w 5260975"/>
                  <a:gd name="connsiteY122" fmla="*/ 1193662 h 1410656"/>
                  <a:gd name="connsiteX123" fmla="*/ 294493 w 5260975"/>
                  <a:gd name="connsiteY123" fmla="*/ 1192894 h 1410656"/>
                  <a:gd name="connsiteX124" fmla="*/ 263671 w 5260975"/>
                  <a:gd name="connsiteY124" fmla="*/ 1197982 h 1410656"/>
                  <a:gd name="connsiteX125" fmla="*/ 248406 w 5260975"/>
                  <a:gd name="connsiteY125" fmla="*/ 1205184 h 1410656"/>
                  <a:gd name="connsiteX126" fmla="*/ 224594 w 5260975"/>
                  <a:gd name="connsiteY126" fmla="*/ 1212673 h 1410656"/>
                  <a:gd name="connsiteX127" fmla="*/ 200398 w 5260975"/>
                  <a:gd name="connsiteY127" fmla="*/ 1215458 h 1410656"/>
                  <a:gd name="connsiteX128" fmla="*/ 159783 w 5260975"/>
                  <a:gd name="connsiteY128" fmla="*/ 1204127 h 1410656"/>
                  <a:gd name="connsiteX129" fmla="*/ 144997 w 5260975"/>
                  <a:gd name="connsiteY129" fmla="*/ 1202975 h 1410656"/>
                  <a:gd name="connsiteX130" fmla="*/ 112064 w 5260975"/>
                  <a:gd name="connsiteY130" fmla="*/ 1197503 h 1410656"/>
                  <a:gd name="connsiteX131" fmla="*/ 83259 w 5260975"/>
                  <a:gd name="connsiteY131" fmla="*/ 1197887 h 1410656"/>
                  <a:gd name="connsiteX132" fmla="*/ 60120 w 5260975"/>
                  <a:gd name="connsiteY132" fmla="*/ 1206624 h 1410656"/>
                  <a:gd name="connsiteX133" fmla="*/ 26514 w 5260975"/>
                  <a:gd name="connsiteY133" fmla="*/ 1208352 h 1410656"/>
                  <a:gd name="connsiteX134" fmla="*/ 4814 w 5260975"/>
                  <a:gd name="connsiteY134" fmla="*/ 1202015 h 1410656"/>
                  <a:gd name="connsiteX135" fmla="*/ 398 w 5260975"/>
                  <a:gd name="connsiteY135" fmla="*/ 1201152 h 1410656"/>
                  <a:gd name="connsiteX136" fmla="*/ 0 w 5260975"/>
                  <a:gd name="connsiteY136" fmla="*/ 1201150 h 1410656"/>
                  <a:gd name="connsiteX137" fmla="*/ 0 w 5260975"/>
                  <a:gd name="connsiteY137" fmla="*/ 1004512 h 1410656"/>
                  <a:gd name="connsiteX138" fmla="*/ 30355 w 5260975"/>
                  <a:gd name="connsiteY138" fmla="*/ 1002784 h 1410656"/>
                  <a:gd name="connsiteX139" fmla="*/ 52151 w 5260975"/>
                  <a:gd name="connsiteY139" fmla="*/ 997695 h 1410656"/>
                  <a:gd name="connsiteX140" fmla="*/ 64248 w 5260975"/>
                  <a:gd name="connsiteY140" fmla="*/ 994430 h 1410656"/>
                  <a:gd name="connsiteX141" fmla="*/ 126370 w 5260975"/>
                  <a:gd name="connsiteY141" fmla="*/ 985405 h 1410656"/>
                  <a:gd name="connsiteX142" fmla="*/ 154022 w 5260975"/>
                  <a:gd name="connsiteY142" fmla="*/ 975708 h 1410656"/>
                  <a:gd name="connsiteX143" fmla="*/ 161512 w 5260975"/>
                  <a:gd name="connsiteY143" fmla="*/ 974268 h 1410656"/>
                  <a:gd name="connsiteX144" fmla="*/ 202510 w 5260975"/>
                  <a:gd name="connsiteY144" fmla="*/ 978300 h 1410656"/>
                  <a:gd name="connsiteX145" fmla="*/ 233235 w 5260975"/>
                  <a:gd name="connsiteY145" fmla="*/ 993950 h 1410656"/>
                  <a:gd name="connsiteX146" fmla="*/ 239188 w 5260975"/>
                  <a:gd name="connsiteY146" fmla="*/ 999231 h 1410656"/>
                  <a:gd name="connsiteX147" fmla="*/ 324834 w 5260975"/>
                  <a:gd name="connsiteY147" fmla="*/ 997407 h 1410656"/>
                  <a:gd name="connsiteX148" fmla="*/ 337987 w 5260975"/>
                  <a:gd name="connsiteY148" fmla="*/ 995198 h 1410656"/>
                  <a:gd name="connsiteX149" fmla="*/ 401550 w 5260975"/>
                  <a:gd name="connsiteY149" fmla="*/ 1004416 h 1410656"/>
                  <a:gd name="connsiteX150" fmla="*/ 420081 w 5260975"/>
                  <a:gd name="connsiteY150" fmla="*/ 1006240 h 1410656"/>
                  <a:gd name="connsiteX151" fmla="*/ 486523 w 5260975"/>
                  <a:gd name="connsiteY151" fmla="*/ 1014498 h 1410656"/>
                  <a:gd name="connsiteX152" fmla="*/ 495932 w 5260975"/>
                  <a:gd name="connsiteY152" fmla="*/ 1006817 h 1410656"/>
                  <a:gd name="connsiteX153" fmla="*/ 523009 w 5260975"/>
                  <a:gd name="connsiteY153" fmla="*/ 987517 h 1410656"/>
                  <a:gd name="connsiteX154" fmla="*/ 576393 w 5260975"/>
                  <a:gd name="connsiteY154" fmla="*/ 970427 h 1410656"/>
                  <a:gd name="connsiteX155" fmla="*/ 590892 w 5260975"/>
                  <a:gd name="connsiteY155" fmla="*/ 971387 h 1410656"/>
                  <a:gd name="connsiteX156" fmla="*/ 627569 w 5260975"/>
                  <a:gd name="connsiteY156" fmla="*/ 999904 h 1410656"/>
                  <a:gd name="connsiteX157" fmla="*/ 645429 w 5260975"/>
                  <a:gd name="connsiteY157" fmla="*/ 1011329 h 1410656"/>
                  <a:gd name="connsiteX158" fmla="*/ 696125 w 5260975"/>
                  <a:gd name="connsiteY158" fmla="*/ 1032356 h 1410656"/>
                  <a:gd name="connsiteX159" fmla="*/ 700349 w 5260975"/>
                  <a:gd name="connsiteY159" fmla="*/ 1036197 h 1410656"/>
                  <a:gd name="connsiteX160" fmla="*/ 737795 w 5260975"/>
                  <a:gd name="connsiteY160" fmla="*/ 1081804 h 1410656"/>
                  <a:gd name="connsiteX161" fmla="*/ 746244 w 5260975"/>
                  <a:gd name="connsiteY161" fmla="*/ 1089581 h 1410656"/>
                  <a:gd name="connsiteX162" fmla="*/ 756422 w 5260975"/>
                  <a:gd name="connsiteY162" fmla="*/ 1101680 h 1410656"/>
                  <a:gd name="connsiteX163" fmla="*/ 788202 w 5260975"/>
                  <a:gd name="connsiteY163" fmla="*/ 1125108 h 1410656"/>
                  <a:gd name="connsiteX164" fmla="*/ 827569 w 5260975"/>
                  <a:gd name="connsiteY164" fmla="*/ 1132596 h 1410656"/>
                  <a:gd name="connsiteX165" fmla="*/ 875097 w 5260975"/>
                  <a:gd name="connsiteY165" fmla="*/ 1144022 h 1410656"/>
                  <a:gd name="connsiteX166" fmla="*/ 894972 w 5260975"/>
                  <a:gd name="connsiteY166" fmla="*/ 1151704 h 1410656"/>
                  <a:gd name="connsiteX167" fmla="*/ 948260 w 5260975"/>
                  <a:gd name="connsiteY167" fmla="*/ 1166298 h 1410656"/>
                  <a:gd name="connsiteX168" fmla="*/ 986282 w 5260975"/>
                  <a:gd name="connsiteY168" fmla="*/ 1178588 h 1410656"/>
                  <a:gd name="connsiteX169" fmla="*/ 1041107 w 5260975"/>
                  <a:gd name="connsiteY169" fmla="*/ 1185789 h 1410656"/>
                  <a:gd name="connsiteX170" fmla="*/ 1067703 w 5260975"/>
                  <a:gd name="connsiteY170" fmla="*/ 1186076 h 1410656"/>
                  <a:gd name="connsiteX171" fmla="*/ 1116574 w 5260975"/>
                  <a:gd name="connsiteY171" fmla="*/ 1222946 h 1410656"/>
                  <a:gd name="connsiteX172" fmla="*/ 1155557 w 5260975"/>
                  <a:gd name="connsiteY172" fmla="*/ 1247335 h 1410656"/>
                  <a:gd name="connsiteX173" fmla="*/ 1196556 w 5260975"/>
                  <a:gd name="connsiteY173" fmla="*/ 1235525 h 1410656"/>
                  <a:gd name="connsiteX174" fmla="*/ 1207693 w 5260975"/>
                  <a:gd name="connsiteY174" fmla="*/ 1224387 h 1410656"/>
                  <a:gd name="connsiteX175" fmla="*/ 1274904 w 5260975"/>
                  <a:gd name="connsiteY175" fmla="*/ 1213826 h 1410656"/>
                  <a:gd name="connsiteX176" fmla="*/ 1370919 w 5260975"/>
                  <a:gd name="connsiteY176" fmla="*/ 1213442 h 1410656"/>
                  <a:gd name="connsiteX177" fmla="*/ 1530593 w 5260975"/>
                  <a:gd name="connsiteY177" fmla="*/ 1189437 h 1410656"/>
                  <a:gd name="connsiteX178" fmla="*/ 1558436 w 5260975"/>
                  <a:gd name="connsiteY178" fmla="*/ 1178299 h 1410656"/>
                  <a:gd name="connsiteX179" fmla="*/ 1589737 w 5260975"/>
                  <a:gd name="connsiteY179" fmla="*/ 1175515 h 1410656"/>
                  <a:gd name="connsiteX180" fmla="*/ 1601740 w 5260975"/>
                  <a:gd name="connsiteY180" fmla="*/ 1182333 h 1410656"/>
                  <a:gd name="connsiteX181" fmla="*/ 1654259 w 5260975"/>
                  <a:gd name="connsiteY181" fmla="*/ 1192510 h 1410656"/>
                  <a:gd name="connsiteX182" fmla="*/ 1664246 w 5260975"/>
                  <a:gd name="connsiteY182" fmla="*/ 1192702 h 1410656"/>
                  <a:gd name="connsiteX183" fmla="*/ 1698427 w 5260975"/>
                  <a:gd name="connsiteY183" fmla="*/ 1188381 h 1410656"/>
                  <a:gd name="connsiteX184" fmla="*/ 1730112 w 5260975"/>
                  <a:gd name="connsiteY184" fmla="*/ 1185885 h 1410656"/>
                  <a:gd name="connsiteX185" fmla="*/ 1809996 w 5260975"/>
                  <a:gd name="connsiteY185" fmla="*/ 1194046 h 1410656"/>
                  <a:gd name="connsiteX186" fmla="*/ 1871254 w 5260975"/>
                  <a:gd name="connsiteY186" fmla="*/ 1192126 h 1410656"/>
                  <a:gd name="connsiteX187" fmla="*/ 1899482 w 5260975"/>
                  <a:gd name="connsiteY187" fmla="*/ 1194046 h 1410656"/>
                  <a:gd name="connsiteX188" fmla="*/ 1915420 w 5260975"/>
                  <a:gd name="connsiteY188" fmla="*/ 1196927 h 1410656"/>
                  <a:gd name="connsiteX189" fmla="*/ 1951522 w 5260975"/>
                  <a:gd name="connsiteY189" fmla="*/ 1216994 h 1410656"/>
                  <a:gd name="connsiteX190" fmla="*/ 1971302 w 5260975"/>
                  <a:gd name="connsiteY190" fmla="*/ 1221507 h 1410656"/>
                  <a:gd name="connsiteX191" fmla="*/ 2030831 w 5260975"/>
                  <a:gd name="connsiteY191" fmla="*/ 1221123 h 1410656"/>
                  <a:gd name="connsiteX192" fmla="*/ 2120125 w 5260975"/>
                  <a:gd name="connsiteY192" fmla="*/ 1190878 h 1410656"/>
                  <a:gd name="connsiteX193" fmla="*/ 2129439 w 5260975"/>
                  <a:gd name="connsiteY193" fmla="*/ 1186845 h 1410656"/>
                  <a:gd name="connsiteX194" fmla="*/ 2174854 w 5260975"/>
                  <a:gd name="connsiteY194" fmla="*/ 1181852 h 1410656"/>
                  <a:gd name="connsiteX195" fmla="*/ 2205674 w 5260975"/>
                  <a:gd name="connsiteY195" fmla="*/ 1188669 h 1410656"/>
                  <a:gd name="connsiteX196" fmla="*/ 2247634 w 5260975"/>
                  <a:gd name="connsiteY196" fmla="*/ 1202784 h 1410656"/>
                  <a:gd name="connsiteX197" fmla="*/ 2285367 w 5260975"/>
                  <a:gd name="connsiteY197" fmla="*/ 1214594 h 1410656"/>
                  <a:gd name="connsiteX198" fmla="*/ 2312827 w 5260975"/>
                  <a:gd name="connsiteY198" fmla="*/ 1227939 h 1410656"/>
                  <a:gd name="connsiteX199" fmla="*/ 2375622 w 5260975"/>
                  <a:gd name="connsiteY199" fmla="*/ 1237733 h 1410656"/>
                  <a:gd name="connsiteX200" fmla="*/ 2382151 w 5260975"/>
                  <a:gd name="connsiteY200" fmla="*/ 1239365 h 1410656"/>
                  <a:gd name="connsiteX201" fmla="*/ 2429390 w 5260975"/>
                  <a:gd name="connsiteY201" fmla="*/ 1227459 h 1410656"/>
                  <a:gd name="connsiteX202" fmla="*/ 2486134 w 5260975"/>
                  <a:gd name="connsiteY202" fmla="*/ 1215362 h 1410656"/>
                  <a:gd name="connsiteX203" fmla="*/ 2506394 w 5260975"/>
                  <a:gd name="connsiteY203" fmla="*/ 1219490 h 1410656"/>
                  <a:gd name="connsiteX204" fmla="*/ 2534142 w 5260975"/>
                  <a:gd name="connsiteY204" fmla="*/ 1225347 h 1410656"/>
                  <a:gd name="connsiteX205" fmla="*/ 2559874 w 5260975"/>
                  <a:gd name="connsiteY205" fmla="*/ 1222275 h 1410656"/>
                  <a:gd name="connsiteX206" fmla="*/ 2575525 w 5260975"/>
                  <a:gd name="connsiteY206" fmla="*/ 1221987 h 1410656"/>
                  <a:gd name="connsiteX207" fmla="*/ 2646960 w 5260975"/>
                  <a:gd name="connsiteY207" fmla="*/ 1257896 h 1410656"/>
                  <a:gd name="connsiteX208" fmla="*/ 2665107 w 5260975"/>
                  <a:gd name="connsiteY208" fmla="*/ 1260873 h 1410656"/>
                  <a:gd name="connsiteX209" fmla="*/ 2675381 w 5260975"/>
                  <a:gd name="connsiteY209" fmla="*/ 1265290 h 1410656"/>
                  <a:gd name="connsiteX210" fmla="*/ 2737311 w 5260975"/>
                  <a:gd name="connsiteY210" fmla="*/ 1309841 h 1410656"/>
                  <a:gd name="connsiteX211" fmla="*/ 2763619 w 5260975"/>
                  <a:gd name="connsiteY211" fmla="*/ 1318866 h 1410656"/>
                  <a:gd name="connsiteX212" fmla="*/ 2792519 w 5260975"/>
                  <a:gd name="connsiteY212" fmla="*/ 1317041 h 1410656"/>
                  <a:gd name="connsiteX213" fmla="*/ 2809226 w 5260975"/>
                  <a:gd name="connsiteY213" fmla="*/ 1313777 h 1410656"/>
                  <a:gd name="connsiteX214" fmla="*/ 2850705 w 5260975"/>
                  <a:gd name="connsiteY214" fmla="*/ 1285452 h 1410656"/>
                  <a:gd name="connsiteX215" fmla="*/ 2874324 w 5260975"/>
                  <a:gd name="connsiteY215" fmla="*/ 1286413 h 1410656"/>
                  <a:gd name="connsiteX216" fmla="*/ 2911194 w 5260975"/>
                  <a:gd name="connsiteY216" fmla="*/ 1305903 h 1410656"/>
                  <a:gd name="connsiteX217" fmla="*/ 2978116 w 5260975"/>
                  <a:gd name="connsiteY217" fmla="*/ 1314641 h 1410656"/>
                  <a:gd name="connsiteX218" fmla="*/ 3012106 w 5260975"/>
                  <a:gd name="connsiteY218" fmla="*/ 1287373 h 1410656"/>
                  <a:gd name="connsiteX219" fmla="*/ 3029676 w 5260975"/>
                  <a:gd name="connsiteY219" fmla="*/ 1261161 h 1410656"/>
                  <a:gd name="connsiteX220" fmla="*/ 3080469 w 5260975"/>
                  <a:gd name="connsiteY220" fmla="*/ 1230724 h 1410656"/>
                  <a:gd name="connsiteX221" fmla="*/ 3092567 w 5260975"/>
                  <a:gd name="connsiteY221" fmla="*/ 1242054 h 1410656"/>
                  <a:gd name="connsiteX222" fmla="*/ 3129821 w 5260975"/>
                  <a:gd name="connsiteY222" fmla="*/ 1246855 h 1410656"/>
                  <a:gd name="connsiteX223" fmla="*/ 3170147 w 5260975"/>
                  <a:gd name="connsiteY223" fmla="*/ 1246471 h 1410656"/>
                  <a:gd name="connsiteX224" fmla="*/ 3240429 w 5260975"/>
                  <a:gd name="connsiteY224" fmla="*/ 1251559 h 1410656"/>
                  <a:gd name="connsiteX225" fmla="*/ 3287189 w 5260975"/>
                  <a:gd name="connsiteY225" fmla="*/ 1222466 h 1410656"/>
                  <a:gd name="connsiteX226" fmla="*/ 3305049 w 5260975"/>
                  <a:gd name="connsiteY226" fmla="*/ 1210465 h 1410656"/>
                  <a:gd name="connsiteX227" fmla="*/ 3321755 w 5260975"/>
                  <a:gd name="connsiteY227" fmla="*/ 1202784 h 1410656"/>
                  <a:gd name="connsiteX228" fmla="*/ 3341055 w 5260975"/>
                  <a:gd name="connsiteY228" fmla="*/ 1198463 h 1410656"/>
                  <a:gd name="connsiteX229" fmla="*/ 3387621 w 5260975"/>
                  <a:gd name="connsiteY229" fmla="*/ 1182140 h 1410656"/>
                  <a:gd name="connsiteX230" fmla="*/ 3413161 w 5260975"/>
                  <a:gd name="connsiteY230" fmla="*/ 1166105 h 1410656"/>
                  <a:gd name="connsiteX231" fmla="*/ 3470579 w 5260975"/>
                  <a:gd name="connsiteY231" fmla="*/ 1150647 h 1410656"/>
                  <a:gd name="connsiteX232" fmla="*/ 3509657 w 5260975"/>
                  <a:gd name="connsiteY232" fmla="*/ 1136821 h 1410656"/>
                  <a:gd name="connsiteX233" fmla="*/ 3550847 w 5260975"/>
                  <a:gd name="connsiteY233" fmla="*/ 1113009 h 1410656"/>
                  <a:gd name="connsiteX234" fmla="*/ 3556608 w 5260975"/>
                  <a:gd name="connsiteY234" fmla="*/ 1109361 h 1410656"/>
                  <a:gd name="connsiteX235" fmla="*/ 3570435 w 5260975"/>
                  <a:gd name="connsiteY235" fmla="*/ 1093710 h 1410656"/>
                  <a:gd name="connsiteX236" fmla="*/ 3590501 w 5260975"/>
                  <a:gd name="connsiteY236" fmla="*/ 1039846 h 1410656"/>
                  <a:gd name="connsiteX237" fmla="*/ 3596263 w 5260975"/>
                  <a:gd name="connsiteY237" fmla="*/ 1028900 h 1410656"/>
                  <a:gd name="connsiteX238" fmla="*/ 3648591 w 5260975"/>
                  <a:gd name="connsiteY238" fmla="*/ 992030 h 1410656"/>
                  <a:gd name="connsiteX239" fmla="*/ 3667986 w 5260975"/>
                  <a:gd name="connsiteY239" fmla="*/ 995487 h 1410656"/>
                  <a:gd name="connsiteX240" fmla="*/ 3689397 w 5260975"/>
                  <a:gd name="connsiteY240" fmla="*/ 1007585 h 1410656"/>
                  <a:gd name="connsiteX241" fmla="*/ 3736349 w 5260975"/>
                  <a:gd name="connsiteY241" fmla="*/ 1010753 h 1410656"/>
                  <a:gd name="connsiteX242" fmla="*/ 3753919 w 5260975"/>
                  <a:gd name="connsiteY242" fmla="*/ 1004513 h 1410656"/>
                  <a:gd name="connsiteX243" fmla="*/ 3784643 w 5260975"/>
                  <a:gd name="connsiteY243" fmla="*/ 987710 h 1410656"/>
                  <a:gd name="connsiteX244" fmla="*/ 3808359 w 5260975"/>
                  <a:gd name="connsiteY244" fmla="*/ 961689 h 1410656"/>
                  <a:gd name="connsiteX245" fmla="*/ 3842829 w 5260975"/>
                  <a:gd name="connsiteY245" fmla="*/ 918674 h 1410656"/>
                  <a:gd name="connsiteX246" fmla="*/ 3908983 w 5260975"/>
                  <a:gd name="connsiteY246" fmla="*/ 902256 h 1410656"/>
                  <a:gd name="connsiteX247" fmla="*/ 3934428 w 5260975"/>
                  <a:gd name="connsiteY247" fmla="*/ 896783 h 1410656"/>
                  <a:gd name="connsiteX248" fmla="*/ 4026987 w 5260975"/>
                  <a:gd name="connsiteY248" fmla="*/ 873835 h 1410656"/>
                  <a:gd name="connsiteX249" fmla="*/ 4035051 w 5260975"/>
                  <a:gd name="connsiteY249" fmla="*/ 873067 h 1410656"/>
                  <a:gd name="connsiteX250" fmla="*/ 4099189 w 5260975"/>
                  <a:gd name="connsiteY250" fmla="*/ 846664 h 1410656"/>
                  <a:gd name="connsiteX251" fmla="*/ 4114647 w 5260975"/>
                  <a:gd name="connsiteY251" fmla="*/ 840134 h 1410656"/>
                  <a:gd name="connsiteX252" fmla="*/ 4133563 w 5260975"/>
                  <a:gd name="connsiteY252" fmla="*/ 823427 h 1410656"/>
                  <a:gd name="connsiteX253" fmla="*/ 4151039 w 5260975"/>
                  <a:gd name="connsiteY253" fmla="*/ 776284 h 1410656"/>
                  <a:gd name="connsiteX254" fmla="*/ 4171489 w 5260975"/>
                  <a:gd name="connsiteY254" fmla="*/ 754776 h 1410656"/>
                  <a:gd name="connsiteX255" fmla="*/ 4186372 w 5260975"/>
                  <a:gd name="connsiteY255" fmla="*/ 741718 h 1410656"/>
                  <a:gd name="connsiteX256" fmla="*/ 4199429 w 5260975"/>
                  <a:gd name="connsiteY256" fmla="*/ 721940 h 1410656"/>
                  <a:gd name="connsiteX257" fmla="*/ 4212487 w 5260975"/>
                  <a:gd name="connsiteY257" fmla="*/ 674604 h 1410656"/>
                  <a:gd name="connsiteX258" fmla="*/ 4232555 w 5260975"/>
                  <a:gd name="connsiteY258" fmla="*/ 632645 h 1410656"/>
                  <a:gd name="connsiteX259" fmla="*/ 4268657 w 5260975"/>
                  <a:gd name="connsiteY259" fmla="*/ 609410 h 1410656"/>
                  <a:gd name="connsiteX260" fmla="*/ 4291028 w 5260975"/>
                  <a:gd name="connsiteY260" fmla="*/ 597216 h 1410656"/>
                  <a:gd name="connsiteX261" fmla="*/ 4379651 w 5260975"/>
                  <a:gd name="connsiteY261" fmla="*/ 609506 h 1410656"/>
                  <a:gd name="connsiteX262" fmla="*/ 4440139 w 5260975"/>
                  <a:gd name="connsiteY262" fmla="*/ 621507 h 1410656"/>
                  <a:gd name="connsiteX263" fmla="*/ 4460015 w 5260975"/>
                  <a:gd name="connsiteY263" fmla="*/ 616899 h 1410656"/>
                  <a:gd name="connsiteX264" fmla="*/ 4516183 w 5260975"/>
                  <a:gd name="connsiteY264" fmla="*/ 577724 h 1410656"/>
                  <a:gd name="connsiteX265" fmla="*/ 4571681 w 5260975"/>
                  <a:gd name="connsiteY265" fmla="*/ 560250 h 1410656"/>
                  <a:gd name="connsiteX266" fmla="*/ 4613447 w 5260975"/>
                  <a:gd name="connsiteY266" fmla="*/ 555257 h 1410656"/>
                  <a:gd name="connsiteX267" fmla="*/ 4649355 w 5260975"/>
                  <a:gd name="connsiteY267" fmla="*/ 551417 h 1410656"/>
                  <a:gd name="connsiteX268" fmla="*/ 4692467 w 5260975"/>
                  <a:gd name="connsiteY268" fmla="*/ 540663 h 1410656"/>
                  <a:gd name="connsiteX269" fmla="*/ 4716855 w 5260975"/>
                  <a:gd name="connsiteY269" fmla="*/ 528949 h 1410656"/>
                  <a:gd name="connsiteX270" fmla="*/ 4755645 w 5260975"/>
                  <a:gd name="connsiteY270" fmla="*/ 512147 h 1410656"/>
                  <a:gd name="connsiteX271" fmla="*/ 4795395 w 5260975"/>
                  <a:gd name="connsiteY271" fmla="*/ 490351 h 1410656"/>
                  <a:gd name="connsiteX272" fmla="*/ 4825928 w 5260975"/>
                  <a:gd name="connsiteY272" fmla="*/ 459818 h 1410656"/>
                  <a:gd name="connsiteX273" fmla="*/ 4842347 w 5260975"/>
                  <a:gd name="connsiteY273" fmla="*/ 434086 h 1410656"/>
                  <a:gd name="connsiteX274" fmla="*/ 4890451 w 5260975"/>
                  <a:gd name="connsiteY274" fmla="*/ 397216 h 1410656"/>
                  <a:gd name="connsiteX275" fmla="*/ 4933945 w 5260975"/>
                  <a:gd name="connsiteY275" fmla="*/ 327701 h 1410656"/>
                  <a:gd name="connsiteX276" fmla="*/ 4961214 w 5260975"/>
                  <a:gd name="connsiteY276" fmla="*/ 298801 h 1410656"/>
                  <a:gd name="connsiteX277" fmla="*/ 4976672 w 5260975"/>
                  <a:gd name="connsiteY277" fmla="*/ 290639 h 1410656"/>
                  <a:gd name="connsiteX278" fmla="*/ 5002979 w 5260975"/>
                  <a:gd name="connsiteY278" fmla="*/ 270573 h 1410656"/>
                  <a:gd name="connsiteX279" fmla="*/ 5018535 w 5260975"/>
                  <a:gd name="connsiteY279" fmla="*/ 255690 h 1410656"/>
                  <a:gd name="connsiteX280" fmla="*/ 5061069 w 5260975"/>
                  <a:gd name="connsiteY280" fmla="*/ 200961 h 1410656"/>
                  <a:gd name="connsiteX281" fmla="*/ 5074127 w 5260975"/>
                  <a:gd name="connsiteY281" fmla="*/ 184735 h 1410656"/>
                  <a:gd name="connsiteX282" fmla="*/ 5101108 w 5260975"/>
                  <a:gd name="connsiteY282" fmla="*/ 156891 h 1410656"/>
                  <a:gd name="connsiteX283" fmla="*/ 5112918 w 5260975"/>
                  <a:gd name="connsiteY283" fmla="*/ 148441 h 1410656"/>
                  <a:gd name="connsiteX284" fmla="*/ 5133753 w 5260975"/>
                  <a:gd name="connsiteY284" fmla="*/ 125782 h 1410656"/>
                  <a:gd name="connsiteX285" fmla="*/ 5183393 w 5260975"/>
                  <a:gd name="connsiteY285" fmla="*/ 66348 h 1410656"/>
                  <a:gd name="connsiteX286" fmla="*/ 5204709 w 5260975"/>
                  <a:gd name="connsiteY286" fmla="*/ 33030 h 1410656"/>
                  <a:gd name="connsiteX287" fmla="*/ 5247243 w 5260975"/>
                  <a:gd name="connsiteY287" fmla="*/ 8451 h 141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</a:cxnLst>
                <a:rect l="l" t="t" r="r" b="b"/>
                <a:pathLst>
                  <a:path w="5260975" h="1410656">
                    <a:moveTo>
                      <a:pt x="5260975" y="0"/>
                    </a:moveTo>
                    <a:lnTo>
                      <a:pt x="5260975" y="221634"/>
                    </a:lnTo>
                    <a:lnTo>
                      <a:pt x="5226503" y="237063"/>
                    </a:lnTo>
                    <a:cubicBezTo>
                      <a:pt x="5219783" y="239848"/>
                      <a:pt x="5212389" y="241384"/>
                      <a:pt x="5206341" y="245128"/>
                    </a:cubicBezTo>
                    <a:cubicBezTo>
                      <a:pt x="5178495" y="262219"/>
                      <a:pt x="5151515" y="280654"/>
                      <a:pt x="5123287" y="297073"/>
                    </a:cubicBezTo>
                    <a:cubicBezTo>
                      <a:pt x="5094195" y="314067"/>
                      <a:pt x="5068175" y="334134"/>
                      <a:pt x="5048107" y="361307"/>
                    </a:cubicBezTo>
                    <a:cubicBezTo>
                      <a:pt x="5029480" y="386559"/>
                      <a:pt x="5011429" y="412194"/>
                      <a:pt x="4992899" y="437542"/>
                    </a:cubicBezTo>
                    <a:cubicBezTo>
                      <a:pt x="4988194" y="443975"/>
                      <a:pt x="4983873" y="451561"/>
                      <a:pt x="4977440" y="455690"/>
                    </a:cubicBezTo>
                    <a:cubicBezTo>
                      <a:pt x="4964094" y="464331"/>
                      <a:pt x="4949499" y="471340"/>
                      <a:pt x="4935193" y="478445"/>
                    </a:cubicBezTo>
                    <a:cubicBezTo>
                      <a:pt x="4922903" y="484494"/>
                      <a:pt x="4909845" y="489006"/>
                      <a:pt x="4897844" y="495535"/>
                    </a:cubicBezTo>
                    <a:cubicBezTo>
                      <a:pt x="4888243" y="500721"/>
                      <a:pt x="4879697" y="507922"/>
                      <a:pt x="4870767" y="514451"/>
                    </a:cubicBezTo>
                    <a:cubicBezTo>
                      <a:pt x="4862990" y="520115"/>
                      <a:pt x="4854445" y="525012"/>
                      <a:pt x="4847916" y="531830"/>
                    </a:cubicBezTo>
                    <a:cubicBezTo>
                      <a:pt x="4831977" y="548344"/>
                      <a:pt x="4815942" y="564571"/>
                      <a:pt x="4796163" y="576765"/>
                    </a:cubicBezTo>
                    <a:cubicBezTo>
                      <a:pt x="4776672" y="588862"/>
                      <a:pt x="4758237" y="602401"/>
                      <a:pt x="4738843" y="614691"/>
                    </a:cubicBezTo>
                    <a:cubicBezTo>
                      <a:pt x="4719831" y="626693"/>
                      <a:pt x="4702645" y="639846"/>
                      <a:pt x="4692755" y="661162"/>
                    </a:cubicBezTo>
                    <a:cubicBezTo>
                      <a:pt x="4688339" y="670571"/>
                      <a:pt x="4682097" y="680845"/>
                      <a:pt x="4673744" y="686318"/>
                    </a:cubicBezTo>
                    <a:cubicBezTo>
                      <a:pt x="4661838" y="694095"/>
                      <a:pt x="4646764" y="696880"/>
                      <a:pt x="4633801" y="703505"/>
                    </a:cubicBezTo>
                    <a:cubicBezTo>
                      <a:pt x="4618535" y="711282"/>
                      <a:pt x="4600869" y="718003"/>
                      <a:pt x="4590499" y="730389"/>
                    </a:cubicBezTo>
                    <a:cubicBezTo>
                      <a:pt x="4581281" y="741431"/>
                      <a:pt x="4571968" y="750072"/>
                      <a:pt x="4559773" y="757081"/>
                    </a:cubicBezTo>
                    <a:cubicBezTo>
                      <a:pt x="4551229" y="761978"/>
                      <a:pt x="4544892" y="770907"/>
                      <a:pt x="4536059" y="774940"/>
                    </a:cubicBezTo>
                    <a:cubicBezTo>
                      <a:pt x="4524441" y="780317"/>
                      <a:pt x="4512727" y="784542"/>
                      <a:pt x="4502549" y="792895"/>
                    </a:cubicBezTo>
                    <a:cubicBezTo>
                      <a:pt x="4491987" y="801536"/>
                      <a:pt x="4479986" y="808353"/>
                      <a:pt x="4468944" y="816419"/>
                    </a:cubicBezTo>
                    <a:cubicBezTo>
                      <a:pt x="4463087" y="820739"/>
                      <a:pt x="4458286" y="826404"/>
                      <a:pt x="4452622" y="830917"/>
                    </a:cubicBezTo>
                    <a:cubicBezTo>
                      <a:pt x="4442252" y="839174"/>
                      <a:pt x="4431690" y="847239"/>
                      <a:pt x="4421032" y="855016"/>
                    </a:cubicBezTo>
                    <a:cubicBezTo>
                      <a:pt x="4410375" y="862794"/>
                      <a:pt x="4400197" y="871819"/>
                      <a:pt x="4388483" y="877484"/>
                    </a:cubicBezTo>
                    <a:cubicBezTo>
                      <a:pt x="4368513" y="887086"/>
                      <a:pt x="4346717" y="892847"/>
                      <a:pt x="4327321" y="903216"/>
                    </a:cubicBezTo>
                    <a:cubicBezTo>
                      <a:pt x="4307639" y="913777"/>
                      <a:pt x="4289107" y="927028"/>
                      <a:pt x="4271633" y="941046"/>
                    </a:cubicBezTo>
                    <a:cubicBezTo>
                      <a:pt x="4257807" y="952088"/>
                      <a:pt x="4244845" y="963034"/>
                      <a:pt x="4227465" y="968698"/>
                    </a:cubicBezTo>
                    <a:cubicBezTo>
                      <a:pt x="4217768" y="971867"/>
                      <a:pt x="4207591" y="978780"/>
                      <a:pt x="4201733" y="986846"/>
                    </a:cubicBezTo>
                    <a:cubicBezTo>
                      <a:pt x="4189059" y="1004416"/>
                      <a:pt x="4172833" y="1016802"/>
                      <a:pt x="4154494" y="1027364"/>
                    </a:cubicBezTo>
                    <a:cubicBezTo>
                      <a:pt x="4130010" y="1041574"/>
                      <a:pt x="4105814" y="1056072"/>
                      <a:pt x="4081234" y="1069994"/>
                    </a:cubicBezTo>
                    <a:cubicBezTo>
                      <a:pt x="4066737" y="1078252"/>
                      <a:pt x="4052335" y="1086989"/>
                      <a:pt x="4036971" y="1093038"/>
                    </a:cubicBezTo>
                    <a:cubicBezTo>
                      <a:pt x="4005575" y="1105520"/>
                      <a:pt x="3973410" y="1116177"/>
                      <a:pt x="3941725" y="1127796"/>
                    </a:cubicBezTo>
                    <a:cubicBezTo>
                      <a:pt x="3931355" y="1131540"/>
                      <a:pt x="3921561" y="1136917"/>
                      <a:pt x="3910999" y="1140182"/>
                    </a:cubicBezTo>
                    <a:cubicBezTo>
                      <a:pt x="3899573" y="1143734"/>
                      <a:pt x="3887285" y="1144790"/>
                      <a:pt x="3875859" y="1148343"/>
                    </a:cubicBezTo>
                    <a:cubicBezTo>
                      <a:pt x="3856847" y="1154199"/>
                      <a:pt x="3838412" y="1161689"/>
                      <a:pt x="3819401" y="1167642"/>
                    </a:cubicBezTo>
                    <a:cubicBezTo>
                      <a:pt x="3782723" y="1179068"/>
                      <a:pt x="3745949" y="1190014"/>
                      <a:pt x="3709176" y="1200863"/>
                    </a:cubicBezTo>
                    <a:cubicBezTo>
                      <a:pt x="3701303" y="1203168"/>
                      <a:pt x="3692757" y="1203456"/>
                      <a:pt x="3684981" y="1205952"/>
                    </a:cubicBezTo>
                    <a:cubicBezTo>
                      <a:pt x="3664337" y="1212673"/>
                      <a:pt x="3643789" y="1219970"/>
                      <a:pt x="3623338" y="1227363"/>
                    </a:cubicBezTo>
                    <a:cubicBezTo>
                      <a:pt x="3610953" y="1231876"/>
                      <a:pt x="3598854" y="1237445"/>
                      <a:pt x="3586373" y="1241765"/>
                    </a:cubicBezTo>
                    <a:cubicBezTo>
                      <a:pt x="3576387" y="1245222"/>
                      <a:pt x="3566113" y="1247910"/>
                      <a:pt x="3555743" y="1250023"/>
                    </a:cubicBezTo>
                    <a:cubicBezTo>
                      <a:pt x="3546814" y="1251848"/>
                      <a:pt x="3537501" y="1251655"/>
                      <a:pt x="3528667" y="1253864"/>
                    </a:cubicBezTo>
                    <a:cubicBezTo>
                      <a:pt x="3504759" y="1259816"/>
                      <a:pt x="3481140" y="1266538"/>
                      <a:pt x="3457424" y="1272874"/>
                    </a:cubicBezTo>
                    <a:cubicBezTo>
                      <a:pt x="3447919" y="1275371"/>
                      <a:pt x="3438221" y="1277196"/>
                      <a:pt x="3429003" y="1280364"/>
                    </a:cubicBezTo>
                    <a:cubicBezTo>
                      <a:pt x="3404327" y="1288717"/>
                      <a:pt x="3380036" y="1298222"/>
                      <a:pt x="3355264" y="1306096"/>
                    </a:cubicBezTo>
                    <a:cubicBezTo>
                      <a:pt x="3334717" y="1312625"/>
                      <a:pt x="3313593" y="1317329"/>
                      <a:pt x="3292757" y="1323090"/>
                    </a:cubicBezTo>
                    <a:cubicBezTo>
                      <a:pt x="3283924" y="1325587"/>
                      <a:pt x="3275475" y="1329140"/>
                      <a:pt x="3266643" y="1331251"/>
                    </a:cubicBezTo>
                    <a:cubicBezTo>
                      <a:pt x="3246863" y="1336053"/>
                      <a:pt x="3226796" y="1340085"/>
                      <a:pt x="3206921" y="1344886"/>
                    </a:cubicBezTo>
                    <a:cubicBezTo>
                      <a:pt x="3195590" y="1347670"/>
                      <a:pt x="3184645" y="1352663"/>
                      <a:pt x="3173123" y="1354488"/>
                    </a:cubicBezTo>
                    <a:cubicBezTo>
                      <a:pt x="3145759" y="1358808"/>
                      <a:pt x="3118203" y="1361880"/>
                      <a:pt x="3090646" y="1365337"/>
                    </a:cubicBezTo>
                    <a:cubicBezTo>
                      <a:pt x="3062227" y="1368889"/>
                      <a:pt x="3033902" y="1372634"/>
                      <a:pt x="3005480" y="1375802"/>
                    </a:cubicBezTo>
                    <a:cubicBezTo>
                      <a:pt x="2989926" y="1377435"/>
                      <a:pt x="2974275" y="1377723"/>
                      <a:pt x="2958721" y="1379259"/>
                    </a:cubicBezTo>
                    <a:cubicBezTo>
                      <a:pt x="2945087" y="1380604"/>
                      <a:pt x="2931549" y="1383100"/>
                      <a:pt x="2917915" y="1384733"/>
                    </a:cubicBezTo>
                    <a:cubicBezTo>
                      <a:pt x="2906105" y="1386076"/>
                      <a:pt x="2894199" y="1386844"/>
                      <a:pt x="2882389" y="1388189"/>
                    </a:cubicBezTo>
                    <a:cubicBezTo>
                      <a:pt x="2863475" y="1390397"/>
                      <a:pt x="2844655" y="1392894"/>
                      <a:pt x="2825837" y="1395198"/>
                    </a:cubicBezTo>
                    <a:cubicBezTo>
                      <a:pt x="2817964" y="1396062"/>
                      <a:pt x="2809706" y="1398462"/>
                      <a:pt x="2802313" y="1397023"/>
                    </a:cubicBezTo>
                    <a:cubicBezTo>
                      <a:pt x="2783686" y="1393373"/>
                      <a:pt x="2765347" y="1394430"/>
                      <a:pt x="2746816" y="1396926"/>
                    </a:cubicBezTo>
                    <a:cubicBezTo>
                      <a:pt x="2740479" y="1397791"/>
                      <a:pt x="2733662" y="1397598"/>
                      <a:pt x="2727517" y="1395966"/>
                    </a:cubicBezTo>
                    <a:cubicBezTo>
                      <a:pt x="2714939" y="1392701"/>
                      <a:pt x="2702745" y="1388092"/>
                      <a:pt x="2690359" y="1384060"/>
                    </a:cubicBezTo>
                    <a:cubicBezTo>
                      <a:pt x="2689014" y="1383580"/>
                      <a:pt x="2687382" y="1383484"/>
                      <a:pt x="2685943" y="1383196"/>
                    </a:cubicBezTo>
                    <a:cubicBezTo>
                      <a:pt x="2677781" y="1381563"/>
                      <a:pt x="2669717" y="1379931"/>
                      <a:pt x="2661554" y="1378491"/>
                    </a:cubicBezTo>
                    <a:cubicBezTo>
                      <a:pt x="2657138" y="1377723"/>
                      <a:pt x="2652625" y="1377627"/>
                      <a:pt x="2648208" y="1376955"/>
                    </a:cubicBezTo>
                    <a:cubicBezTo>
                      <a:pt x="2631118" y="1374266"/>
                      <a:pt x="2612299" y="1378779"/>
                      <a:pt x="2597512" y="1367162"/>
                    </a:cubicBezTo>
                    <a:cubicBezTo>
                      <a:pt x="2587911" y="1359672"/>
                      <a:pt x="2578597" y="1361401"/>
                      <a:pt x="2568324" y="1362553"/>
                    </a:cubicBezTo>
                    <a:cubicBezTo>
                      <a:pt x="2560547" y="1363417"/>
                      <a:pt x="2552577" y="1363128"/>
                      <a:pt x="2544704" y="1363225"/>
                    </a:cubicBezTo>
                    <a:cubicBezTo>
                      <a:pt x="2530878" y="1363512"/>
                      <a:pt x="2517052" y="1363609"/>
                      <a:pt x="2503225" y="1364089"/>
                    </a:cubicBezTo>
                    <a:cubicBezTo>
                      <a:pt x="2498808" y="1364281"/>
                      <a:pt x="2494297" y="1366682"/>
                      <a:pt x="2489975" y="1366298"/>
                    </a:cubicBezTo>
                    <a:cubicBezTo>
                      <a:pt x="2470004" y="1364473"/>
                      <a:pt x="2450033" y="1361592"/>
                      <a:pt x="2430061" y="1359960"/>
                    </a:cubicBezTo>
                    <a:cubicBezTo>
                      <a:pt x="2418732" y="1359001"/>
                      <a:pt x="2407114" y="1360824"/>
                      <a:pt x="2395880" y="1359480"/>
                    </a:cubicBezTo>
                    <a:cubicBezTo>
                      <a:pt x="2382919" y="1357944"/>
                      <a:pt x="2370245" y="1354008"/>
                      <a:pt x="2357378" y="1351607"/>
                    </a:cubicBezTo>
                    <a:cubicBezTo>
                      <a:pt x="2353826" y="1350935"/>
                      <a:pt x="2349889" y="1351799"/>
                      <a:pt x="2346145" y="1351991"/>
                    </a:cubicBezTo>
                    <a:cubicBezTo>
                      <a:pt x="2341920" y="1352183"/>
                      <a:pt x="2337791" y="1352567"/>
                      <a:pt x="2333567" y="1352663"/>
                    </a:cubicBezTo>
                    <a:cubicBezTo>
                      <a:pt x="2320700" y="1352856"/>
                      <a:pt x="2307835" y="1352567"/>
                      <a:pt x="2294968" y="1353240"/>
                    </a:cubicBezTo>
                    <a:cubicBezTo>
                      <a:pt x="2287095" y="1353624"/>
                      <a:pt x="2278839" y="1357560"/>
                      <a:pt x="2271540" y="1356120"/>
                    </a:cubicBezTo>
                    <a:cubicBezTo>
                      <a:pt x="2256659" y="1353335"/>
                      <a:pt x="2241776" y="1359576"/>
                      <a:pt x="2226895" y="1354392"/>
                    </a:cubicBezTo>
                    <a:cubicBezTo>
                      <a:pt x="2222285" y="1352856"/>
                      <a:pt x="2215948" y="1356696"/>
                      <a:pt x="2210379" y="1356888"/>
                    </a:cubicBezTo>
                    <a:cubicBezTo>
                      <a:pt x="2196457" y="1357368"/>
                      <a:pt x="2182535" y="1357272"/>
                      <a:pt x="2168613" y="1357176"/>
                    </a:cubicBezTo>
                    <a:cubicBezTo>
                      <a:pt x="2156131" y="1357080"/>
                      <a:pt x="2143168" y="1358424"/>
                      <a:pt x="2131167" y="1355736"/>
                    </a:cubicBezTo>
                    <a:cubicBezTo>
                      <a:pt x="2118588" y="1352856"/>
                      <a:pt x="2107259" y="1353240"/>
                      <a:pt x="2095065" y="1356504"/>
                    </a:cubicBezTo>
                    <a:cubicBezTo>
                      <a:pt x="2086711" y="1358712"/>
                      <a:pt x="2077878" y="1359001"/>
                      <a:pt x="2069237" y="1359672"/>
                    </a:cubicBezTo>
                    <a:cubicBezTo>
                      <a:pt x="2059924" y="1360440"/>
                      <a:pt x="2049650" y="1358424"/>
                      <a:pt x="2041201" y="1361592"/>
                    </a:cubicBezTo>
                    <a:cubicBezTo>
                      <a:pt x="2016044" y="1371002"/>
                      <a:pt x="1990216" y="1373018"/>
                      <a:pt x="1963909" y="1373018"/>
                    </a:cubicBezTo>
                    <a:cubicBezTo>
                      <a:pt x="1959107" y="1373018"/>
                      <a:pt x="1954210" y="1371675"/>
                      <a:pt x="1949603" y="1370234"/>
                    </a:cubicBezTo>
                    <a:cubicBezTo>
                      <a:pt x="1922717" y="1361592"/>
                      <a:pt x="1895737" y="1362360"/>
                      <a:pt x="1868373" y="1367641"/>
                    </a:cubicBezTo>
                    <a:cubicBezTo>
                      <a:pt x="1862708" y="1368794"/>
                      <a:pt x="1856372" y="1368986"/>
                      <a:pt x="1850707" y="1367834"/>
                    </a:cubicBezTo>
                    <a:cubicBezTo>
                      <a:pt x="1834768" y="1364473"/>
                      <a:pt x="1819309" y="1358904"/>
                      <a:pt x="1803275" y="1356504"/>
                    </a:cubicBezTo>
                    <a:cubicBezTo>
                      <a:pt x="1776775" y="1352567"/>
                      <a:pt x="1753828" y="1365817"/>
                      <a:pt x="1730112" y="1374459"/>
                    </a:cubicBezTo>
                    <a:cubicBezTo>
                      <a:pt x="1707548" y="1382620"/>
                      <a:pt x="1688345" y="1401055"/>
                      <a:pt x="1661652" y="1396926"/>
                    </a:cubicBezTo>
                    <a:cubicBezTo>
                      <a:pt x="1658965" y="1396542"/>
                      <a:pt x="1655988" y="1399134"/>
                      <a:pt x="1653011" y="1399807"/>
                    </a:cubicBezTo>
                    <a:cubicBezTo>
                      <a:pt x="1644850" y="1401631"/>
                      <a:pt x="1636689" y="1403839"/>
                      <a:pt x="1628431" y="1404704"/>
                    </a:cubicBezTo>
                    <a:cubicBezTo>
                      <a:pt x="1618350" y="1405856"/>
                      <a:pt x="1608076" y="1405472"/>
                      <a:pt x="1597995" y="1406432"/>
                    </a:cubicBezTo>
                    <a:cubicBezTo>
                      <a:pt x="1585032" y="1407584"/>
                      <a:pt x="1572263" y="1410656"/>
                      <a:pt x="1559396" y="1410656"/>
                    </a:cubicBezTo>
                    <a:cubicBezTo>
                      <a:pt x="1549026" y="1410656"/>
                      <a:pt x="1538753" y="1407104"/>
                      <a:pt x="1528480" y="1405375"/>
                    </a:cubicBezTo>
                    <a:cubicBezTo>
                      <a:pt x="1513981" y="1402975"/>
                      <a:pt x="1498042" y="1403647"/>
                      <a:pt x="1485272" y="1397502"/>
                    </a:cubicBezTo>
                    <a:cubicBezTo>
                      <a:pt x="1471639" y="1390973"/>
                      <a:pt x="1458676" y="1387997"/>
                      <a:pt x="1444562" y="1390013"/>
                    </a:cubicBezTo>
                    <a:cubicBezTo>
                      <a:pt x="1439857" y="1390685"/>
                      <a:pt x="1433808" y="1394718"/>
                      <a:pt x="1431696" y="1398846"/>
                    </a:cubicBezTo>
                    <a:cubicBezTo>
                      <a:pt x="1426991" y="1408064"/>
                      <a:pt x="1420559" y="1409697"/>
                      <a:pt x="1411821" y="1406527"/>
                    </a:cubicBezTo>
                    <a:cubicBezTo>
                      <a:pt x="1404236" y="1403839"/>
                      <a:pt x="1394922" y="1402495"/>
                      <a:pt x="1389738" y="1397310"/>
                    </a:cubicBezTo>
                    <a:cubicBezTo>
                      <a:pt x="1375047" y="1382620"/>
                      <a:pt x="1356324" y="1382140"/>
                      <a:pt x="1338081" y="1378204"/>
                    </a:cubicBezTo>
                    <a:cubicBezTo>
                      <a:pt x="1326945" y="1375802"/>
                      <a:pt x="1316574" y="1375707"/>
                      <a:pt x="1305436" y="1377339"/>
                    </a:cubicBezTo>
                    <a:cubicBezTo>
                      <a:pt x="1281241" y="1380988"/>
                      <a:pt x="1257717" y="1375802"/>
                      <a:pt x="1234481" y="1369178"/>
                    </a:cubicBezTo>
                    <a:cubicBezTo>
                      <a:pt x="1219118" y="1364761"/>
                      <a:pt x="1203372" y="1362073"/>
                      <a:pt x="1188106" y="1357560"/>
                    </a:cubicBezTo>
                    <a:cubicBezTo>
                      <a:pt x="1176680" y="1354104"/>
                      <a:pt x="1165255" y="1349975"/>
                      <a:pt x="1154790" y="1344406"/>
                    </a:cubicBezTo>
                    <a:cubicBezTo>
                      <a:pt x="1139618" y="1336244"/>
                      <a:pt x="1126369" y="1323954"/>
                      <a:pt x="1107069" y="1327219"/>
                    </a:cubicBezTo>
                    <a:cubicBezTo>
                      <a:pt x="1090074" y="1330099"/>
                      <a:pt x="1074713" y="1324051"/>
                      <a:pt x="1059158" y="1318290"/>
                    </a:cubicBezTo>
                    <a:cubicBezTo>
                      <a:pt x="1047732" y="1314065"/>
                      <a:pt x="1036308" y="1309744"/>
                      <a:pt x="1024496" y="1307056"/>
                    </a:cubicBezTo>
                    <a:cubicBezTo>
                      <a:pt x="1010478" y="1303887"/>
                      <a:pt x="994635" y="1305232"/>
                      <a:pt x="982153" y="1299374"/>
                    </a:cubicBezTo>
                    <a:cubicBezTo>
                      <a:pt x="969095" y="1293229"/>
                      <a:pt x="958246" y="1297358"/>
                      <a:pt x="946628" y="1299087"/>
                    </a:cubicBezTo>
                    <a:cubicBezTo>
                      <a:pt x="928097" y="1301775"/>
                      <a:pt x="909661" y="1306768"/>
                      <a:pt x="890939" y="1300431"/>
                    </a:cubicBezTo>
                    <a:cubicBezTo>
                      <a:pt x="868184" y="1292750"/>
                      <a:pt x="845620" y="1284493"/>
                      <a:pt x="822769" y="1277196"/>
                    </a:cubicBezTo>
                    <a:cubicBezTo>
                      <a:pt x="813934" y="1274410"/>
                      <a:pt x="804431" y="1273258"/>
                      <a:pt x="795212" y="1272010"/>
                    </a:cubicBezTo>
                    <a:cubicBezTo>
                      <a:pt x="786476" y="1270954"/>
                      <a:pt x="776010" y="1273642"/>
                      <a:pt x="769288" y="1269610"/>
                    </a:cubicBezTo>
                    <a:cubicBezTo>
                      <a:pt x="752005" y="1259241"/>
                      <a:pt x="734243" y="1254152"/>
                      <a:pt x="714271" y="1254152"/>
                    </a:cubicBezTo>
                    <a:cubicBezTo>
                      <a:pt x="706781" y="1254152"/>
                      <a:pt x="699484" y="1249831"/>
                      <a:pt x="691900" y="1249062"/>
                    </a:cubicBezTo>
                    <a:cubicBezTo>
                      <a:pt x="681529" y="1248103"/>
                      <a:pt x="669623" y="1245510"/>
                      <a:pt x="660598" y="1249159"/>
                    </a:cubicBezTo>
                    <a:cubicBezTo>
                      <a:pt x="639379" y="1257800"/>
                      <a:pt x="622193" y="1250599"/>
                      <a:pt x="603662" y="1242054"/>
                    </a:cubicBezTo>
                    <a:cubicBezTo>
                      <a:pt x="585418" y="1233604"/>
                      <a:pt x="566215" y="1226884"/>
                      <a:pt x="546821" y="1221314"/>
                    </a:cubicBezTo>
                    <a:cubicBezTo>
                      <a:pt x="539524" y="1219298"/>
                      <a:pt x="530787" y="1222659"/>
                      <a:pt x="522721" y="1223330"/>
                    </a:cubicBezTo>
                    <a:cubicBezTo>
                      <a:pt x="519840" y="1223523"/>
                      <a:pt x="516671" y="1223811"/>
                      <a:pt x="514080" y="1222851"/>
                    </a:cubicBezTo>
                    <a:cubicBezTo>
                      <a:pt x="489020" y="1213633"/>
                      <a:pt x="463575" y="1206624"/>
                      <a:pt x="436404" y="1211424"/>
                    </a:cubicBezTo>
                    <a:cubicBezTo>
                      <a:pt x="433908" y="1211905"/>
                      <a:pt x="431123" y="1210849"/>
                      <a:pt x="428626" y="1210177"/>
                    </a:cubicBezTo>
                    <a:cubicBezTo>
                      <a:pt x="416432" y="1206720"/>
                      <a:pt x="404526" y="1201247"/>
                      <a:pt x="392141" y="1199999"/>
                    </a:cubicBezTo>
                    <a:cubicBezTo>
                      <a:pt x="361608" y="1196927"/>
                      <a:pt x="330884" y="1195678"/>
                      <a:pt x="300157" y="1193662"/>
                    </a:cubicBezTo>
                    <a:cubicBezTo>
                      <a:pt x="298237" y="1193566"/>
                      <a:pt x="296221" y="1193566"/>
                      <a:pt x="294493" y="1192894"/>
                    </a:cubicBezTo>
                    <a:cubicBezTo>
                      <a:pt x="283163" y="1188765"/>
                      <a:pt x="273274" y="1190110"/>
                      <a:pt x="263671" y="1197982"/>
                    </a:cubicBezTo>
                    <a:cubicBezTo>
                      <a:pt x="259447" y="1201439"/>
                      <a:pt x="253686" y="1203263"/>
                      <a:pt x="248406" y="1205184"/>
                    </a:cubicBezTo>
                    <a:cubicBezTo>
                      <a:pt x="240628" y="1208065"/>
                      <a:pt x="232659" y="1210849"/>
                      <a:pt x="224594" y="1212673"/>
                    </a:cubicBezTo>
                    <a:cubicBezTo>
                      <a:pt x="216624" y="1214401"/>
                      <a:pt x="208079" y="1216801"/>
                      <a:pt x="200398" y="1215458"/>
                    </a:cubicBezTo>
                    <a:cubicBezTo>
                      <a:pt x="186572" y="1213057"/>
                      <a:pt x="173417" y="1207681"/>
                      <a:pt x="159783" y="1204127"/>
                    </a:cubicBezTo>
                    <a:cubicBezTo>
                      <a:pt x="155079" y="1202879"/>
                      <a:pt x="149893" y="1203072"/>
                      <a:pt x="144997" y="1202975"/>
                    </a:cubicBezTo>
                    <a:cubicBezTo>
                      <a:pt x="133763" y="1202688"/>
                      <a:pt x="122241" y="1205472"/>
                      <a:pt x="112064" y="1197503"/>
                    </a:cubicBezTo>
                    <a:cubicBezTo>
                      <a:pt x="102655" y="1190014"/>
                      <a:pt x="93148" y="1192221"/>
                      <a:pt x="83259" y="1197887"/>
                    </a:cubicBezTo>
                    <a:cubicBezTo>
                      <a:pt x="76154" y="1201920"/>
                      <a:pt x="68090" y="1205088"/>
                      <a:pt x="60120" y="1206624"/>
                    </a:cubicBezTo>
                    <a:cubicBezTo>
                      <a:pt x="49174" y="1208736"/>
                      <a:pt x="38324" y="1209601"/>
                      <a:pt x="26514" y="1208352"/>
                    </a:cubicBezTo>
                    <a:cubicBezTo>
                      <a:pt x="18161" y="1207488"/>
                      <a:pt x="11343" y="1207104"/>
                      <a:pt x="4814" y="1202015"/>
                    </a:cubicBezTo>
                    <a:cubicBezTo>
                      <a:pt x="3759" y="1201247"/>
                      <a:pt x="1839" y="1201055"/>
                      <a:pt x="398" y="1201152"/>
                    </a:cubicBezTo>
                    <a:lnTo>
                      <a:pt x="0" y="1201150"/>
                    </a:lnTo>
                    <a:lnTo>
                      <a:pt x="0" y="1004512"/>
                    </a:lnTo>
                    <a:lnTo>
                      <a:pt x="30355" y="1002784"/>
                    </a:lnTo>
                    <a:cubicBezTo>
                      <a:pt x="37748" y="1002111"/>
                      <a:pt x="44853" y="999520"/>
                      <a:pt x="52151" y="997695"/>
                    </a:cubicBezTo>
                    <a:cubicBezTo>
                      <a:pt x="56183" y="996639"/>
                      <a:pt x="60504" y="993855"/>
                      <a:pt x="64248" y="994430"/>
                    </a:cubicBezTo>
                    <a:cubicBezTo>
                      <a:pt x="85948" y="997791"/>
                      <a:pt x="105823" y="989534"/>
                      <a:pt x="126370" y="985405"/>
                    </a:cubicBezTo>
                    <a:cubicBezTo>
                      <a:pt x="135876" y="983485"/>
                      <a:pt x="144805" y="978876"/>
                      <a:pt x="154022" y="975708"/>
                    </a:cubicBezTo>
                    <a:cubicBezTo>
                      <a:pt x="156423" y="974843"/>
                      <a:pt x="159111" y="974075"/>
                      <a:pt x="161512" y="974268"/>
                    </a:cubicBezTo>
                    <a:cubicBezTo>
                      <a:pt x="175242" y="975420"/>
                      <a:pt x="188876" y="977052"/>
                      <a:pt x="202510" y="978300"/>
                    </a:cubicBezTo>
                    <a:cubicBezTo>
                      <a:pt x="214896" y="979452"/>
                      <a:pt x="227378" y="979836"/>
                      <a:pt x="233235" y="993950"/>
                    </a:cubicBezTo>
                    <a:cubicBezTo>
                      <a:pt x="234100" y="996159"/>
                      <a:pt x="236979" y="997791"/>
                      <a:pt x="239188" y="999231"/>
                    </a:cubicBezTo>
                    <a:cubicBezTo>
                      <a:pt x="273274" y="1021411"/>
                      <a:pt x="291516" y="1020835"/>
                      <a:pt x="324834" y="997407"/>
                    </a:cubicBezTo>
                    <a:cubicBezTo>
                      <a:pt x="328290" y="995007"/>
                      <a:pt x="335683" y="993278"/>
                      <a:pt x="337987" y="995198"/>
                    </a:cubicBezTo>
                    <a:cubicBezTo>
                      <a:pt x="357575" y="1011137"/>
                      <a:pt x="378986" y="1009409"/>
                      <a:pt x="401550" y="1004416"/>
                    </a:cubicBezTo>
                    <a:cubicBezTo>
                      <a:pt x="407407" y="1003072"/>
                      <a:pt x="415664" y="1003072"/>
                      <a:pt x="420081" y="1006240"/>
                    </a:cubicBezTo>
                    <a:cubicBezTo>
                      <a:pt x="441108" y="1020930"/>
                      <a:pt x="463672" y="1018819"/>
                      <a:pt x="486523" y="1014498"/>
                    </a:cubicBezTo>
                    <a:cubicBezTo>
                      <a:pt x="490075" y="1013826"/>
                      <a:pt x="494397" y="1010177"/>
                      <a:pt x="495932" y="1006817"/>
                    </a:cubicBezTo>
                    <a:cubicBezTo>
                      <a:pt x="501406" y="994911"/>
                      <a:pt x="511680" y="990878"/>
                      <a:pt x="523009" y="987517"/>
                    </a:cubicBezTo>
                    <a:cubicBezTo>
                      <a:pt x="540868" y="982044"/>
                      <a:pt x="558438" y="975611"/>
                      <a:pt x="576393" y="970427"/>
                    </a:cubicBezTo>
                    <a:cubicBezTo>
                      <a:pt x="580811" y="969179"/>
                      <a:pt x="586283" y="969947"/>
                      <a:pt x="590892" y="971387"/>
                    </a:cubicBezTo>
                    <a:cubicBezTo>
                      <a:pt x="606638" y="976284"/>
                      <a:pt x="616624" y="988574"/>
                      <a:pt x="627569" y="999904"/>
                    </a:cubicBezTo>
                    <a:cubicBezTo>
                      <a:pt x="632370" y="1004897"/>
                      <a:pt x="638995" y="1008449"/>
                      <a:pt x="645429" y="1011329"/>
                    </a:cubicBezTo>
                    <a:cubicBezTo>
                      <a:pt x="662135" y="1018723"/>
                      <a:pt x="679226" y="1025348"/>
                      <a:pt x="696125" y="1032356"/>
                    </a:cubicBezTo>
                    <a:cubicBezTo>
                      <a:pt x="697757" y="1033029"/>
                      <a:pt x="699100" y="1034757"/>
                      <a:pt x="700349" y="1036197"/>
                    </a:cubicBezTo>
                    <a:cubicBezTo>
                      <a:pt x="712831" y="1051368"/>
                      <a:pt x="725216" y="1066634"/>
                      <a:pt x="737795" y="1081804"/>
                    </a:cubicBezTo>
                    <a:cubicBezTo>
                      <a:pt x="740195" y="1084684"/>
                      <a:pt x="743652" y="1086797"/>
                      <a:pt x="746244" y="1089581"/>
                    </a:cubicBezTo>
                    <a:cubicBezTo>
                      <a:pt x="749893" y="1093422"/>
                      <a:pt x="754502" y="1097071"/>
                      <a:pt x="756422" y="1101680"/>
                    </a:cubicBezTo>
                    <a:cubicBezTo>
                      <a:pt x="762374" y="1116177"/>
                      <a:pt x="773801" y="1122419"/>
                      <a:pt x="788202" y="1125108"/>
                    </a:cubicBezTo>
                    <a:cubicBezTo>
                      <a:pt x="801357" y="1127603"/>
                      <a:pt x="814511" y="1129716"/>
                      <a:pt x="827569" y="1132596"/>
                    </a:cubicBezTo>
                    <a:cubicBezTo>
                      <a:pt x="843507" y="1136053"/>
                      <a:pt x="859350" y="1139798"/>
                      <a:pt x="875097" y="1144022"/>
                    </a:cubicBezTo>
                    <a:cubicBezTo>
                      <a:pt x="881913" y="1145847"/>
                      <a:pt x="889115" y="1147959"/>
                      <a:pt x="894972" y="1151704"/>
                    </a:cubicBezTo>
                    <a:cubicBezTo>
                      <a:pt x="911390" y="1162073"/>
                      <a:pt x="928961" y="1169082"/>
                      <a:pt x="948260" y="1166298"/>
                    </a:cubicBezTo>
                    <a:cubicBezTo>
                      <a:pt x="963718" y="1164089"/>
                      <a:pt x="976680" y="1169754"/>
                      <a:pt x="986282" y="1178588"/>
                    </a:cubicBezTo>
                    <a:cubicBezTo>
                      <a:pt x="1003757" y="1194623"/>
                      <a:pt x="1022479" y="1190973"/>
                      <a:pt x="1041107" y="1185789"/>
                    </a:cubicBezTo>
                    <a:cubicBezTo>
                      <a:pt x="1050708" y="1183101"/>
                      <a:pt x="1058581" y="1183485"/>
                      <a:pt x="1067703" y="1186076"/>
                    </a:cubicBezTo>
                    <a:cubicBezTo>
                      <a:pt x="1088826" y="1192126"/>
                      <a:pt x="1102941" y="1208544"/>
                      <a:pt x="1116574" y="1222946"/>
                    </a:cubicBezTo>
                    <a:cubicBezTo>
                      <a:pt x="1128193" y="1235236"/>
                      <a:pt x="1141251" y="1242149"/>
                      <a:pt x="1155557" y="1247335"/>
                    </a:cubicBezTo>
                    <a:cubicBezTo>
                      <a:pt x="1173608" y="1253959"/>
                      <a:pt x="1187914" y="1251464"/>
                      <a:pt x="1196556" y="1235525"/>
                    </a:cubicBezTo>
                    <a:cubicBezTo>
                      <a:pt x="1198956" y="1231012"/>
                      <a:pt x="1203180" y="1225730"/>
                      <a:pt x="1207693" y="1224387"/>
                    </a:cubicBezTo>
                    <a:cubicBezTo>
                      <a:pt x="1229488" y="1217666"/>
                      <a:pt x="1251572" y="1207872"/>
                      <a:pt x="1274904" y="1213826"/>
                    </a:cubicBezTo>
                    <a:cubicBezTo>
                      <a:pt x="1307165" y="1221987"/>
                      <a:pt x="1338658" y="1221507"/>
                      <a:pt x="1370919" y="1213442"/>
                    </a:cubicBezTo>
                    <a:cubicBezTo>
                      <a:pt x="1423247" y="1200383"/>
                      <a:pt x="1475575" y="1186557"/>
                      <a:pt x="1530593" y="1189437"/>
                    </a:cubicBezTo>
                    <a:cubicBezTo>
                      <a:pt x="1539713" y="1189917"/>
                      <a:pt x="1550563" y="1184060"/>
                      <a:pt x="1558436" y="1178299"/>
                    </a:cubicBezTo>
                    <a:cubicBezTo>
                      <a:pt x="1573511" y="1167354"/>
                      <a:pt x="1572838" y="1166489"/>
                      <a:pt x="1589737" y="1175515"/>
                    </a:cubicBezTo>
                    <a:cubicBezTo>
                      <a:pt x="1593770" y="1177724"/>
                      <a:pt x="1598763" y="1179068"/>
                      <a:pt x="1601740" y="1182333"/>
                    </a:cubicBezTo>
                    <a:cubicBezTo>
                      <a:pt x="1616909" y="1198943"/>
                      <a:pt x="1635633" y="1194910"/>
                      <a:pt x="1654259" y="1192510"/>
                    </a:cubicBezTo>
                    <a:cubicBezTo>
                      <a:pt x="1657524" y="1192030"/>
                      <a:pt x="1661460" y="1191358"/>
                      <a:pt x="1664246" y="1192702"/>
                    </a:cubicBezTo>
                    <a:cubicBezTo>
                      <a:pt x="1676823" y="1198750"/>
                      <a:pt x="1687481" y="1196639"/>
                      <a:pt x="1698427" y="1188381"/>
                    </a:cubicBezTo>
                    <a:cubicBezTo>
                      <a:pt x="1707932" y="1181276"/>
                      <a:pt x="1718878" y="1177052"/>
                      <a:pt x="1730112" y="1185885"/>
                    </a:cubicBezTo>
                    <a:cubicBezTo>
                      <a:pt x="1755076" y="1205472"/>
                      <a:pt x="1781767" y="1206432"/>
                      <a:pt x="1809996" y="1194046"/>
                    </a:cubicBezTo>
                    <a:cubicBezTo>
                      <a:pt x="1830159" y="1185213"/>
                      <a:pt x="1850034" y="1183196"/>
                      <a:pt x="1871254" y="1192126"/>
                    </a:cubicBezTo>
                    <a:cubicBezTo>
                      <a:pt x="1879415" y="1195582"/>
                      <a:pt x="1889977" y="1193278"/>
                      <a:pt x="1899482" y="1194046"/>
                    </a:cubicBezTo>
                    <a:cubicBezTo>
                      <a:pt x="1904859" y="1194430"/>
                      <a:pt x="1910813" y="1194526"/>
                      <a:pt x="1915420" y="1196927"/>
                    </a:cubicBezTo>
                    <a:cubicBezTo>
                      <a:pt x="1927711" y="1203072"/>
                      <a:pt x="1939136" y="1210945"/>
                      <a:pt x="1951522" y="1216994"/>
                    </a:cubicBezTo>
                    <a:cubicBezTo>
                      <a:pt x="1957475" y="1219874"/>
                      <a:pt x="1964580" y="1221410"/>
                      <a:pt x="1971302" y="1221507"/>
                    </a:cubicBezTo>
                    <a:cubicBezTo>
                      <a:pt x="1991177" y="1221987"/>
                      <a:pt x="2011052" y="1221987"/>
                      <a:pt x="2030831" y="1221123"/>
                    </a:cubicBezTo>
                    <a:cubicBezTo>
                      <a:pt x="2063476" y="1219778"/>
                      <a:pt x="2096601" y="1219490"/>
                      <a:pt x="2120125" y="1190878"/>
                    </a:cubicBezTo>
                    <a:cubicBezTo>
                      <a:pt x="2122046" y="1188573"/>
                      <a:pt x="2126174" y="1187229"/>
                      <a:pt x="2129439" y="1186845"/>
                    </a:cubicBezTo>
                    <a:cubicBezTo>
                      <a:pt x="2144513" y="1185021"/>
                      <a:pt x="2159971" y="1184828"/>
                      <a:pt x="2174854" y="1181852"/>
                    </a:cubicBezTo>
                    <a:cubicBezTo>
                      <a:pt x="2186760" y="1179452"/>
                      <a:pt x="2196650" y="1180220"/>
                      <a:pt x="2205674" y="1188669"/>
                    </a:cubicBezTo>
                    <a:cubicBezTo>
                      <a:pt x="2217485" y="1199807"/>
                      <a:pt x="2231887" y="1206336"/>
                      <a:pt x="2247634" y="1202784"/>
                    </a:cubicBezTo>
                    <a:cubicBezTo>
                      <a:pt x="2263379" y="1199327"/>
                      <a:pt x="2273749" y="1206816"/>
                      <a:pt x="2285367" y="1214594"/>
                    </a:cubicBezTo>
                    <a:cubicBezTo>
                      <a:pt x="2293817" y="1220258"/>
                      <a:pt x="2303418" y="1227363"/>
                      <a:pt x="2312827" y="1227939"/>
                    </a:cubicBezTo>
                    <a:cubicBezTo>
                      <a:pt x="2334143" y="1229187"/>
                      <a:pt x="2352482" y="1248967"/>
                      <a:pt x="2375622" y="1237733"/>
                    </a:cubicBezTo>
                    <a:cubicBezTo>
                      <a:pt x="2377158" y="1236965"/>
                      <a:pt x="2379942" y="1238885"/>
                      <a:pt x="2382151" y="1239365"/>
                    </a:cubicBezTo>
                    <a:cubicBezTo>
                      <a:pt x="2399817" y="1243014"/>
                      <a:pt x="2416428" y="1239461"/>
                      <a:pt x="2429390" y="1227459"/>
                    </a:cubicBezTo>
                    <a:cubicBezTo>
                      <a:pt x="2446385" y="1211809"/>
                      <a:pt x="2465203" y="1210272"/>
                      <a:pt x="2486134" y="1215362"/>
                    </a:cubicBezTo>
                    <a:cubicBezTo>
                      <a:pt x="2492856" y="1216994"/>
                      <a:pt x="2499577" y="1218146"/>
                      <a:pt x="2506394" y="1219490"/>
                    </a:cubicBezTo>
                    <a:cubicBezTo>
                      <a:pt x="2515611" y="1221410"/>
                      <a:pt x="2524925" y="1223427"/>
                      <a:pt x="2534142" y="1225347"/>
                    </a:cubicBezTo>
                    <a:cubicBezTo>
                      <a:pt x="2543072" y="1227268"/>
                      <a:pt x="2552962" y="1230532"/>
                      <a:pt x="2559874" y="1222275"/>
                    </a:cubicBezTo>
                    <a:cubicBezTo>
                      <a:pt x="2565827" y="1215169"/>
                      <a:pt x="2570052" y="1215842"/>
                      <a:pt x="2575525" y="1221987"/>
                    </a:cubicBezTo>
                    <a:cubicBezTo>
                      <a:pt x="2594536" y="1243494"/>
                      <a:pt x="2617580" y="1256936"/>
                      <a:pt x="2646960" y="1257896"/>
                    </a:cubicBezTo>
                    <a:cubicBezTo>
                      <a:pt x="2653009" y="1258088"/>
                      <a:pt x="2659154" y="1259432"/>
                      <a:pt x="2665107" y="1260873"/>
                    </a:cubicBezTo>
                    <a:cubicBezTo>
                      <a:pt x="2668756" y="1261736"/>
                      <a:pt x="2673173" y="1262697"/>
                      <a:pt x="2675381" y="1265290"/>
                    </a:cubicBezTo>
                    <a:cubicBezTo>
                      <a:pt x="2692567" y="1285068"/>
                      <a:pt x="2713979" y="1298799"/>
                      <a:pt x="2737311" y="1309841"/>
                    </a:cubicBezTo>
                    <a:cubicBezTo>
                      <a:pt x="2745664" y="1313777"/>
                      <a:pt x="2754594" y="1317713"/>
                      <a:pt x="2763619" y="1318866"/>
                    </a:cubicBezTo>
                    <a:cubicBezTo>
                      <a:pt x="2773028" y="1320018"/>
                      <a:pt x="2782917" y="1318098"/>
                      <a:pt x="2792519" y="1317041"/>
                    </a:cubicBezTo>
                    <a:cubicBezTo>
                      <a:pt x="2798184" y="1316466"/>
                      <a:pt x="2804713" y="1316561"/>
                      <a:pt x="2809226" y="1313777"/>
                    </a:cubicBezTo>
                    <a:cubicBezTo>
                      <a:pt x="2823532" y="1305039"/>
                      <a:pt x="2837358" y="1295631"/>
                      <a:pt x="2850705" y="1285452"/>
                    </a:cubicBezTo>
                    <a:cubicBezTo>
                      <a:pt x="2862131" y="1276715"/>
                      <a:pt x="2864435" y="1275467"/>
                      <a:pt x="2874324" y="1286413"/>
                    </a:cubicBezTo>
                    <a:cubicBezTo>
                      <a:pt x="2884502" y="1297647"/>
                      <a:pt x="2897176" y="1303503"/>
                      <a:pt x="2911194" y="1305903"/>
                    </a:cubicBezTo>
                    <a:cubicBezTo>
                      <a:pt x="2933373" y="1309648"/>
                      <a:pt x="2955745" y="1312816"/>
                      <a:pt x="2978116" y="1314641"/>
                    </a:cubicBezTo>
                    <a:cubicBezTo>
                      <a:pt x="2998375" y="1316273"/>
                      <a:pt x="3008073" y="1307440"/>
                      <a:pt x="3012106" y="1287373"/>
                    </a:cubicBezTo>
                    <a:cubicBezTo>
                      <a:pt x="3014410" y="1276235"/>
                      <a:pt x="3017387" y="1264137"/>
                      <a:pt x="3029676" y="1261161"/>
                    </a:cubicBezTo>
                    <a:cubicBezTo>
                      <a:pt x="3049744" y="1256360"/>
                      <a:pt x="3070579" y="1254248"/>
                      <a:pt x="3080469" y="1230724"/>
                    </a:cubicBezTo>
                    <a:cubicBezTo>
                      <a:pt x="3085941" y="1235909"/>
                      <a:pt x="3089302" y="1238981"/>
                      <a:pt x="3092567" y="1242054"/>
                    </a:cubicBezTo>
                    <a:cubicBezTo>
                      <a:pt x="3101592" y="1250599"/>
                      <a:pt x="3120314" y="1254248"/>
                      <a:pt x="3129821" y="1246855"/>
                    </a:cubicBezTo>
                    <a:cubicBezTo>
                      <a:pt x="3143839" y="1236101"/>
                      <a:pt x="3156705" y="1238117"/>
                      <a:pt x="3170147" y="1246471"/>
                    </a:cubicBezTo>
                    <a:cubicBezTo>
                      <a:pt x="3192615" y="1260297"/>
                      <a:pt x="3217674" y="1257128"/>
                      <a:pt x="3240429" y="1251559"/>
                    </a:cubicBezTo>
                    <a:cubicBezTo>
                      <a:pt x="3257617" y="1247430"/>
                      <a:pt x="3275956" y="1239845"/>
                      <a:pt x="3287189" y="1222466"/>
                    </a:cubicBezTo>
                    <a:cubicBezTo>
                      <a:pt x="3290741" y="1216898"/>
                      <a:pt x="3298711" y="1214113"/>
                      <a:pt x="3305049" y="1210465"/>
                    </a:cubicBezTo>
                    <a:cubicBezTo>
                      <a:pt x="3310329" y="1207488"/>
                      <a:pt x="3315898" y="1204704"/>
                      <a:pt x="3321755" y="1202784"/>
                    </a:cubicBezTo>
                    <a:cubicBezTo>
                      <a:pt x="3327995" y="1200671"/>
                      <a:pt x="3334909" y="1197598"/>
                      <a:pt x="3341055" y="1198463"/>
                    </a:cubicBezTo>
                    <a:cubicBezTo>
                      <a:pt x="3359681" y="1200959"/>
                      <a:pt x="3374467" y="1196062"/>
                      <a:pt x="3387621" y="1182140"/>
                    </a:cubicBezTo>
                    <a:cubicBezTo>
                      <a:pt x="3394439" y="1174939"/>
                      <a:pt x="3404520" y="1166202"/>
                      <a:pt x="3413161" y="1166105"/>
                    </a:cubicBezTo>
                    <a:cubicBezTo>
                      <a:pt x="3434189" y="1165818"/>
                      <a:pt x="3451663" y="1158905"/>
                      <a:pt x="3470579" y="1150647"/>
                    </a:cubicBezTo>
                    <a:cubicBezTo>
                      <a:pt x="3482772" y="1145366"/>
                      <a:pt x="3496598" y="1141718"/>
                      <a:pt x="3509657" y="1136821"/>
                    </a:cubicBezTo>
                    <a:cubicBezTo>
                      <a:pt x="3524923" y="1131060"/>
                      <a:pt x="3541534" y="1128948"/>
                      <a:pt x="3550847" y="1113009"/>
                    </a:cubicBezTo>
                    <a:cubicBezTo>
                      <a:pt x="3551903" y="1111281"/>
                      <a:pt x="3555072" y="1110993"/>
                      <a:pt x="3556608" y="1109361"/>
                    </a:cubicBezTo>
                    <a:cubicBezTo>
                      <a:pt x="3561505" y="1104368"/>
                      <a:pt x="3567842" y="1099760"/>
                      <a:pt x="3570435" y="1093710"/>
                    </a:cubicBezTo>
                    <a:cubicBezTo>
                      <a:pt x="3577923" y="1076044"/>
                      <a:pt x="3583780" y="1057800"/>
                      <a:pt x="3590501" y="1039846"/>
                    </a:cubicBezTo>
                    <a:cubicBezTo>
                      <a:pt x="3591942" y="1036005"/>
                      <a:pt x="3593285" y="1031108"/>
                      <a:pt x="3596263" y="1028900"/>
                    </a:cubicBezTo>
                    <a:cubicBezTo>
                      <a:pt x="3613449" y="1016226"/>
                      <a:pt x="3630925" y="1004032"/>
                      <a:pt x="3648591" y="992030"/>
                    </a:cubicBezTo>
                    <a:cubicBezTo>
                      <a:pt x="3655696" y="987229"/>
                      <a:pt x="3661649" y="989918"/>
                      <a:pt x="3667986" y="995487"/>
                    </a:cubicBezTo>
                    <a:cubicBezTo>
                      <a:pt x="3674131" y="1000768"/>
                      <a:pt x="3681717" y="1006240"/>
                      <a:pt x="3689397" y="1007585"/>
                    </a:cubicBezTo>
                    <a:cubicBezTo>
                      <a:pt x="3704760" y="1010177"/>
                      <a:pt x="3720698" y="1010753"/>
                      <a:pt x="3736349" y="1010753"/>
                    </a:cubicBezTo>
                    <a:cubicBezTo>
                      <a:pt x="3742205" y="1010753"/>
                      <a:pt x="3748446" y="1007297"/>
                      <a:pt x="3753919" y="1004513"/>
                    </a:cubicBezTo>
                    <a:cubicBezTo>
                      <a:pt x="3764289" y="999231"/>
                      <a:pt x="3773890" y="992126"/>
                      <a:pt x="3784643" y="987710"/>
                    </a:cubicBezTo>
                    <a:cubicBezTo>
                      <a:pt x="3797126" y="982621"/>
                      <a:pt x="3804615" y="974459"/>
                      <a:pt x="3808359" y="961689"/>
                    </a:cubicBezTo>
                    <a:cubicBezTo>
                      <a:pt x="3813929" y="942679"/>
                      <a:pt x="3827179" y="929428"/>
                      <a:pt x="3842829" y="918674"/>
                    </a:cubicBezTo>
                    <a:cubicBezTo>
                      <a:pt x="3862705" y="904944"/>
                      <a:pt x="3886421" y="905616"/>
                      <a:pt x="3908983" y="902256"/>
                    </a:cubicBezTo>
                    <a:cubicBezTo>
                      <a:pt x="3917625" y="901008"/>
                      <a:pt x="3926555" y="899951"/>
                      <a:pt x="3934428" y="896783"/>
                    </a:cubicBezTo>
                    <a:cubicBezTo>
                      <a:pt x="3964288" y="884877"/>
                      <a:pt x="3994149" y="873548"/>
                      <a:pt x="4026987" y="873835"/>
                    </a:cubicBezTo>
                    <a:cubicBezTo>
                      <a:pt x="4029674" y="873835"/>
                      <a:pt x="4032363" y="873548"/>
                      <a:pt x="4035051" y="873067"/>
                    </a:cubicBezTo>
                    <a:cubicBezTo>
                      <a:pt x="4058383" y="869131"/>
                      <a:pt x="4082483" y="867594"/>
                      <a:pt x="4099189" y="846664"/>
                    </a:cubicBezTo>
                    <a:cubicBezTo>
                      <a:pt x="4102261" y="842823"/>
                      <a:pt x="4109271" y="841671"/>
                      <a:pt x="4114647" y="840134"/>
                    </a:cubicBezTo>
                    <a:cubicBezTo>
                      <a:pt x="4123961" y="837638"/>
                      <a:pt x="4130203" y="832549"/>
                      <a:pt x="4133563" y="823427"/>
                    </a:cubicBezTo>
                    <a:cubicBezTo>
                      <a:pt x="4139229" y="807681"/>
                      <a:pt x="4145949" y="792223"/>
                      <a:pt x="4151039" y="776284"/>
                    </a:cubicBezTo>
                    <a:cubicBezTo>
                      <a:pt x="4154591" y="765338"/>
                      <a:pt x="4161215" y="759289"/>
                      <a:pt x="4171489" y="754776"/>
                    </a:cubicBezTo>
                    <a:cubicBezTo>
                      <a:pt x="4177251" y="752280"/>
                      <a:pt x="4182243" y="746808"/>
                      <a:pt x="4186372" y="741718"/>
                    </a:cubicBezTo>
                    <a:cubicBezTo>
                      <a:pt x="4191365" y="735573"/>
                      <a:pt x="4193957" y="727412"/>
                      <a:pt x="4199429" y="721940"/>
                    </a:cubicBezTo>
                    <a:cubicBezTo>
                      <a:pt x="4212775" y="708305"/>
                      <a:pt x="4216905" y="693231"/>
                      <a:pt x="4212487" y="674604"/>
                    </a:cubicBezTo>
                    <a:cubicBezTo>
                      <a:pt x="4208551" y="658090"/>
                      <a:pt x="4218921" y="636006"/>
                      <a:pt x="4232555" y="632645"/>
                    </a:cubicBezTo>
                    <a:cubicBezTo>
                      <a:pt x="4247629" y="628900"/>
                      <a:pt x="4257999" y="619684"/>
                      <a:pt x="4268657" y="609410"/>
                    </a:cubicBezTo>
                    <a:cubicBezTo>
                      <a:pt x="4274609" y="603649"/>
                      <a:pt x="4282963" y="598656"/>
                      <a:pt x="4291028" y="597216"/>
                    </a:cubicBezTo>
                    <a:cubicBezTo>
                      <a:pt x="4321657" y="591647"/>
                      <a:pt x="4350557" y="598464"/>
                      <a:pt x="4379651" y="609506"/>
                    </a:cubicBezTo>
                    <a:cubicBezTo>
                      <a:pt x="4398661" y="616707"/>
                      <a:pt x="4419784" y="618627"/>
                      <a:pt x="4440139" y="621507"/>
                    </a:cubicBezTo>
                    <a:cubicBezTo>
                      <a:pt x="4446477" y="622371"/>
                      <a:pt x="4454542" y="620452"/>
                      <a:pt x="4460015" y="616899"/>
                    </a:cubicBezTo>
                    <a:cubicBezTo>
                      <a:pt x="4479218" y="604609"/>
                      <a:pt x="4498325" y="591935"/>
                      <a:pt x="4516183" y="577724"/>
                    </a:cubicBezTo>
                    <a:cubicBezTo>
                      <a:pt x="4532795" y="564379"/>
                      <a:pt x="4551517" y="558810"/>
                      <a:pt x="4571681" y="560250"/>
                    </a:cubicBezTo>
                    <a:cubicBezTo>
                      <a:pt x="4586371" y="561306"/>
                      <a:pt x="4599621" y="558905"/>
                      <a:pt x="4613447" y="555257"/>
                    </a:cubicBezTo>
                    <a:cubicBezTo>
                      <a:pt x="4624969" y="552185"/>
                      <a:pt x="4637643" y="550072"/>
                      <a:pt x="4649355" y="551417"/>
                    </a:cubicBezTo>
                    <a:cubicBezTo>
                      <a:pt x="4665775" y="553337"/>
                      <a:pt x="4679313" y="550553"/>
                      <a:pt x="4692467" y="540663"/>
                    </a:cubicBezTo>
                    <a:cubicBezTo>
                      <a:pt x="4699476" y="535382"/>
                      <a:pt x="4708502" y="532598"/>
                      <a:pt x="4716855" y="528949"/>
                    </a:cubicBezTo>
                    <a:cubicBezTo>
                      <a:pt x="4729721" y="523284"/>
                      <a:pt x="4743067" y="518483"/>
                      <a:pt x="4755645" y="512147"/>
                    </a:cubicBezTo>
                    <a:cubicBezTo>
                      <a:pt x="4769183" y="505425"/>
                      <a:pt x="4781569" y="496112"/>
                      <a:pt x="4795395" y="490351"/>
                    </a:cubicBezTo>
                    <a:cubicBezTo>
                      <a:pt x="4810278" y="484110"/>
                      <a:pt x="4819879" y="474605"/>
                      <a:pt x="4825928" y="459818"/>
                    </a:cubicBezTo>
                    <a:cubicBezTo>
                      <a:pt x="4829769" y="450504"/>
                      <a:pt x="4835049" y="440615"/>
                      <a:pt x="4842347" y="434086"/>
                    </a:cubicBezTo>
                    <a:cubicBezTo>
                      <a:pt x="4857422" y="420740"/>
                      <a:pt x="4875087" y="410370"/>
                      <a:pt x="4890451" y="397216"/>
                    </a:cubicBezTo>
                    <a:cubicBezTo>
                      <a:pt x="4912054" y="378781"/>
                      <a:pt x="4932025" y="359194"/>
                      <a:pt x="4933945" y="327701"/>
                    </a:cubicBezTo>
                    <a:cubicBezTo>
                      <a:pt x="4935001" y="310322"/>
                      <a:pt x="4944219" y="302929"/>
                      <a:pt x="4961214" y="298801"/>
                    </a:cubicBezTo>
                    <a:cubicBezTo>
                      <a:pt x="4966878" y="297457"/>
                      <a:pt x="4974945" y="294864"/>
                      <a:pt x="4976672" y="290639"/>
                    </a:cubicBezTo>
                    <a:cubicBezTo>
                      <a:pt x="4981857" y="278061"/>
                      <a:pt x="4992610" y="275565"/>
                      <a:pt x="5002979" y="270573"/>
                    </a:cubicBezTo>
                    <a:cubicBezTo>
                      <a:pt x="5009221" y="267596"/>
                      <a:pt x="5016903" y="261739"/>
                      <a:pt x="5018535" y="255690"/>
                    </a:cubicBezTo>
                    <a:cubicBezTo>
                      <a:pt x="5025255" y="231206"/>
                      <a:pt x="5043690" y="216804"/>
                      <a:pt x="5061069" y="200961"/>
                    </a:cubicBezTo>
                    <a:cubicBezTo>
                      <a:pt x="5066158" y="196256"/>
                      <a:pt x="5071631" y="190879"/>
                      <a:pt x="5074127" y="184735"/>
                    </a:cubicBezTo>
                    <a:cubicBezTo>
                      <a:pt x="5079409" y="171484"/>
                      <a:pt x="5087281" y="161882"/>
                      <a:pt x="5101108" y="156891"/>
                    </a:cubicBezTo>
                    <a:cubicBezTo>
                      <a:pt x="5105524" y="155354"/>
                      <a:pt x="5109557" y="151801"/>
                      <a:pt x="5112918" y="148441"/>
                    </a:cubicBezTo>
                    <a:cubicBezTo>
                      <a:pt x="5120119" y="141144"/>
                      <a:pt x="5126167" y="132598"/>
                      <a:pt x="5133753" y="125782"/>
                    </a:cubicBezTo>
                    <a:cubicBezTo>
                      <a:pt x="5153051" y="108211"/>
                      <a:pt x="5172159" y="90928"/>
                      <a:pt x="5183393" y="66348"/>
                    </a:cubicBezTo>
                    <a:cubicBezTo>
                      <a:pt x="5188865" y="54346"/>
                      <a:pt x="5195107" y="41288"/>
                      <a:pt x="5204709" y="33030"/>
                    </a:cubicBezTo>
                    <a:cubicBezTo>
                      <a:pt x="5216903" y="22565"/>
                      <a:pt x="5232937" y="16612"/>
                      <a:pt x="5247243" y="8451"/>
                    </a:cubicBezTo>
                    <a:close/>
                  </a:path>
                </a:pathLst>
              </a:custGeom>
              <a:blipFill dpi="0" rotWithShape="1">
                <a:blip r:embed="rId2">
                  <a:alphaModFix amt="57000"/>
                </a:blip>
                <a:srcRect/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" name="Tartalom helye 6" descr="A képen diagram, szöveg, képernyőkép, Tervrajz látható&#10;&#10;Lehet, hogy az AI által létrehozott tartalom helytelen.">
            <a:extLst>
              <a:ext uri="{FF2B5EF4-FFF2-40B4-BE49-F238E27FC236}">
                <a16:creationId xmlns:a16="http://schemas.microsoft.com/office/drawing/2014/main" id="{285D7E1B-E120-0540-18F1-84DB42EAB3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91751" y="1350833"/>
            <a:ext cx="4269473" cy="3063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347259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928E8C1-5D1E-8F4C-BCD7-8E0779E37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41752"/>
            <a:ext cx="439102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Internet szimuláció (Cloud)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7E00992F-F085-2617-3BC0-DF6DE3911A69}"/>
              </a:ext>
            </a:extLst>
          </p:cNvPr>
          <p:cNvSpPr txBox="1"/>
          <p:nvPr/>
        </p:nvSpPr>
        <p:spPr>
          <a:xfrm>
            <a:off x="838200" y="3146400"/>
            <a:ext cx="4391024" cy="2454300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bg1">
                    <a:alpha val="80000"/>
                  </a:schemeClr>
                </a:solidFill>
              </a:rPr>
              <a:t>Az </a:t>
            </a:r>
            <a:r>
              <a:rPr lang="en-US" sz="2800" err="1">
                <a:solidFill>
                  <a:schemeClr val="bg1">
                    <a:alpha val="80000"/>
                  </a:schemeClr>
                </a:solidFill>
              </a:rPr>
              <a:t>amerikai</a:t>
            </a:r>
            <a:r>
              <a:rPr lang="en-US" sz="280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800" err="1">
                <a:solidFill>
                  <a:schemeClr val="bg1">
                    <a:alpha val="80000"/>
                  </a:schemeClr>
                </a:solidFill>
              </a:rPr>
              <a:t>telephelyhez</a:t>
            </a:r>
            <a:r>
              <a:rPr lang="en-US" sz="280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800" err="1">
                <a:solidFill>
                  <a:schemeClr val="bg1">
                    <a:alpha val="80000"/>
                  </a:schemeClr>
                </a:solidFill>
              </a:rPr>
              <a:t>csatlakozás</a:t>
            </a:r>
            <a:r>
              <a:rPr lang="en-US" sz="280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800" err="1">
                <a:solidFill>
                  <a:schemeClr val="bg1">
                    <a:alpha val="80000"/>
                  </a:schemeClr>
                </a:solidFill>
              </a:rPr>
              <a:t>egy</a:t>
            </a:r>
            <a:r>
              <a:rPr lang="en-US" sz="2800">
                <a:solidFill>
                  <a:schemeClr val="bg1">
                    <a:alpha val="80000"/>
                  </a:schemeClr>
                </a:solidFill>
              </a:rPr>
              <a:t> ISP internet </a:t>
            </a:r>
            <a:r>
              <a:rPr lang="en-US" sz="2800" err="1">
                <a:solidFill>
                  <a:schemeClr val="bg1">
                    <a:alpha val="80000"/>
                  </a:schemeClr>
                </a:solidFill>
              </a:rPr>
              <a:t>szimulációval</a:t>
            </a:r>
            <a:r>
              <a:rPr lang="en-US" sz="2800">
                <a:solidFill>
                  <a:schemeClr val="bg1">
                    <a:alpha val="80000"/>
                  </a:schemeClr>
                </a:solidFill>
              </a:rPr>
              <a:t> van </a:t>
            </a:r>
            <a:r>
              <a:rPr lang="en-US" sz="2800" err="1">
                <a:solidFill>
                  <a:schemeClr val="bg1">
                    <a:alpha val="80000"/>
                  </a:schemeClr>
                </a:solidFill>
              </a:rPr>
              <a:t>megoldva</a:t>
            </a:r>
            <a:r>
              <a:rPr lang="en-US" sz="2800">
                <a:solidFill>
                  <a:schemeClr val="bg1">
                    <a:alpha val="80000"/>
                  </a:schemeClr>
                </a:solidFill>
              </a:rPr>
              <a:t>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bg1">
                    <a:alpha val="80000"/>
                  </a:schemeClr>
                </a:solidFill>
              </a:rPr>
              <a:t>Frame Relay a </a:t>
            </a:r>
            <a:r>
              <a:rPr lang="en-US" sz="2800" err="1">
                <a:solidFill>
                  <a:schemeClr val="bg1">
                    <a:alpha val="80000"/>
                  </a:schemeClr>
                </a:solidFill>
              </a:rPr>
              <a:t>Cloudban</a:t>
            </a:r>
            <a:r>
              <a:rPr lang="en-US" sz="2800">
                <a:solidFill>
                  <a:schemeClr val="bg1">
                    <a:alpha val="80000"/>
                  </a:schemeClr>
                </a:solidFill>
              </a:rPr>
              <a:t>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44E3F87-3D58-4B03-86B2-15A5C5B9C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96000" y="841376"/>
            <a:ext cx="5260976" cy="4707593"/>
            <a:chOff x="6096000" y="841376"/>
            <a:chExt cx="5260976" cy="4707593"/>
          </a:xfrm>
          <a:effectLst>
            <a:outerShdw blurRad="381000" dist="152400" dir="5400000" algn="ctr" rotWithShape="0">
              <a:srgbClr val="000000">
                <a:alpha val="10000"/>
              </a:srgbClr>
            </a:outerShdw>
          </a:effectLst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4D09509-F6FC-47A6-B196-CCCFD8E830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96001" y="841376"/>
              <a:ext cx="5260975" cy="4707593"/>
              <a:chOff x="6096001" y="841376"/>
              <a:chExt cx="5260975" cy="4707593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BA5B9D66-192D-4F12-964D-2B23A1D275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96001" y="841376"/>
                <a:ext cx="5260975" cy="4707593"/>
              </a:xfrm>
              <a:custGeom>
                <a:avLst/>
                <a:gdLst>
                  <a:gd name="connsiteX0" fmla="*/ 0 w 5260975"/>
                  <a:gd name="connsiteY0" fmla="*/ 0 h 4707593"/>
                  <a:gd name="connsiteX1" fmla="*/ 5260975 w 5260975"/>
                  <a:gd name="connsiteY1" fmla="*/ 0 h 4707593"/>
                  <a:gd name="connsiteX2" fmla="*/ 5260975 w 5260975"/>
                  <a:gd name="connsiteY2" fmla="*/ 3296937 h 4707593"/>
                  <a:gd name="connsiteX3" fmla="*/ 5260975 w 5260975"/>
                  <a:gd name="connsiteY3" fmla="*/ 3518571 h 4707593"/>
                  <a:gd name="connsiteX4" fmla="*/ 5226503 w 5260975"/>
                  <a:gd name="connsiteY4" fmla="*/ 3534000 h 4707593"/>
                  <a:gd name="connsiteX5" fmla="*/ 5206341 w 5260975"/>
                  <a:gd name="connsiteY5" fmla="*/ 3542065 h 4707593"/>
                  <a:gd name="connsiteX6" fmla="*/ 5123287 w 5260975"/>
                  <a:gd name="connsiteY6" fmla="*/ 3594010 h 4707593"/>
                  <a:gd name="connsiteX7" fmla="*/ 5048107 w 5260975"/>
                  <a:gd name="connsiteY7" fmla="*/ 3658244 h 4707593"/>
                  <a:gd name="connsiteX8" fmla="*/ 4992899 w 5260975"/>
                  <a:gd name="connsiteY8" fmla="*/ 3734479 h 4707593"/>
                  <a:gd name="connsiteX9" fmla="*/ 4977440 w 5260975"/>
                  <a:gd name="connsiteY9" fmla="*/ 3752627 h 4707593"/>
                  <a:gd name="connsiteX10" fmla="*/ 4935193 w 5260975"/>
                  <a:gd name="connsiteY10" fmla="*/ 3775382 h 4707593"/>
                  <a:gd name="connsiteX11" fmla="*/ 4897844 w 5260975"/>
                  <a:gd name="connsiteY11" fmla="*/ 3792472 h 4707593"/>
                  <a:gd name="connsiteX12" fmla="*/ 4870767 w 5260975"/>
                  <a:gd name="connsiteY12" fmla="*/ 3811388 h 4707593"/>
                  <a:gd name="connsiteX13" fmla="*/ 4847916 w 5260975"/>
                  <a:gd name="connsiteY13" fmla="*/ 3828767 h 4707593"/>
                  <a:gd name="connsiteX14" fmla="*/ 4796163 w 5260975"/>
                  <a:gd name="connsiteY14" fmla="*/ 3873702 h 4707593"/>
                  <a:gd name="connsiteX15" fmla="*/ 4738843 w 5260975"/>
                  <a:gd name="connsiteY15" fmla="*/ 3911628 h 4707593"/>
                  <a:gd name="connsiteX16" fmla="*/ 4692755 w 5260975"/>
                  <a:gd name="connsiteY16" fmla="*/ 3958099 h 4707593"/>
                  <a:gd name="connsiteX17" fmla="*/ 4673744 w 5260975"/>
                  <a:gd name="connsiteY17" fmla="*/ 3983255 h 4707593"/>
                  <a:gd name="connsiteX18" fmla="*/ 4633801 w 5260975"/>
                  <a:gd name="connsiteY18" fmla="*/ 4000442 h 4707593"/>
                  <a:gd name="connsiteX19" fmla="*/ 4590499 w 5260975"/>
                  <a:gd name="connsiteY19" fmla="*/ 4027326 h 4707593"/>
                  <a:gd name="connsiteX20" fmla="*/ 4559773 w 5260975"/>
                  <a:gd name="connsiteY20" fmla="*/ 4054018 h 4707593"/>
                  <a:gd name="connsiteX21" fmla="*/ 4536059 w 5260975"/>
                  <a:gd name="connsiteY21" fmla="*/ 4071877 h 4707593"/>
                  <a:gd name="connsiteX22" fmla="*/ 4502549 w 5260975"/>
                  <a:gd name="connsiteY22" fmla="*/ 4089832 h 4707593"/>
                  <a:gd name="connsiteX23" fmla="*/ 4468944 w 5260975"/>
                  <a:gd name="connsiteY23" fmla="*/ 4113356 h 4707593"/>
                  <a:gd name="connsiteX24" fmla="*/ 4452622 w 5260975"/>
                  <a:gd name="connsiteY24" fmla="*/ 4127854 h 4707593"/>
                  <a:gd name="connsiteX25" fmla="*/ 4421032 w 5260975"/>
                  <a:gd name="connsiteY25" fmla="*/ 4151953 h 4707593"/>
                  <a:gd name="connsiteX26" fmla="*/ 4388483 w 5260975"/>
                  <a:gd name="connsiteY26" fmla="*/ 4174421 h 4707593"/>
                  <a:gd name="connsiteX27" fmla="*/ 4327321 w 5260975"/>
                  <a:gd name="connsiteY27" fmla="*/ 4200153 h 4707593"/>
                  <a:gd name="connsiteX28" fmla="*/ 4271633 w 5260975"/>
                  <a:gd name="connsiteY28" fmla="*/ 4237983 h 4707593"/>
                  <a:gd name="connsiteX29" fmla="*/ 4227465 w 5260975"/>
                  <a:gd name="connsiteY29" fmla="*/ 4265635 h 4707593"/>
                  <a:gd name="connsiteX30" fmla="*/ 4201733 w 5260975"/>
                  <a:gd name="connsiteY30" fmla="*/ 4283783 h 4707593"/>
                  <a:gd name="connsiteX31" fmla="*/ 4154494 w 5260975"/>
                  <a:gd name="connsiteY31" fmla="*/ 4324301 h 4707593"/>
                  <a:gd name="connsiteX32" fmla="*/ 4081234 w 5260975"/>
                  <a:gd name="connsiteY32" fmla="*/ 4366931 h 4707593"/>
                  <a:gd name="connsiteX33" fmla="*/ 4036971 w 5260975"/>
                  <a:gd name="connsiteY33" fmla="*/ 4389975 h 4707593"/>
                  <a:gd name="connsiteX34" fmla="*/ 3941725 w 5260975"/>
                  <a:gd name="connsiteY34" fmla="*/ 4424733 h 4707593"/>
                  <a:gd name="connsiteX35" fmla="*/ 3910999 w 5260975"/>
                  <a:gd name="connsiteY35" fmla="*/ 4437119 h 4707593"/>
                  <a:gd name="connsiteX36" fmla="*/ 3875859 w 5260975"/>
                  <a:gd name="connsiteY36" fmla="*/ 4445280 h 4707593"/>
                  <a:gd name="connsiteX37" fmla="*/ 3819401 w 5260975"/>
                  <a:gd name="connsiteY37" fmla="*/ 4464579 h 4707593"/>
                  <a:gd name="connsiteX38" fmla="*/ 3709176 w 5260975"/>
                  <a:gd name="connsiteY38" fmla="*/ 4497800 h 4707593"/>
                  <a:gd name="connsiteX39" fmla="*/ 3684981 w 5260975"/>
                  <a:gd name="connsiteY39" fmla="*/ 4502889 h 4707593"/>
                  <a:gd name="connsiteX40" fmla="*/ 3623338 w 5260975"/>
                  <a:gd name="connsiteY40" fmla="*/ 4524300 h 4707593"/>
                  <a:gd name="connsiteX41" fmla="*/ 3586373 w 5260975"/>
                  <a:gd name="connsiteY41" fmla="*/ 4538702 h 4707593"/>
                  <a:gd name="connsiteX42" fmla="*/ 3555743 w 5260975"/>
                  <a:gd name="connsiteY42" fmla="*/ 4546960 h 4707593"/>
                  <a:gd name="connsiteX43" fmla="*/ 3528667 w 5260975"/>
                  <a:gd name="connsiteY43" fmla="*/ 4550801 h 4707593"/>
                  <a:gd name="connsiteX44" fmla="*/ 3457424 w 5260975"/>
                  <a:gd name="connsiteY44" fmla="*/ 4569811 h 4707593"/>
                  <a:gd name="connsiteX45" fmla="*/ 3429003 w 5260975"/>
                  <a:gd name="connsiteY45" fmla="*/ 4577301 h 4707593"/>
                  <a:gd name="connsiteX46" fmla="*/ 3355264 w 5260975"/>
                  <a:gd name="connsiteY46" fmla="*/ 4603033 h 4707593"/>
                  <a:gd name="connsiteX47" fmla="*/ 3292757 w 5260975"/>
                  <a:gd name="connsiteY47" fmla="*/ 4620027 h 4707593"/>
                  <a:gd name="connsiteX48" fmla="*/ 3266643 w 5260975"/>
                  <a:gd name="connsiteY48" fmla="*/ 4628188 h 4707593"/>
                  <a:gd name="connsiteX49" fmla="*/ 3206921 w 5260975"/>
                  <a:gd name="connsiteY49" fmla="*/ 4641823 h 4707593"/>
                  <a:gd name="connsiteX50" fmla="*/ 3173123 w 5260975"/>
                  <a:gd name="connsiteY50" fmla="*/ 4651425 h 4707593"/>
                  <a:gd name="connsiteX51" fmla="*/ 3090646 w 5260975"/>
                  <a:gd name="connsiteY51" fmla="*/ 4662274 h 4707593"/>
                  <a:gd name="connsiteX52" fmla="*/ 3005480 w 5260975"/>
                  <a:gd name="connsiteY52" fmla="*/ 4672739 h 4707593"/>
                  <a:gd name="connsiteX53" fmla="*/ 2958721 w 5260975"/>
                  <a:gd name="connsiteY53" fmla="*/ 4676196 h 4707593"/>
                  <a:gd name="connsiteX54" fmla="*/ 2917915 w 5260975"/>
                  <a:gd name="connsiteY54" fmla="*/ 4681670 h 4707593"/>
                  <a:gd name="connsiteX55" fmla="*/ 2882389 w 5260975"/>
                  <a:gd name="connsiteY55" fmla="*/ 4685126 h 4707593"/>
                  <a:gd name="connsiteX56" fmla="*/ 2825837 w 5260975"/>
                  <a:gd name="connsiteY56" fmla="*/ 4692135 h 4707593"/>
                  <a:gd name="connsiteX57" fmla="*/ 2802313 w 5260975"/>
                  <a:gd name="connsiteY57" fmla="*/ 4693960 h 4707593"/>
                  <a:gd name="connsiteX58" fmla="*/ 2746816 w 5260975"/>
                  <a:gd name="connsiteY58" fmla="*/ 4693863 h 4707593"/>
                  <a:gd name="connsiteX59" fmla="*/ 2727517 w 5260975"/>
                  <a:gd name="connsiteY59" fmla="*/ 4692903 h 4707593"/>
                  <a:gd name="connsiteX60" fmla="*/ 2690359 w 5260975"/>
                  <a:gd name="connsiteY60" fmla="*/ 4680997 h 4707593"/>
                  <a:gd name="connsiteX61" fmla="*/ 2685943 w 5260975"/>
                  <a:gd name="connsiteY61" fmla="*/ 4680133 h 4707593"/>
                  <a:gd name="connsiteX62" fmla="*/ 2661554 w 5260975"/>
                  <a:gd name="connsiteY62" fmla="*/ 4675428 h 4707593"/>
                  <a:gd name="connsiteX63" fmla="*/ 2648208 w 5260975"/>
                  <a:gd name="connsiteY63" fmla="*/ 4673892 h 4707593"/>
                  <a:gd name="connsiteX64" fmla="*/ 2597512 w 5260975"/>
                  <a:gd name="connsiteY64" fmla="*/ 4664099 h 4707593"/>
                  <a:gd name="connsiteX65" fmla="*/ 2568324 w 5260975"/>
                  <a:gd name="connsiteY65" fmla="*/ 4659490 h 4707593"/>
                  <a:gd name="connsiteX66" fmla="*/ 2544704 w 5260975"/>
                  <a:gd name="connsiteY66" fmla="*/ 4660162 h 4707593"/>
                  <a:gd name="connsiteX67" fmla="*/ 2503225 w 5260975"/>
                  <a:gd name="connsiteY67" fmla="*/ 4661026 h 4707593"/>
                  <a:gd name="connsiteX68" fmla="*/ 2489975 w 5260975"/>
                  <a:gd name="connsiteY68" fmla="*/ 4663235 h 4707593"/>
                  <a:gd name="connsiteX69" fmla="*/ 2430061 w 5260975"/>
                  <a:gd name="connsiteY69" fmla="*/ 4656897 h 4707593"/>
                  <a:gd name="connsiteX70" fmla="*/ 2395880 w 5260975"/>
                  <a:gd name="connsiteY70" fmla="*/ 4656417 h 4707593"/>
                  <a:gd name="connsiteX71" fmla="*/ 2357378 w 5260975"/>
                  <a:gd name="connsiteY71" fmla="*/ 4648544 h 4707593"/>
                  <a:gd name="connsiteX72" fmla="*/ 2346145 w 5260975"/>
                  <a:gd name="connsiteY72" fmla="*/ 4648928 h 4707593"/>
                  <a:gd name="connsiteX73" fmla="*/ 2333567 w 5260975"/>
                  <a:gd name="connsiteY73" fmla="*/ 4649600 h 4707593"/>
                  <a:gd name="connsiteX74" fmla="*/ 2294968 w 5260975"/>
                  <a:gd name="connsiteY74" fmla="*/ 4650177 h 4707593"/>
                  <a:gd name="connsiteX75" fmla="*/ 2271540 w 5260975"/>
                  <a:gd name="connsiteY75" fmla="*/ 4653057 h 4707593"/>
                  <a:gd name="connsiteX76" fmla="*/ 2226895 w 5260975"/>
                  <a:gd name="connsiteY76" fmla="*/ 4651329 h 4707593"/>
                  <a:gd name="connsiteX77" fmla="*/ 2210379 w 5260975"/>
                  <a:gd name="connsiteY77" fmla="*/ 4653825 h 4707593"/>
                  <a:gd name="connsiteX78" fmla="*/ 2168613 w 5260975"/>
                  <a:gd name="connsiteY78" fmla="*/ 4654113 h 4707593"/>
                  <a:gd name="connsiteX79" fmla="*/ 2131167 w 5260975"/>
                  <a:gd name="connsiteY79" fmla="*/ 4652673 h 4707593"/>
                  <a:gd name="connsiteX80" fmla="*/ 2095065 w 5260975"/>
                  <a:gd name="connsiteY80" fmla="*/ 4653441 h 4707593"/>
                  <a:gd name="connsiteX81" fmla="*/ 2069237 w 5260975"/>
                  <a:gd name="connsiteY81" fmla="*/ 4656609 h 4707593"/>
                  <a:gd name="connsiteX82" fmla="*/ 2041201 w 5260975"/>
                  <a:gd name="connsiteY82" fmla="*/ 4658529 h 4707593"/>
                  <a:gd name="connsiteX83" fmla="*/ 1963909 w 5260975"/>
                  <a:gd name="connsiteY83" fmla="*/ 4669955 h 4707593"/>
                  <a:gd name="connsiteX84" fmla="*/ 1949603 w 5260975"/>
                  <a:gd name="connsiteY84" fmla="*/ 4667171 h 4707593"/>
                  <a:gd name="connsiteX85" fmla="*/ 1868373 w 5260975"/>
                  <a:gd name="connsiteY85" fmla="*/ 4664578 h 4707593"/>
                  <a:gd name="connsiteX86" fmla="*/ 1850707 w 5260975"/>
                  <a:gd name="connsiteY86" fmla="*/ 4664771 h 4707593"/>
                  <a:gd name="connsiteX87" fmla="*/ 1803275 w 5260975"/>
                  <a:gd name="connsiteY87" fmla="*/ 4653441 h 4707593"/>
                  <a:gd name="connsiteX88" fmla="*/ 1730112 w 5260975"/>
                  <a:gd name="connsiteY88" fmla="*/ 4671396 h 4707593"/>
                  <a:gd name="connsiteX89" fmla="*/ 1661652 w 5260975"/>
                  <a:gd name="connsiteY89" fmla="*/ 4693863 h 4707593"/>
                  <a:gd name="connsiteX90" fmla="*/ 1653011 w 5260975"/>
                  <a:gd name="connsiteY90" fmla="*/ 4696744 h 4707593"/>
                  <a:gd name="connsiteX91" fmla="*/ 1628431 w 5260975"/>
                  <a:gd name="connsiteY91" fmla="*/ 4701641 h 4707593"/>
                  <a:gd name="connsiteX92" fmla="*/ 1597995 w 5260975"/>
                  <a:gd name="connsiteY92" fmla="*/ 4703369 h 4707593"/>
                  <a:gd name="connsiteX93" fmla="*/ 1559396 w 5260975"/>
                  <a:gd name="connsiteY93" fmla="*/ 4707593 h 4707593"/>
                  <a:gd name="connsiteX94" fmla="*/ 1528480 w 5260975"/>
                  <a:gd name="connsiteY94" fmla="*/ 4702312 h 4707593"/>
                  <a:gd name="connsiteX95" fmla="*/ 1485272 w 5260975"/>
                  <a:gd name="connsiteY95" fmla="*/ 4694439 h 4707593"/>
                  <a:gd name="connsiteX96" fmla="*/ 1444562 w 5260975"/>
                  <a:gd name="connsiteY96" fmla="*/ 4686950 h 4707593"/>
                  <a:gd name="connsiteX97" fmla="*/ 1431696 w 5260975"/>
                  <a:gd name="connsiteY97" fmla="*/ 4695783 h 4707593"/>
                  <a:gd name="connsiteX98" fmla="*/ 1411821 w 5260975"/>
                  <a:gd name="connsiteY98" fmla="*/ 4703464 h 4707593"/>
                  <a:gd name="connsiteX99" fmla="*/ 1389738 w 5260975"/>
                  <a:gd name="connsiteY99" fmla="*/ 4694247 h 4707593"/>
                  <a:gd name="connsiteX100" fmla="*/ 1338081 w 5260975"/>
                  <a:gd name="connsiteY100" fmla="*/ 4675141 h 4707593"/>
                  <a:gd name="connsiteX101" fmla="*/ 1305436 w 5260975"/>
                  <a:gd name="connsiteY101" fmla="*/ 4674276 h 4707593"/>
                  <a:gd name="connsiteX102" fmla="*/ 1234481 w 5260975"/>
                  <a:gd name="connsiteY102" fmla="*/ 4666115 h 4707593"/>
                  <a:gd name="connsiteX103" fmla="*/ 1188106 w 5260975"/>
                  <a:gd name="connsiteY103" fmla="*/ 4654497 h 4707593"/>
                  <a:gd name="connsiteX104" fmla="*/ 1154790 w 5260975"/>
                  <a:gd name="connsiteY104" fmla="*/ 4641343 h 4707593"/>
                  <a:gd name="connsiteX105" fmla="*/ 1107069 w 5260975"/>
                  <a:gd name="connsiteY105" fmla="*/ 4624156 h 4707593"/>
                  <a:gd name="connsiteX106" fmla="*/ 1059158 w 5260975"/>
                  <a:gd name="connsiteY106" fmla="*/ 4615227 h 4707593"/>
                  <a:gd name="connsiteX107" fmla="*/ 1024496 w 5260975"/>
                  <a:gd name="connsiteY107" fmla="*/ 4603993 h 4707593"/>
                  <a:gd name="connsiteX108" fmla="*/ 982153 w 5260975"/>
                  <a:gd name="connsiteY108" fmla="*/ 4596311 h 4707593"/>
                  <a:gd name="connsiteX109" fmla="*/ 946628 w 5260975"/>
                  <a:gd name="connsiteY109" fmla="*/ 4596024 h 4707593"/>
                  <a:gd name="connsiteX110" fmla="*/ 890939 w 5260975"/>
                  <a:gd name="connsiteY110" fmla="*/ 4597368 h 4707593"/>
                  <a:gd name="connsiteX111" fmla="*/ 822769 w 5260975"/>
                  <a:gd name="connsiteY111" fmla="*/ 4574133 h 4707593"/>
                  <a:gd name="connsiteX112" fmla="*/ 795212 w 5260975"/>
                  <a:gd name="connsiteY112" fmla="*/ 4568947 h 4707593"/>
                  <a:gd name="connsiteX113" fmla="*/ 769288 w 5260975"/>
                  <a:gd name="connsiteY113" fmla="*/ 4566547 h 4707593"/>
                  <a:gd name="connsiteX114" fmla="*/ 714271 w 5260975"/>
                  <a:gd name="connsiteY114" fmla="*/ 4551089 h 4707593"/>
                  <a:gd name="connsiteX115" fmla="*/ 691900 w 5260975"/>
                  <a:gd name="connsiteY115" fmla="*/ 4545999 h 4707593"/>
                  <a:gd name="connsiteX116" fmla="*/ 660598 w 5260975"/>
                  <a:gd name="connsiteY116" fmla="*/ 4546096 h 4707593"/>
                  <a:gd name="connsiteX117" fmla="*/ 603662 w 5260975"/>
                  <a:gd name="connsiteY117" fmla="*/ 4538991 h 4707593"/>
                  <a:gd name="connsiteX118" fmla="*/ 546821 w 5260975"/>
                  <a:gd name="connsiteY118" fmla="*/ 4518251 h 4707593"/>
                  <a:gd name="connsiteX119" fmla="*/ 522721 w 5260975"/>
                  <a:gd name="connsiteY119" fmla="*/ 4520267 h 4707593"/>
                  <a:gd name="connsiteX120" fmla="*/ 514080 w 5260975"/>
                  <a:gd name="connsiteY120" fmla="*/ 4519788 h 4707593"/>
                  <a:gd name="connsiteX121" fmla="*/ 436404 w 5260975"/>
                  <a:gd name="connsiteY121" fmla="*/ 4508361 h 4707593"/>
                  <a:gd name="connsiteX122" fmla="*/ 428626 w 5260975"/>
                  <a:gd name="connsiteY122" fmla="*/ 4507114 h 4707593"/>
                  <a:gd name="connsiteX123" fmla="*/ 392141 w 5260975"/>
                  <a:gd name="connsiteY123" fmla="*/ 4496936 h 4707593"/>
                  <a:gd name="connsiteX124" fmla="*/ 300157 w 5260975"/>
                  <a:gd name="connsiteY124" fmla="*/ 4490599 h 4707593"/>
                  <a:gd name="connsiteX125" fmla="*/ 294493 w 5260975"/>
                  <a:gd name="connsiteY125" fmla="*/ 4489831 h 4707593"/>
                  <a:gd name="connsiteX126" fmla="*/ 263671 w 5260975"/>
                  <a:gd name="connsiteY126" fmla="*/ 4494919 h 4707593"/>
                  <a:gd name="connsiteX127" fmla="*/ 248406 w 5260975"/>
                  <a:gd name="connsiteY127" fmla="*/ 4502121 h 4707593"/>
                  <a:gd name="connsiteX128" fmla="*/ 224594 w 5260975"/>
                  <a:gd name="connsiteY128" fmla="*/ 4509610 h 4707593"/>
                  <a:gd name="connsiteX129" fmla="*/ 200398 w 5260975"/>
                  <a:gd name="connsiteY129" fmla="*/ 4512395 h 4707593"/>
                  <a:gd name="connsiteX130" fmla="*/ 159783 w 5260975"/>
                  <a:gd name="connsiteY130" fmla="*/ 4501064 h 4707593"/>
                  <a:gd name="connsiteX131" fmla="*/ 144997 w 5260975"/>
                  <a:gd name="connsiteY131" fmla="*/ 4499912 h 4707593"/>
                  <a:gd name="connsiteX132" fmla="*/ 112064 w 5260975"/>
                  <a:gd name="connsiteY132" fmla="*/ 4494440 h 4707593"/>
                  <a:gd name="connsiteX133" fmla="*/ 83259 w 5260975"/>
                  <a:gd name="connsiteY133" fmla="*/ 4494824 h 4707593"/>
                  <a:gd name="connsiteX134" fmla="*/ 60120 w 5260975"/>
                  <a:gd name="connsiteY134" fmla="*/ 4503561 h 4707593"/>
                  <a:gd name="connsiteX135" fmla="*/ 26514 w 5260975"/>
                  <a:gd name="connsiteY135" fmla="*/ 4505289 h 4707593"/>
                  <a:gd name="connsiteX136" fmla="*/ 4814 w 5260975"/>
                  <a:gd name="connsiteY136" fmla="*/ 4498952 h 4707593"/>
                  <a:gd name="connsiteX137" fmla="*/ 398 w 5260975"/>
                  <a:gd name="connsiteY137" fmla="*/ 4498089 h 4707593"/>
                  <a:gd name="connsiteX138" fmla="*/ 0 w 5260975"/>
                  <a:gd name="connsiteY138" fmla="*/ 4498087 h 470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</a:cxnLst>
                <a:rect l="l" t="t" r="r" b="b"/>
                <a:pathLst>
                  <a:path w="5260975" h="4707593">
                    <a:moveTo>
                      <a:pt x="0" y="0"/>
                    </a:moveTo>
                    <a:lnTo>
                      <a:pt x="5260975" y="0"/>
                    </a:lnTo>
                    <a:lnTo>
                      <a:pt x="5260975" y="3296937"/>
                    </a:lnTo>
                    <a:lnTo>
                      <a:pt x="5260975" y="3518571"/>
                    </a:lnTo>
                    <a:lnTo>
                      <a:pt x="5226503" y="3534000"/>
                    </a:lnTo>
                    <a:cubicBezTo>
                      <a:pt x="5219783" y="3536785"/>
                      <a:pt x="5212389" y="3538321"/>
                      <a:pt x="5206341" y="3542065"/>
                    </a:cubicBezTo>
                    <a:cubicBezTo>
                      <a:pt x="5178495" y="3559156"/>
                      <a:pt x="5151515" y="3577591"/>
                      <a:pt x="5123287" y="3594010"/>
                    </a:cubicBezTo>
                    <a:cubicBezTo>
                      <a:pt x="5094195" y="3611004"/>
                      <a:pt x="5068175" y="3631071"/>
                      <a:pt x="5048107" y="3658244"/>
                    </a:cubicBezTo>
                    <a:cubicBezTo>
                      <a:pt x="5029480" y="3683496"/>
                      <a:pt x="5011429" y="3709131"/>
                      <a:pt x="4992899" y="3734479"/>
                    </a:cubicBezTo>
                    <a:cubicBezTo>
                      <a:pt x="4988194" y="3740912"/>
                      <a:pt x="4983873" y="3748498"/>
                      <a:pt x="4977440" y="3752627"/>
                    </a:cubicBezTo>
                    <a:cubicBezTo>
                      <a:pt x="4964094" y="3761268"/>
                      <a:pt x="4949499" y="3768277"/>
                      <a:pt x="4935193" y="3775382"/>
                    </a:cubicBezTo>
                    <a:cubicBezTo>
                      <a:pt x="4922903" y="3781431"/>
                      <a:pt x="4909845" y="3785943"/>
                      <a:pt x="4897844" y="3792472"/>
                    </a:cubicBezTo>
                    <a:cubicBezTo>
                      <a:pt x="4888243" y="3797658"/>
                      <a:pt x="4879697" y="3804859"/>
                      <a:pt x="4870767" y="3811388"/>
                    </a:cubicBezTo>
                    <a:cubicBezTo>
                      <a:pt x="4862990" y="3817052"/>
                      <a:pt x="4854445" y="3821949"/>
                      <a:pt x="4847916" y="3828767"/>
                    </a:cubicBezTo>
                    <a:cubicBezTo>
                      <a:pt x="4831977" y="3845281"/>
                      <a:pt x="4815942" y="3861508"/>
                      <a:pt x="4796163" y="3873702"/>
                    </a:cubicBezTo>
                    <a:cubicBezTo>
                      <a:pt x="4776672" y="3885799"/>
                      <a:pt x="4758237" y="3899338"/>
                      <a:pt x="4738843" y="3911628"/>
                    </a:cubicBezTo>
                    <a:cubicBezTo>
                      <a:pt x="4719831" y="3923630"/>
                      <a:pt x="4702645" y="3936783"/>
                      <a:pt x="4692755" y="3958099"/>
                    </a:cubicBezTo>
                    <a:cubicBezTo>
                      <a:pt x="4688339" y="3967508"/>
                      <a:pt x="4682097" y="3977782"/>
                      <a:pt x="4673744" y="3983255"/>
                    </a:cubicBezTo>
                    <a:cubicBezTo>
                      <a:pt x="4661838" y="3991032"/>
                      <a:pt x="4646764" y="3993817"/>
                      <a:pt x="4633801" y="4000442"/>
                    </a:cubicBezTo>
                    <a:cubicBezTo>
                      <a:pt x="4618535" y="4008219"/>
                      <a:pt x="4600869" y="4014940"/>
                      <a:pt x="4590499" y="4027326"/>
                    </a:cubicBezTo>
                    <a:cubicBezTo>
                      <a:pt x="4581281" y="4038368"/>
                      <a:pt x="4571968" y="4047009"/>
                      <a:pt x="4559773" y="4054018"/>
                    </a:cubicBezTo>
                    <a:cubicBezTo>
                      <a:pt x="4551229" y="4058915"/>
                      <a:pt x="4544892" y="4067844"/>
                      <a:pt x="4536059" y="4071877"/>
                    </a:cubicBezTo>
                    <a:cubicBezTo>
                      <a:pt x="4524441" y="4077254"/>
                      <a:pt x="4512727" y="4081479"/>
                      <a:pt x="4502549" y="4089832"/>
                    </a:cubicBezTo>
                    <a:cubicBezTo>
                      <a:pt x="4491987" y="4098473"/>
                      <a:pt x="4479986" y="4105290"/>
                      <a:pt x="4468944" y="4113356"/>
                    </a:cubicBezTo>
                    <a:cubicBezTo>
                      <a:pt x="4463087" y="4117676"/>
                      <a:pt x="4458286" y="4123341"/>
                      <a:pt x="4452622" y="4127854"/>
                    </a:cubicBezTo>
                    <a:cubicBezTo>
                      <a:pt x="4442252" y="4136111"/>
                      <a:pt x="4431690" y="4144176"/>
                      <a:pt x="4421032" y="4151953"/>
                    </a:cubicBezTo>
                    <a:cubicBezTo>
                      <a:pt x="4410375" y="4159731"/>
                      <a:pt x="4400197" y="4168756"/>
                      <a:pt x="4388483" y="4174421"/>
                    </a:cubicBezTo>
                    <a:cubicBezTo>
                      <a:pt x="4368513" y="4184023"/>
                      <a:pt x="4346717" y="4189784"/>
                      <a:pt x="4327321" y="4200153"/>
                    </a:cubicBezTo>
                    <a:cubicBezTo>
                      <a:pt x="4307639" y="4210714"/>
                      <a:pt x="4289107" y="4223965"/>
                      <a:pt x="4271633" y="4237983"/>
                    </a:cubicBezTo>
                    <a:cubicBezTo>
                      <a:pt x="4257807" y="4249025"/>
                      <a:pt x="4244845" y="4259971"/>
                      <a:pt x="4227465" y="4265635"/>
                    </a:cubicBezTo>
                    <a:cubicBezTo>
                      <a:pt x="4217768" y="4268804"/>
                      <a:pt x="4207591" y="4275717"/>
                      <a:pt x="4201733" y="4283783"/>
                    </a:cubicBezTo>
                    <a:cubicBezTo>
                      <a:pt x="4189059" y="4301353"/>
                      <a:pt x="4172833" y="4313739"/>
                      <a:pt x="4154494" y="4324301"/>
                    </a:cubicBezTo>
                    <a:cubicBezTo>
                      <a:pt x="4130010" y="4338511"/>
                      <a:pt x="4105814" y="4353009"/>
                      <a:pt x="4081234" y="4366931"/>
                    </a:cubicBezTo>
                    <a:cubicBezTo>
                      <a:pt x="4066737" y="4375189"/>
                      <a:pt x="4052335" y="4383926"/>
                      <a:pt x="4036971" y="4389975"/>
                    </a:cubicBezTo>
                    <a:cubicBezTo>
                      <a:pt x="4005575" y="4402457"/>
                      <a:pt x="3973410" y="4413114"/>
                      <a:pt x="3941725" y="4424733"/>
                    </a:cubicBezTo>
                    <a:cubicBezTo>
                      <a:pt x="3931355" y="4428477"/>
                      <a:pt x="3921561" y="4433854"/>
                      <a:pt x="3910999" y="4437119"/>
                    </a:cubicBezTo>
                    <a:cubicBezTo>
                      <a:pt x="3899573" y="4440671"/>
                      <a:pt x="3887285" y="4441727"/>
                      <a:pt x="3875859" y="4445280"/>
                    </a:cubicBezTo>
                    <a:cubicBezTo>
                      <a:pt x="3856847" y="4451136"/>
                      <a:pt x="3838412" y="4458626"/>
                      <a:pt x="3819401" y="4464579"/>
                    </a:cubicBezTo>
                    <a:cubicBezTo>
                      <a:pt x="3782723" y="4476005"/>
                      <a:pt x="3745949" y="4486951"/>
                      <a:pt x="3709176" y="4497800"/>
                    </a:cubicBezTo>
                    <a:cubicBezTo>
                      <a:pt x="3701303" y="4500105"/>
                      <a:pt x="3692757" y="4500393"/>
                      <a:pt x="3684981" y="4502889"/>
                    </a:cubicBezTo>
                    <a:cubicBezTo>
                      <a:pt x="3664337" y="4509610"/>
                      <a:pt x="3643789" y="4516907"/>
                      <a:pt x="3623338" y="4524300"/>
                    </a:cubicBezTo>
                    <a:cubicBezTo>
                      <a:pt x="3610953" y="4528813"/>
                      <a:pt x="3598854" y="4534382"/>
                      <a:pt x="3586373" y="4538702"/>
                    </a:cubicBezTo>
                    <a:cubicBezTo>
                      <a:pt x="3576387" y="4542159"/>
                      <a:pt x="3566113" y="4544847"/>
                      <a:pt x="3555743" y="4546960"/>
                    </a:cubicBezTo>
                    <a:cubicBezTo>
                      <a:pt x="3546814" y="4548785"/>
                      <a:pt x="3537501" y="4548592"/>
                      <a:pt x="3528667" y="4550801"/>
                    </a:cubicBezTo>
                    <a:cubicBezTo>
                      <a:pt x="3504759" y="4556753"/>
                      <a:pt x="3481140" y="4563475"/>
                      <a:pt x="3457424" y="4569811"/>
                    </a:cubicBezTo>
                    <a:cubicBezTo>
                      <a:pt x="3447919" y="4572308"/>
                      <a:pt x="3438221" y="4574133"/>
                      <a:pt x="3429003" y="4577301"/>
                    </a:cubicBezTo>
                    <a:cubicBezTo>
                      <a:pt x="3404327" y="4585654"/>
                      <a:pt x="3380036" y="4595159"/>
                      <a:pt x="3355264" y="4603033"/>
                    </a:cubicBezTo>
                    <a:cubicBezTo>
                      <a:pt x="3334717" y="4609562"/>
                      <a:pt x="3313593" y="4614266"/>
                      <a:pt x="3292757" y="4620027"/>
                    </a:cubicBezTo>
                    <a:cubicBezTo>
                      <a:pt x="3283924" y="4622524"/>
                      <a:pt x="3275475" y="4626077"/>
                      <a:pt x="3266643" y="4628188"/>
                    </a:cubicBezTo>
                    <a:cubicBezTo>
                      <a:pt x="3246863" y="4632990"/>
                      <a:pt x="3226796" y="4637022"/>
                      <a:pt x="3206921" y="4641823"/>
                    </a:cubicBezTo>
                    <a:cubicBezTo>
                      <a:pt x="3195590" y="4644607"/>
                      <a:pt x="3184645" y="4649600"/>
                      <a:pt x="3173123" y="4651425"/>
                    </a:cubicBezTo>
                    <a:cubicBezTo>
                      <a:pt x="3145759" y="4655745"/>
                      <a:pt x="3118203" y="4658817"/>
                      <a:pt x="3090646" y="4662274"/>
                    </a:cubicBezTo>
                    <a:cubicBezTo>
                      <a:pt x="3062227" y="4665826"/>
                      <a:pt x="3033902" y="4669571"/>
                      <a:pt x="3005480" y="4672739"/>
                    </a:cubicBezTo>
                    <a:cubicBezTo>
                      <a:pt x="2989926" y="4674372"/>
                      <a:pt x="2974275" y="4674660"/>
                      <a:pt x="2958721" y="4676196"/>
                    </a:cubicBezTo>
                    <a:cubicBezTo>
                      <a:pt x="2945087" y="4677541"/>
                      <a:pt x="2931549" y="4680037"/>
                      <a:pt x="2917915" y="4681670"/>
                    </a:cubicBezTo>
                    <a:cubicBezTo>
                      <a:pt x="2906105" y="4683013"/>
                      <a:pt x="2894199" y="4683781"/>
                      <a:pt x="2882389" y="4685126"/>
                    </a:cubicBezTo>
                    <a:cubicBezTo>
                      <a:pt x="2863475" y="4687334"/>
                      <a:pt x="2844655" y="4689831"/>
                      <a:pt x="2825837" y="4692135"/>
                    </a:cubicBezTo>
                    <a:cubicBezTo>
                      <a:pt x="2817964" y="4692999"/>
                      <a:pt x="2809706" y="4695399"/>
                      <a:pt x="2802313" y="4693960"/>
                    </a:cubicBezTo>
                    <a:cubicBezTo>
                      <a:pt x="2783686" y="4690310"/>
                      <a:pt x="2765347" y="4691367"/>
                      <a:pt x="2746816" y="4693863"/>
                    </a:cubicBezTo>
                    <a:cubicBezTo>
                      <a:pt x="2740479" y="4694728"/>
                      <a:pt x="2733662" y="4694535"/>
                      <a:pt x="2727517" y="4692903"/>
                    </a:cubicBezTo>
                    <a:cubicBezTo>
                      <a:pt x="2714939" y="4689638"/>
                      <a:pt x="2702745" y="4685029"/>
                      <a:pt x="2690359" y="4680997"/>
                    </a:cubicBezTo>
                    <a:cubicBezTo>
                      <a:pt x="2689014" y="4680517"/>
                      <a:pt x="2687382" y="4680421"/>
                      <a:pt x="2685943" y="4680133"/>
                    </a:cubicBezTo>
                    <a:cubicBezTo>
                      <a:pt x="2677781" y="4678500"/>
                      <a:pt x="2669717" y="4676868"/>
                      <a:pt x="2661554" y="4675428"/>
                    </a:cubicBezTo>
                    <a:cubicBezTo>
                      <a:pt x="2657138" y="4674660"/>
                      <a:pt x="2652625" y="4674564"/>
                      <a:pt x="2648208" y="4673892"/>
                    </a:cubicBezTo>
                    <a:cubicBezTo>
                      <a:pt x="2631118" y="4671203"/>
                      <a:pt x="2612299" y="4675716"/>
                      <a:pt x="2597512" y="4664099"/>
                    </a:cubicBezTo>
                    <a:cubicBezTo>
                      <a:pt x="2587911" y="4656609"/>
                      <a:pt x="2578597" y="4658338"/>
                      <a:pt x="2568324" y="4659490"/>
                    </a:cubicBezTo>
                    <a:cubicBezTo>
                      <a:pt x="2560547" y="4660354"/>
                      <a:pt x="2552577" y="4660065"/>
                      <a:pt x="2544704" y="4660162"/>
                    </a:cubicBezTo>
                    <a:cubicBezTo>
                      <a:pt x="2530878" y="4660449"/>
                      <a:pt x="2517052" y="4660546"/>
                      <a:pt x="2503225" y="4661026"/>
                    </a:cubicBezTo>
                    <a:cubicBezTo>
                      <a:pt x="2498808" y="4661218"/>
                      <a:pt x="2494297" y="4663619"/>
                      <a:pt x="2489975" y="4663235"/>
                    </a:cubicBezTo>
                    <a:cubicBezTo>
                      <a:pt x="2470004" y="4661410"/>
                      <a:pt x="2450033" y="4658529"/>
                      <a:pt x="2430061" y="4656897"/>
                    </a:cubicBezTo>
                    <a:cubicBezTo>
                      <a:pt x="2418732" y="4655938"/>
                      <a:pt x="2407114" y="4657761"/>
                      <a:pt x="2395880" y="4656417"/>
                    </a:cubicBezTo>
                    <a:cubicBezTo>
                      <a:pt x="2382919" y="4654881"/>
                      <a:pt x="2370245" y="4650945"/>
                      <a:pt x="2357378" y="4648544"/>
                    </a:cubicBezTo>
                    <a:cubicBezTo>
                      <a:pt x="2353826" y="4647872"/>
                      <a:pt x="2349889" y="4648736"/>
                      <a:pt x="2346145" y="4648928"/>
                    </a:cubicBezTo>
                    <a:cubicBezTo>
                      <a:pt x="2341920" y="4649120"/>
                      <a:pt x="2337791" y="4649504"/>
                      <a:pt x="2333567" y="4649600"/>
                    </a:cubicBezTo>
                    <a:cubicBezTo>
                      <a:pt x="2320700" y="4649793"/>
                      <a:pt x="2307835" y="4649504"/>
                      <a:pt x="2294968" y="4650177"/>
                    </a:cubicBezTo>
                    <a:cubicBezTo>
                      <a:pt x="2287095" y="4650561"/>
                      <a:pt x="2278839" y="4654497"/>
                      <a:pt x="2271540" y="4653057"/>
                    </a:cubicBezTo>
                    <a:cubicBezTo>
                      <a:pt x="2256659" y="4650272"/>
                      <a:pt x="2241776" y="4656513"/>
                      <a:pt x="2226895" y="4651329"/>
                    </a:cubicBezTo>
                    <a:cubicBezTo>
                      <a:pt x="2222285" y="4649793"/>
                      <a:pt x="2215948" y="4653633"/>
                      <a:pt x="2210379" y="4653825"/>
                    </a:cubicBezTo>
                    <a:cubicBezTo>
                      <a:pt x="2196457" y="4654305"/>
                      <a:pt x="2182535" y="4654209"/>
                      <a:pt x="2168613" y="4654113"/>
                    </a:cubicBezTo>
                    <a:cubicBezTo>
                      <a:pt x="2156131" y="4654017"/>
                      <a:pt x="2143168" y="4655361"/>
                      <a:pt x="2131167" y="4652673"/>
                    </a:cubicBezTo>
                    <a:cubicBezTo>
                      <a:pt x="2118588" y="4649793"/>
                      <a:pt x="2107259" y="4650177"/>
                      <a:pt x="2095065" y="4653441"/>
                    </a:cubicBezTo>
                    <a:cubicBezTo>
                      <a:pt x="2086711" y="4655649"/>
                      <a:pt x="2077878" y="4655938"/>
                      <a:pt x="2069237" y="4656609"/>
                    </a:cubicBezTo>
                    <a:cubicBezTo>
                      <a:pt x="2059924" y="4657377"/>
                      <a:pt x="2049650" y="4655361"/>
                      <a:pt x="2041201" y="4658529"/>
                    </a:cubicBezTo>
                    <a:cubicBezTo>
                      <a:pt x="2016044" y="4667939"/>
                      <a:pt x="1990216" y="4669955"/>
                      <a:pt x="1963909" y="4669955"/>
                    </a:cubicBezTo>
                    <a:cubicBezTo>
                      <a:pt x="1959107" y="4669955"/>
                      <a:pt x="1954210" y="4668612"/>
                      <a:pt x="1949603" y="4667171"/>
                    </a:cubicBezTo>
                    <a:cubicBezTo>
                      <a:pt x="1922717" y="4658529"/>
                      <a:pt x="1895737" y="4659297"/>
                      <a:pt x="1868373" y="4664578"/>
                    </a:cubicBezTo>
                    <a:cubicBezTo>
                      <a:pt x="1862708" y="4665731"/>
                      <a:pt x="1856372" y="4665923"/>
                      <a:pt x="1850707" y="4664771"/>
                    </a:cubicBezTo>
                    <a:cubicBezTo>
                      <a:pt x="1834768" y="4661410"/>
                      <a:pt x="1819309" y="4655841"/>
                      <a:pt x="1803275" y="4653441"/>
                    </a:cubicBezTo>
                    <a:cubicBezTo>
                      <a:pt x="1776775" y="4649504"/>
                      <a:pt x="1753828" y="4662754"/>
                      <a:pt x="1730112" y="4671396"/>
                    </a:cubicBezTo>
                    <a:cubicBezTo>
                      <a:pt x="1707548" y="4679557"/>
                      <a:pt x="1688345" y="4697992"/>
                      <a:pt x="1661652" y="4693863"/>
                    </a:cubicBezTo>
                    <a:cubicBezTo>
                      <a:pt x="1658965" y="4693479"/>
                      <a:pt x="1655988" y="4696071"/>
                      <a:pt x="1653011" y="4696744"/>
                    </a:cubicBezTo>
                    <a:cubicBezTo>
                      <a:pt x="1644850" y="4698568"/>
                      <a:pt x="1636689" y="4700776"/>
                      <a:pt x="1628431" y="4701641"/>
                    </a:cubicBezTo>
                    <a:cubicBezTo>
                      <a:pt x="1618350" y="4702793"/>
                      <a:pt x="1608076" y="4702409"/>
                      <a:pt x="1597995" y="4703369"/>
                    </a:cubicBezTo>
                    <a:cubicBezTo>
                      <a:pt x="1585032" y="4704521"/>
                      <a:pt x="1572263" y="4707593"/>
                      <a:pt x="1559396" y="4707593"/>
                    </a:cubicBezTo>
                    <a:cubicBezTo>
                      <a:pt x="1549026" y="4707593"/>
                      <a:pt x="1538753" y="4704041"/>
                      <a:pt x="1528480" y="4702312"/>
                    </a:cubicBezTo>
                    <a:cubicBezTo>
                      <a:pt x="1513981" y="4699912"/>
                      <a:pt x="1498042" y="4700584"/>
                      <a:pt x="1485272" y="4694439"/>
                    </a:cubicBezTo>
                    <a:cubicBezTo>
                      <a:pt x="1471639" y="4687910"/>
                      <a:pt x="1458676" y="4684934"/>
                      <a:pt x="1444562" y="4686950"/>
                    </a:cubicBezTo>
                    <a:cubicBezTo>
                      <a:pt x="1439857" y="4687622"/>
                      <a:pt x="1433808" y="4691655"/>
                      <a:pt x="1431696" y="4695783"/>
                    </a:cubicBezTo>
                    <a:cubicBezTo>
                      <a:pt x="1426991" y="4705001"/>
                      <a:pt x="1420559" y="4706634"/>
                      <a:pt x="1411821" y="4703464"/>
                    </a:cubicBezTo>
                    <a:cubicBezTo>
                      <a:pt x="1404236" y="4700776"/>
                      <a:pt x="1394922" y="4699432"/>
                      <a:pt x="1389738" y="4694247"/>
                    </a:cubicBezTo>
                    <a:cubicBezTo>
                      <a:pt x="1375047" y="4679557"/>
                      <a:pt x="1356324" y="4679077"/>
                      <a:pt x="1338081" y="4675141"/>
                    </a:cubicBezTo>
                    <a:cubicBezTo>
                      <a:pt x="1326945" y="4672739"/>
                      <a:pt x="1316574" y="4672644"/>
                      <a:pt x="1305436" y="4674276"/>
                    </a:cubicBezTo>
                    <a:cubicBezTo>
                      <a:pt x="1281241" y="4677925"/>
                      <a:pt x="1257717" y="4672739"/>
                      <a:pt x="1234481" y="4666115"/>
                    </a:cubicBezTo>
                    <a:cubicBezTo>
                      <a:pt x="1219118" y="4661698"/>
                      <a:pt x="1203372" y="4659010"/>
                      <a:pt x="1188106" y="4654497"/>
                    </a:cubicBezTo>
                    <a:cubicBezTo>
                      <a:pt x="1176680" y="4651041"/>
                      <a:pt x="1165255" y="4646912"/>
                      <a:pt x="1154790" y="4641343"/>
                    </a:cubicBezTo>
                    <a:cubicBezTo>
                      <a:pt x="1139618" y="4633181"/>
                      <a:pt x="1126369" y="4620891"/>
                      <a:pt x="1107069" y="4624156"/>
                    </a:cubicBezTo>
                    <a:cubicBezTo>
                      <a:pt x="1090074" y="4627036"/>
                      <a:pt x="1074713" y="4620988"/>
                      <a:pt x="1059158" y="4615227"/>
                    </a:cubicBezTo>
                    <a:cubicBezTo>
                      <a:pt x="1047732" y="4611002"/>
                      <a:pt x="1036308" y="4606681"/>
                      <a:pt x="1024496" y="4603993"/>
                    </a:cubicBezTo>
                    <a:cubicBezTo>
                      <a:pt x="1010478" y="4600824"/>
                      <a:pt x="994635" y="4602169"/>
                      <a:pt x="982153" y="4596311"/>
                    </a:cubicBezTo>
                    <a:cubicBezTo>
                      <a:pt x="969095" y="4590166"/>
                      <a:pt x="958246" y="4594295"/>
                      <a:pt x="946628" y="4596024"/>
                    </a:cubicBezTo>
                    <a:cubicBezTo>
                      <a:pt x="928097" y="4598712"/>
                      <a:pt x="909661" y="4603705"/>
                      <a:pt x="890939" y="4597368"/>
                    </a:cubicBezTo>
                    <a:cubicBezTo>
                      <a:pt x="868184" y="4589687"/>
                      <a:pt x="845620" y="4581430"/>
                      <a:pt x="822769" y="4574133"/>
                    </a:cubicBezTo>
                    <a:cubicBezTo>
                      <a:pt x="813934" y="4571347"/>
                      <a:pt x="804431" y="4570195"/>
                      <a:pt x="795212" y="4568947"/>
                    </a:cubicBezTo>
                    <a:cubicBezTo>
                      <a:pt x="786476" y="4567891"/>
                      <a:pt x="776010" y="4570579"/>
                      <a:pt x="769288" y="4566547"/>
                    </a:cubicBezTo>
                    <a:cubicBezTo>
                      <a:pt x="752005" y="4556178"/>
                      <a:pt x="734243" y="4551089"/>
                      <a:pt x="714271" y="4551089"/>
                    </a:cubicBezTo>
                    <a:cubicBezTo>
                      <a:pt x="706781" y="4551089"/>
                      <a:pt x="699484" y="4546768"/>
                      <a:pt x="691900" y="4545999"/>
                    </a:cubicBezTo>
                    <a:cubicBezTo>
                      <a:pt x="681529" y="4545040"/>
                      <a:pt x="669623" y="4542447"/>
                      <a:pt x="660598" y="4546096"/>
                    </a:cubicBezTo>
                    <a:cubicBezTo>
                      <a:pt x="639379" y="4554737"/>
                      <a:pt x="622193" y="4547536"/>
                      <a:pt x="603662" y="4538991"/>
                    </a:cubicBezTo>
                    <a:cubicBezTo>
                      <a:pt x="585418" y="4530541"/>
                      <a:pt x="566215" y="4523821"/>
                      <a:pt x="546821" y="4518251"/>
                    </a:cubicBezTo>
                    <a:cubicBezTo>
                      <a:pt x="539524" y="4516235"/>
                      <a:pt x="530787" y="4519596"/>
                      <a:pt x="522721" y="4520267"/>
                    </a:cubicBezTo>
                    <a:cubicBezTo>
                      <a:pt x="519840" y="4520460"/>
                      <a:pt x="516671" y="4520748"/>
                      <a:pt x="514080" y="4519788"/>
                    </a:cubicBezTo>
                    <a:cubicBezTo>
                      <a:pt x="489020" y="4510570"/>
                      <a:pt x="463575" y="4503561"/>
                      <a:pt x="436404" y="4508361"/>
                    </a:cubicBezTo>
                    <a:cubicBezTo>
                      <a:pt x="433908" y="4508842"/>
                      <a:pt x="431123" y="4507786"/>
                      <a:pt x="428626" y="4507114"/>
                    </a:cubicBezTo>
                    <a:cubicBezTo>
                      <a:pt x="416432" y="4503657"/>
                      <a:pt x="404526" y="4498184"/>
                      <a:pt x="392141" y="4496936"/>
                    </a:cubicBezTo>
                    <a:cubicBezTo>
                      <a:pt x="361608" y="4493864"/>
                      <a:pt x="330884" y="4492615"/>
                      <a:pt x="300157" y="4490599"/>
                    </a:cubicBezTo>
                    <a:cubicBezTo>
                      <a:pt x="298237" y="4490503"/>
                      <a:pt x="296221" y="4490503"/>
                      <a:pt x="294493" y="4489831"/>
                    </a:cubicBezTo>
                    <a:cubicBezTo>
                      <a:pt x="283163" y="4485702"/>
                      <a:pt x="273274" y="4487047"/>
                      <a:pt x="263671" y="4494919"/>
                    </a:cubicBezTo>
                    <a:cubicBezTo>
                      <a:pt x="259447" y="4498376"/>
                      <a:pt x="253686" y="4500200"/>
                      <a:pt x="248406" y="4502121"/>
                    </a:cubicBezTo>
                    <a:cubicBezTo>
                      <a:pt x="240628" y="4505002"/>
                      <a:pt x="232659" y="4507786"/>
                      <a:pt x="224594" y="4509610"/>
                    </a:cubicBezTo>
                    <a:cubicBezTo>
                      <a:pt x="216624" y="4511338"/>
                      <a:pt x="208079" y="4513738"/>
                      <a:pt x="200398" y="4512395"/>
                    </a:cubicBezTo>
                    <a:cubicBezTo>
                      <a:pt x="186572" y="4509994"/>
                      <a:pt x="173417" y="4504618"/>
                      <a:pt x="159783" y="4501064"/>
                    </a:cubicBezTo>
                    <a:cubicBezTo>
                      <a:pt x="155079" y="4499816"/>
                      <a:pt x="149893" y="4500009"/>
                      <a:pt x="144997" y="4499912"/>
                    </a:cubicBezTo>
                    <a:cubicBezTo>
                      <a:pt x="133763" y="4499625"/>
                      <a:pt x="122241" y="4502409"/>
                      <a:pt x="112064" y="4494440"/>
                    </a:cubicBezTo>
                    <a:cubicBezTo>
                      <a:pt x="102655" y="4486951"/>
                      <a:pt x="93148" y="4489158"/>
                      <a:pt x="83259" y="4494824"/>
                    </a:cubicBezTo>
                    <a:cubicBezTo>
                      <a:pt x="76154" y="4498857"/>
                      <a:pt x="68090" y="4502025"/>
                      <a:pt x="60120" y="4503561"/>
                    </a:cubicBezTo>
                    <a:cubicBezTo>
                      <a:pt x="49174" y="4505673"/>
                      <a:pt x="38324" y="4506538"/>
                      <a:pt x="26514" y="4505289"/>
                    </a:cubicBezTo>
                    <a:cubicBezTo>
                      <a:pt x="18161" y="4504425"/>
                      <a:pt x="11343" y="4504041"/>
                      <a:pt x="4814" y="4498952"/>
                    </a:cubicBezTo>
                    <a:cubicBezTo>
                      <a:pt x="3759" y="4498184"/>
                      <a:pt x="1839" y="4497992"/>
                      <a:pt x="398" y="4498089"/>
                    </a:cubicBezTo>
                    <a:lnTo>
                      <a:pt x="0" y="4498087"/>
                    </a:lnTo>
                    <a:close/>
                  </a:path>
                </a:pathLst>
              </a:custGeom>
              <a:solidFill>
                <a:schemeClr val="tx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C9C14E68-C469-4A71-AF08-169DB545FC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96001" y="841376"/>
                <a:ext cx="5260975" cy="4707593"/>
              </a:xfrm>
              <a:custGeom>
                <a:avLst/>
                <a:gdLst>
                  <a:gd name="connsiteX0" fmla="*/ 0 w 5260975"/>
                  <a:gd name="connsiteY0" fmla="*/ 0 h 4707593"/>
                  <a:gd name="connsiteX1" fmla="*/ 5260975 w 5260975"/>
                  <a:gd name="connsiteY1" fmla="*/ 0 h 4707593"/>
                  <a:gd name="connsiteX2" fmla="*/ 5260975 w 5260975"/>
                  <a:gd name="connsiteY2" fmla="*/ 3296937 h 4707593"/>
                  <a:gd name="connsiteX3" fmla="*/ 5260975 w 5260975"/>
                  <a:gd name="connsiteY3" fmla="*/ 3518571 h 4707593"/>
                  <a:gd name="connsiteX4" fmla="*/ 5226503 w 5260975"/>
                  <a:gd name="connsiteY4" fmla="*/ 3534000 h 4707593"/>
                  <a:gd name="connsiteX5" fmla="*/ 5206341 w 5260975"/>
                  <a:gd name="connsiteY5" fmla="*/ 3542065 h 4707593"/>
                  <a:gd name="connsiteX6" fmla="*/ 5123287 w 5260975"/>
                  <a:gd name="connsiteY6" fmla="*/ 3594010 h 4707593"/>
                  <a:gd name="connsiteX7" fmla="*/ 5048107 w 5260975"/>
                  <a:gd name="connsiteY7" fmla="*/ 3658244 h 4707593"/>
                  <a:gd name="connsiteX8" fmla="*/ 4992899 w 5260975"/>
                  <a:gd name="connsiteY8" fmla="*/ 3734479 h 4707593"/>
                  <a:gd name="connsiteX9" fmla="*/ 4977440 w 5260975"/>
                  <a:gd name="connsiteY9" fmla="*/ 3752627 h 4707593"/>
                  <a:gd name="connsiteX10" fmla="*/ 4935193 w 5260975"/>
                  <a:gd name="connsiteY10" fmla="*/ 3775382 h 4707593"/>
                  <a:gd name="connsiteX11" fmla="*/ 4897844 w 5260975"/>
                  <a:gd name="connsiteY11" fmla="*/ 3792472 h 4707593"/>
                  <a:gd name="connsiteX12" fmla="*/ 4870767 w 5260975"/>
                  <a:gd name="connsiteY12" fmla="*/ 3811388 h 4707593"/>
                  <a:gd name="connsiteX13" fmla="*/ 4847916 w 5260975"/>
                  <a:gd name="connsiteY13" fmla="*/ 3828767 h 4707593"/>
                  <a:gd name="connsiteX14" fmla="*/ 4796163 w 5260975"/>
                  <a:gd name="connsiteY14" fmla="*/ 3873702 h 4707593"/>
                  <a:gd name="connsiteX15" fmla="*/ 4738843 w 5260975"/>
                  <a:gd name="connsiteY15" fmla="*/ 3911628 h 4707593"/>
                  <a:gd name="connsiteX16" fmla="*/ 4692755 w 5260975"/>
                  <a:gd name="connsiteY16" fmla="*/ 3958099 h 4707593"/>
                  <a:gd name="connsiteX17" fmla="*/ 4673744 w 5260975"/>
                  <a:gd name="connsiteY17" fmla="*/ 3983255 h 4707593"/>
                  <a:gd name="connsiteX18" fmla="*/ 4633801 w 5260975"/>
                  <a:gd name="connsiteY18" fmla="*/ 4000442 h 4707593"/>
                  <a:gd name="connsiteX19" fmla="*/ 4590499 w 5260975"/>
                  <a:gd name="connsiteY19" fmla="*/ 4027326 h 4707593"/>
                  <a:gd name="connsiteX20" fmla="*/ 4559773 w 5260975"/>
                  <a:gd name="connsiteY20" fmla="*/ 4054018 h 4707593"/>
                  <a:gd name="connsiteX21" fmla="*/ 4536059 w 5260975"/>
                  <a:gd name="connsiteY21" fmla="*/ 4071877 h 4707593"/>
                  <a:gd name="connsiteX22" fmla="*/ 4502549 w 5260975"/>
                  <a:gd name="connsiteY22" fmla="*/ 4089832 h 4707593"/>
                  <a:gd name="connsiteX23" fmla="*/ 4468944 w 5260975"/>
                  <a:gd name="connsiteY23" fmla="*/ 4113356 h 4707593"/>
                  <a:gd name="connsiteX24" fmla="*/ 4452622 w 5260975"/>
                  <a:gd name="connsiteY24" fmla="*/ 4127854 h 4707593"/>
                  <a:gd name="connsiteX25" fmla="*/ 4421032 w 5260975"/>
                  <a:gd name="connsiteY25" fmla="*/ 4151953 h 4707593"/>
                  <a:gd name="connsiteX26" fmla="*/ 4388483 w 5260975"/>
                  <a:gd name="connsiteY26" fmla="*/ 4174421 h 4707593"/>
                  <a:gd name="connsiteX27" fmla="*/ 4327321 w 5260975"/>
                  <a:gd name="connsiteY27" fmla="*/ 4200153 h 4707593"/>
                  <a:gd name="connsiteX28" fmla="*/ 4271633 w 5260975"/>
                  <a:gd name="connsiteY28" fmla="*/ 4237983 h 4707593"/>
                  <a:gd name="connsiteX29" fmla="*/ 4227465 w 5260975"/>
                  <a:gd name="connsiteY29" fmla="*/ 4265635 h 4707593"/>
                  <a:gd name="connsiteX30" fmla="*/ 4201733 w 5260975"/>
                  <a:gd name="connsiteY30" fmla="*/ 4283783 h 4707593"/>
                  <a:gd name="connsiteX31" fmla="*/ 4154494 w 5260975"/>
                  <a:gd name="connsiteY31" fmla="*/ 4324301 h 4707593"/>
                  <a:gd name="connsiteX32" fmla="*/ 4081234 w 5260975"/>
                  <a:gd name="connsiteY32" fmla="*/ 4366931 h 4707593"/>
                  <a:gd name="connsiteX33" fmla="*/ 4036971 w 5260975"/>
                  <a:gd name="connsiteY33" fmla="*/ 4389975 h 4707593"/>
                  <a:gd name="connsiteX34" fmla="*/ 3941725 w 5260975"/>
                  <a:gd name="connsiteY34" fmla="*/ 4424733 h 4707593"/>
                  <a:gd name="connsiteX35" fmla="*/ 3910999 w 5260975"/>
                  <a:gd name="connsiteY35" fmla="*/ 4437119 h 4707593"/>
                  <a:gd name="connsiteX36" fmla="*/ 3875859 w 5260975"/>
                  <a:gd name="connsiteY36" fmla="*/ 4445280 h 4707593"/>
                  <a:gd name="connsiteX37" fmla="*/ 3819401 w 5260975"/>
                  <a:gd name="connsiteY37" fmla="*/ 4464579 h 4707593"/>
                  <a:gd name="connsiteX38" fmla="*/ 3709176 w 5260975"/>
                  <a:gd name="connsiteY38" fmla="*/ 4497800 h 4707593"/>
                  <a:gd name="connsiteX39" fmla="*/ 3684981 w 5260975"/>
                  <a:gd name="connsiteY39" fmla="*/ 4502889 h 4707593"/>
                  <a:gd name="connsiteX40" fmla="*/ 3623338 w 5260975"/>
                  <a:gd name="connsiteY40" fmla="*/ 4524300 h 4707593"/>
                  <a:gd name="connsiteX41" fmla="*/ 3586373 w 5260975"/>
                  <a:gd name="connsiteY41" fmla="*/ 4538702 h 4707593"/>
                  <a:gd name="connsiteX42" fmla="*/ 3555743 w 5260975"/>
                  <a:gd name="connsiteY42" fmla="*/ 4546960 h 4707593"/>
                  <a:gd name="connsiteX43" fmla="*/ 3528667 w 5260975"/>
                  <a:gd name="connsiteY43" fmla="*/ 4550801 h 4707593"/>
                  <a:gd name="connsiteX44" fmla="*/ 3457424 w 5260975"/>
                  <a:gd name="connsiteY44" fmla="*/ 4569811 h 4707593"/>
                  <a:gd name="connsiteX45" fmla="*/ 3429003 w 5260975"/>
                  <a:gd name="connsiteY45" fmla="*/ 4577301 h 4707593"/>
                  <a:gd name="connsiteX46" fmla="*/ 3355264 w 5260975"/>
                  <a:gd name="connsiteY46" fmla="*/ 4603033 h 4707593"/>
                  <a:gd name="connsiteX47" fmla="*/ 3292757 w 5260975"/>
                  <a:gd name="connsiteY47" fmla="*/ 4620027 h 4707593"/>
                  <a:gd name="connsiteX48" fmla="*/ 3266643 w 5260975"/>
                  <a:gd name="connsiteY48" fmla="*/ 4628188 h 4707593"/>
                  <a:gd name="connsiteX49" fmla="*/ 3206921 w 5260975"/>
                  <a:gd name="connsiteY49" fmla="*/ 4641823 h 4707593"/>
                  <a:gd name="connsiteX50" fmla="*/ 3173123 w 5260975"/>
                  <a:gd name="connsiteY50" fmla="*/ 4651425 h 4707593"/>
                  <a:gd name="connsiteX51" fmla="*/ 3090646 w 5260975"/>
                  <a:gd name="connsiteY51" fmla="*/ 4662274 h 4707593"/>
                  <a:gd name="connsiteX52" fmla="*/ 3005480 w 5260975"/>
                  <a:gd name="connsiteY52" fmla="*/ 4672739 h 4707593"/>
                  <a:gd name="connsiteX53" fmla="*/ 2958721 w 5260975"/>
                  <a:gd name="connsiteY53" fmla="*/ 4676196 h 4707593"/>
                  <a:gd name="connsiteX54" fmla="*/ 2917915 w 5260975"/>
                  <a:gd name="connsiteY54" fmla="*/ 4681670 h 4707593"/>
                  <a:gd name="connsiteX55" fmla="*/ 2882389 w 5260975"/>
                  <a:gd name="connsiteY55" fmla="*/ 4685126 h 4707593"/>
                  <a:gd name="connsiteX56" fmla="*/ 2825837 w 5260975"/>
                  <a:gd name="connsiteY56" fmla="*/ 4692135 h 4707593"/>
                  <a:gd name="connsiteX57" fmla="*/ 2802313 w 5260975"/>
                  <a:gd name="connsiteY57" fmla="*/ 4693960 h 4707593"/>
                  <a:gd name="connsiteX58" fmla="*/ 2746816 w 5260975"/>
                  <a:gd name="connsiteY58" fmla="*/ 4693863 h 4707593"/>
                  <a:gd name="connsiteX59" fmla="*/ 2727517 w 5260975"/>
                  <a:gd name="connsiteY59" fmla="*/ 4692903 h 4707593"/>
                  <a:gd name="connsiteX60" fmla="*/ 2690359 w 5260975"/>
                  <a:gd name="connsiteY60" fmla="*/ 4680997 h 4707593"/>
                  <a:gd name="connsiteX61" fmla="*/ 2685943 w 5260975"/>
                  <a:gd name="connsiteY61" fmla="*/ 4680133 h 4707593"/>
                  <a:gd name="connsiteX62" fmla="*/ 2661554 w 5260975"/>
                  <a:gd name="connsiteY62" fmla="*/ 4675428 h 4707593"/>
                  <a:gd name="connsiteX63" fmla="*/ 2648208 w 5260975"/>
                  <a:gd name="connsiteY63" fmla="*/ 4673892 h 4707593"/>
                  <a:gd name="connsiteX64" fmla="*/ 2597512 w 5260975"/>
                  <a:gd name="connsiteY64" fmla="*/ 4664099 h 4707593"/>
                  <a:gd name="connsiteX65" fmla="*/ 2568324 w 5260975"/>
                  <a:gd name="connsiteY65" fmla="*/ 4659490 h 4707593"/>
                  <a:gd name="connsiteX66" fmla="*/ 2544704 w 5260975"/>
                  <a:gd name="connsiteY66" fmla="*/ 4660162 h 4707593"/>
                  <a:gd name="connsiteX67" fmla="*/ 2503225 w 5260975"/>
                  <a:gd name="connsiteY67" fmla="*/ 4661026 h 4707593"/>
                  <a:gd name="connsiteX68" fmla="*/ 2489975 w 5260975"/>
                  <a:gd name="connsiteY68" fmla="*/ 4663235 h 4707593"/>
                  <a:gd name="connsiteX69" fmla="*/ 2430061 w 5260975"/>
                  <a:gd name="connsiteY69" fmla="*/ 4656897 h 4707593"/>
                  <a:gd name="connsiteX70" fmla="*/ 2395880 w 5260975"/>
                  <a:gd name="connsiteY70" fmla="*/ 4656417 h 4707593"/>
                  <a:gd name="connsiteX71" fmla="*/ 2357378 w 5260975"/>
                  <a:gd name="connsiteY71" fmla="*/ 4648544 h 4707593"/>
                  <a:gd name="connsiteX72" fmla="*/ 2346145 w 5260975"/>
                  <a:gd name="connsiteY72" fmla="*/ 4648928 h 4707593"/>
                  <a:gd name="connsiteX73" fmla="*/ 2333567 w 5260975"/>
                  <a:gd name="connsiteY73" fmla="*/ 4649600 h 4707593"/>
                  <a:gd name="connsiteX74" fmla="*/ 2294968 w 5260975"/>
                  <a:gd name="connsiteY74" fmla="*/ 4650177 h 4707593"/>
                  <a:gd name="connsiteX75" fmla="*/ 2271540 w 5260975"/>
                  <a:gd name="connsiteY75" fmla="*/ 4653057 h 4707593"/>
                  <a:gd name="connsiteX76" fmla="*/ 2226895 w 5260975"/>
                  <a:gd name="connsiteY76" fmla="*/ 4651329 h 4707593"/>
                  <a:gd name="connsiteX77" fmla="*/ 2210379 w 5260975"/>
                  <a:gd name="connsiteY77" fmla="*/ 4653825 h 4707593"/>
                  <a:gd name="connsiteX78" fmla="*/ 2168613 w 5260975"/>
                  <a:gd name="connsiteY78" fmla="*/ 4654113 h 4707593"/>
                  <a:gd name="connsiteX79" fmla="*/ 2131167 w 5260975"/>
                  <a:gd name="connsiteY79" fmla="*/ 4652673 h 4707593"/>
                  <a:gd name="connsiteX80" fmla="*/ 2095065 w 5260975"/>
                  <a:gd name="connsiteY80" fmla="*/ 4653441 h 4707593"/>
                  <a:gd name="connsiteX81" fmla="*/ 2069237 w 5260975"/>
                  <a:gd name="connsiteY81" fmla="*/ 4656609 h 4707593"/>
                  <a:gd name="connsiteX82" fmla="*/ 2041201 w 5260975"/>
                  <a:gd name="connsiteY82" fmla="*/ 4658529 h 4707593"/>
                  <a:gd name="connsiteX83" fmla="*/ 1963909 w 5260975"/>
                  <a:gd name="connsiteY83" fmla="*/ 4669955 h 4707593"/>
                  <a:gd name="connsiteX84" fmla="*/ 1949603 w 5260975"/>
                  <a:gd name="connsiteY84" fmla="*/ 4667171 h 4707593"/>
                  <a:gd name="connsiteX85" fmla="*/ 1868373 w 5260975"/>
                  <a:gd name="connsiteY85" fmla="*/ 4664578 h 4707593"/>
                  <a:gd name="connsiteX86" fmla="*/ 1850707 w 5260975"/>
                  <a:gd name="connsiteY86" fmla="*/ 4664771 h 4707593"/>
                  <a:gd name="connsiteX87" fmla="*/ 1803275 w 5260975"/>
                  <a:gd name="connsiteY87" fmla="*/ 4653441 h 4707593"/>
                  <a:gd name="connsiteX88" fmla="*/ 1730112 w 5260975"/>
                  <a:gd name="connsiteY88" fmla="*/ 4671396 h 4707593"/>
                  <a:gd name="connsiteX89" fmla="*/ 1661652 w 5260975"/>
                  <a:gd name="connsiteY89" fmla="*/ 4693863 h 4707593"/>
                  <a:gd name="connsiteX90" fmla="*/ 1653011 w 5260975"/>
                  <a:gd name="connsiteY90" fmla="*/ 4696744 h 4707593"/>
                  <a:gd name="connsiteX91" fmla="*/ 1628431 w 5260975"/>
                  <a:gd name="connsiteY91" fmla="*/ 4701641 h 4707593"/>
                  <a:gd name="connsiteX92" fmla="*/ 1597995 w 5260975"/>
                  <a:gd name="connsiteY92" fmla="*/ 4703369 h 4707593"/>
                  <a:gd name="connsiteX93" fmla="*/ 1559396 w 5260975"/>
                  <a:gd name="connsiteY93" fmla="*/ 4707593 h 4707593"/>
                  <a:gd name="connsiteX94" fmla="*/ 1528480 w 5260975"/>
                  <a:gd name="connsiteY94" fmla="*/ 4702312 h 4707593"/>
                  <a:gd name="connsiteX95" fmla="*/ 1485272 w 5260975"/>
                  <a:gd name="connsiteY95" fmla="*/ 4694439 h 4707593"/>
                  <a:gd name="connsiteX96" fmla="*/ 1444562 w 5260975"/>
                  <a:gd name="connsiteY96" fmla="*/ 4686950 h 4707593"/>
                  <a:gd name="connsiteX97" fmla="*/ 1431696 w 5260975"/>
                  <a:gd name="connsiteY97" fmla="*/ 4695783 h 4707593"/>
                  <a:gd name="connsiteX98" fmla="*/ 1411821 w 5260975"/>
                  <a:gd name="connsiteY98" fmla="*/ 4703464 h 4707593"/>
                  <a:gd name="connsiteX99" fmla="*/ 1389738 w 5260975"/>
                  <a:gd name="connsiteY99" fmla="*/ 4694247 h 4707593"/>
                  <a:gd name="connsiteX100" fmla="*/ 1338081 w 5260975"/>
                  <a:gd name="connsiteY100" fmla="*/ 4675141 h 4707593"/>
                  <a:gd name="connsiteX101" fmla="*/ 1305436 w 5260975"/>
                  <a:gd name="connsiteY101" fmla="*/ 4674276 h 4707593"/>
                  <a:gd name="connsiteX102" fmla="*/ 1234481 w 5260975"/>
                  <a:gd name="connsiteY102" fmla="*/ 4666115 h 4707593"/>
                  <a:gd name="connsiteX103" fmla="*/ 1188106 w 5260975"/>
                  <a:gd name="connsiteY103" fmla="*/ 4654497 h 4707593"/>
                  <a:gd name="connsiteX104" fmla="*/ 1154790 w 5260975"/>
                  <a:gd name="connsiteY104" fmla="*/ 4641343 h 4707593"/>
                  <a:gd name="connsiteX105" fmla="*/ 1107069 w 5260975"/>
                  <a:gd name="connsiteY105" fmla="*/ 4624156 h 4707593"/>
                  <a:gd name="connsiteX106" fmla="*/ 1059158 w 5260975"/>
                  <a:gd name="connsiteY106" fmla="*/ 4615227 h 4707593"/>
                  <a:gd name="connsiteX107" fmla="*/ 1024496 w 5260975"/>
                  <a:gd name="connsiteY107" fmla="*/ 4603993 h 4707593"/>
                  <a:gd name="connsiteX108" fmla="*/ 982153 w 5260975"/>
                  <a:gd name="connsiteY108" fmla="*/ 4596311 h 4707593"/>
                  <a:gd name="connsiteX109" fmla="*/ 946628 w 5260975"/>
                  <a:gd name="connsiteY109" fmla="*/ 4596024 h 4707593"/>
                  <a:gd name="connsiteX110" fmla="*/ 890939 w 5260975"/>
                  <a:gd name="connsiteY110" fmla="*/ 4597368 h 4707593"/>
                  <a:gd name="connsiteX111" fmla="*/ 822769 w 5260975"/>
                  <a:gd name="connsiteY111" fmla="*/ 4574133 h 4707593"/>
                  <a:gd name="connsiteX112" fmla="*/ 795212 w 5260975"/>
                  <a:gd name="connsiteY112" fmla="*/ 4568947 h 4707593"/>
                  <a:gd name="connsiteX113" fmla="*/ 769288 w 5260975"/>
                  <a:gd name="connsiteY113" fmla="*/ 4566547 h 4707593"/>
                  <a:gd name="connsiteX114" fmla="*/ 714271 w 5260975"/>
                  <a:gd name="connsiteY114" fmla="*/ 4551089 h 4707593"/>
                  <a:gd name="connsiteX115" fmla="*/ 691900 w 5260975"/>
                  <a:gd name="connsiteY115" fmla="*/ 4545999 h 4707593"/>
                  <a:gd name="connsiteX116" fmla="*/ 660598 w 5260975"/>
                  <a:gd name="connsiteY116" fmla="*/ 4546096 h 4707593"/>
                  <a:gd name="connsiteX117" fmla="*/ 603662 w 5260975"/>
                  <a:gd name="connsiteY117" fmla="*/ 4538991 h 4707593"/>
                  <a:gd name="connsiteX118" fmla="*/ 546821 w 5260975"/>
                  <a:gd name="connsiteY118" fmla="*/ 4518251 h 4707593"/>
                  <a:gd name="connsiteX119" fmla="*/ 522721 w 5260975"/>
                  <a:gd name="connsiteY119" fmla="*/ 4520267 h 4707593"/>
                  <a:gd name="connsiteX120" fmla="*/ 514080 w 5260975"/>
                  <a:gd name="connsiteY120" fmla="*/ 4519788 h 4707593"/>
                  <a:gd name="connsiteX121" fmla="*/ 436404 w 5260975"/>
                  <a:gd name="connsiteY121" fmla="*/ 4508361 h 4707593"/>
                  <a:gd name="connsiteX122" fmla="*/ 428626 w 5260975"/>
                  <a:gd name="connsiteY122" fmla="*/ 4507114 h 4707593"/>
                  <a:gd name="connsiteX123" fmla="*/ 392141 w 5260975"/>
                  <a:gd name="connsiteY123" fmla="*/ 4496936 h 4707593"/>
                  <a:gd name="connsiteX124" fmla="*/ 300157 w 5260975"/>
                  <a:gd name="connsiteY124" fmla="*/ 4490599 h 4707593"/>
                  <a:gd name="connsiteX125" fmla="*/ 294493 w 5260975"/>
                  <a:gd name="connsiteY125" fmla="*/ 4489831 h 4707593"/>
                  <a:gd name="connsiteX126" fmla="*/ 263671 w 5260975"/>
                  <a:gd name="connsiteY126" fmla="*/ 4494919 h 4707593"/>
                  <a:gd name="connsiteX127" fmla="*/ 248406 w 5260975"/>
                  <a:gd name="connsiteY127" fmla="*/ 4502121 h 4707593"/>
                  <a:gd name="connsiteX128" fmla="*/ 224594 w 5260975"/>
                  <a:gd name="connsiteY128" fmla="*/ 4509610 h 4707593"/>
                  <a:gd name="connsiteX129" fmla="*/ 200398 w 5260975"/>
                  <a:gd name="connsiteY129" fmla="*/ 4512395 h 4707593"/>
                  <a:gd name="connsiteX130" fmla="*/ 159783 w 5260975"/>
                  <a:gd name="connsiteY130" fmla="*/ 4501064 h 4707593"/>
                  <a:gd name="connsiteX131" fmla="*/ 144997 w 5260975"/>
                  <a:gd name="connsiteY131" fmla="*/ 4499912 h 4707593"/>
                  <a:gd name="connsiteX132" fmla="*/ 112064 w 5260975"/>
                  <a:gd name="connsiteY132" fmla="*/ 4494440 h 4707593"/>
                  <a:gd name="connsiteX133" fmla="*/ 83259 w 5260975"/>
                  <a:gd name="connsiteY133" fmla="*/ 4494824 h 4707593"/>
                  <a:gd name="connsiteX134" fmla="*/ 60120 w 5260975"/>
                  <a:gd name="connsiteY134" fmla="*/ 4503561 h 4707593"/>
                  <a:gd name="connsiteX135" fmla="*/ 26514 w 5260975"/>
                  <a:gd name="connsiteY135" fmla="*/ 4505289 h 4707593"/>
                  <a:gd name="connsiteX136" fmla="*/ 4814 w 5260975"/>
                  <a:gd name="connsiteY136" fmla="*/ 4498952 h 4707593"/>
                  <a:gd name="connsiteX137" fmla="*/ 398 w 5260975"/>
                  <a:gd name="connsiteY137" fmla="*/ 4498089 h 4707593"/>
                  <a:gd name="connsiteX138" fmla="*/ 0 w 5260975"/>
                  <a:gd name="connsiteY138" fmla="*/ 4498087 h 470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</a:cxnLst>
                <a:rect l="l" t="t" r="r" b="b"/>
                <a:pathLst>
                  <a:path w="5260975" h="4707593">
                    <a:moveTo>
                      <a:pt x="0" y="0"/>
                    </a:moveTo>
                    <a:lnTo>
                      <a:pt x="5260975" y="0"/>
                    </a:lnTo>
                    <a:lnTo>
                      <a:pt x="5260975" y="3296937"/>
                    </a:lnTo>
                    <a:lnTo>
                      <a:pt x="5260975" y="3518571"/>
                    </a:lnTo>
                    <a:lnTo>
                      <a:pt x="5226503" y="3534000"/>
                    </a:lnTo>
                    <a:cubicBezTo>
                      <a:pt x="5219783" y="3536785"/>
                      <a:pt x="5212389" y="3538321"/>
                      <a:pt x="5206341" y="3542065"/>
                    </a:cubicBezTo>
                    <a:cubicBezTo>
                      <a:pt x="5178495" y="3559156"/>
                      <a:pt x="5151515" y="3577591"/>
                      <a:pt x="5123287" y="3594010"/>
                    </a:cubicBezTo>
                    <a:cubicBezTo>
                      <a:pt x="5094195" y="3611004"/>
                      <a:pt x="5068175" y="3631071"/>
                      <a:pt x="5048107" y="3658244"/>
                    </a:cubicBezTo>
                    <a:cubicBezTo>
                      <a:pt x="5029480" y="3683496"/>
                      <a:pt x="5011429" y="3709131"/>
                      <a:pt x="4992899" y="3734479"/>
                    </a:cubicBezTo>
                    <a:cubicBezTo>
                      <a:pt x="4988194" y="3740912"/>
                      <a:pt x="4983873" y="3748498"/>
                      <a:pt x="4977440" y="3752627"/>
                    </a:cubicBezTo>
                    <a:cubicBezTo>
                      <a:pt x="4964094" y="3761268"/>
                      <a:pt x="4949499" y="3768277"/>
                      <a:pt x="4935193" y="3775382"/>
                    </a:cubicBezTo>
                    <a:cubicBezTo>
                      <a:pt x="4922903" y="3781431"/>
                      <a:pt x="4909845" y="3785943"/>
                      <a:pt x="4897844" y="3792472"/>
                    </a:cubicBezTo>
                    <a:cubicBezTo>
                      <a:pt x="4888243" y="3797658"/>
                      <a:pt x="4879697" y="3804859"/>
                      <a:pt x="4870767" y="3811388"/>
                    </a:cubicBezTo>
                    <a:cubicBezTo>
                      <a:pt x="4862990" y="3817052"/>
                      <a:pt x="4854445" y="3821949"/>
                      <a:pt x="4847916" y="3828767"/>
                    </a:cubicBezTo>
                    <a:cubicBezTo>
                      <a:pt x="4831977" y="3845281"/>
                      <a:pt x="4815942" y="3861508"/>
                      <a:pt x="4796163" y="3873702"/>
                    </a:cubicBezTo>
                    <a:cubicBezTo>
                      <a:pt x="4776672" y="3885799"/>
                      <a:pt x="4758237" y="3899338"/>
                      <a:pt x="4738843" y="3911628"/>
                    </a:cubicBezTo>
                    <a:cubicBezTo>
                      <a:pt x="4719831" y="3923630"/>
                      <a:pt x="4702645" y="3936783"/>
                      <a:pt x="4692755" y="3958099"/>
                    </a:cubicBezTo>
                    <a:cubicBezTo>
                      <a:pt x="4688339" y="3967508"/>
                      <a:pt x="4682097" y="3977782"/>
                      <a:pt x="4673744" y="3983255"/>
                    </a:cubicBezTo>
                    <a:cubicBezTo>
                      <a:pt x="4661838" y="3991032"/>
                      <a:pt x="4646764" y="3993817"/>
                      <a:pt x="4633801" y="4000442"/>
                    </a:cubicBezTo>
                    <a:cubicBezTo>
                      <a:pt x="4618535" y="4008219"/>
                      <a:pt x="4600869" y="4014940"/>
                      <a:pt x="4590499" y="4027326"/>
                    </a:cubicBezTo>
                    <a:cubicBezTo>
                      <a:pt x="4581281" y="4038368"/>
                      <a:pt x="4571968" y="4047009"/>
                      <a:pt x="4559773" y="4054018"/>
                    </a:cubicBezTo>
                    <a:cubicBezTo>
                      <a:pt x="4551229" y="4058915"/>
                      <a:pt x="4544892" y="4067844"/>
                      <a:pt x="4536059" y="4071877"/>
                    </a:cubicBezTo>
                    <a:cubicBezTo>
                      <a:pt x="4524441" y="4077254"/>
                      <a:pt x="4512727" y="4081479"/>
                      <a:pt x="4502549" y="4089832"/>
                    </a:cubicBezTo>
                    <a:cubicBezTo>
                      <a:pt x="4491987" y="4098473"/>
                      <a:pt x="4479986" y="4105290"/>
                      <a:pt x="4468944" y="4113356"/>
                    </a:cubicBezTo>
                    <a:cubicBezTo>
                      <a:pt x="4463087" y="4117676"/>
                      <a:pt x="4458286" y="4123341"/>
                      <a:pt x="4452622" y="4127854"/>
                    </a:cubicBezTo>
                    <a:cubicBezTo>
                      <a:pt x="4442252" y="4136111"/>
                      <a:pt x="4431690" y="4144176"/>
                      <a:pt x="4421032" y="4151953"/>
                    </a:cubicBezTo>
                    <a:cubicBezTo>
                      <a:pt x="4410375" y="4159731"/>
                      <a:pt x="4400197" y="4168756"/>
                      <a:pt x="4388483" y="4174421"/>
                    </a:cubicBezTo>
                    <a:cubicBezTo>
                      <a:pt x="4368513" y="4184023"/>
                      <a:pt x="4346717" y="4189784"/>
                      <a:pt x="4327321" y="4200153"/>
                    </a:cubicBezTo>
                    <a:cubicBezTo>
                      <a:pt x="4307639" y="4210714"/>
                      <a:pt x="4289107" y="4223965"/>
                      <a:pt x="4271633" y="4237983"/>
                    </a:cubicBezTo>
                    <a:cubicBezTo>
                      <a:pt x="4257807" y="4249025"/>
                      <a:pt x="4244845" y="4259971"/>
                      <a:pt x="4227465" y="4265635"/>
                    </a:cubicBezTo>
                    <a:cubicBezTo>
                      <a:pt x="4217768" y="4268804"/>
                      <a:pt x="4207591" y="4275717"/>
                      <a:pt x="4201733" y="4283783"/>
                    </a:cubicBezTo>
                    <a:cubicBezTo>
                      <a:pt x="4189059" y="4301353"/>
                      <a:pt x="4172833" y="4313739"/>
                      <a:pt x="4154494" y="4324301"/>
                    </a:cubicBezTo>
                    <a:cubicBezTo>
                      <a:pt x="4130010" y="4338511"/>
                      <a:pt x="4105814" y="4353009"/>
                      <a:pt x="4081234" y="4366931"/>
                    </a:cubicBezTo>
                    <a:cubicBezTo>
                      <a:pt x="4066737" y="4375189"/>
                      <a:pt x="4052335" y="4383926"/>
                      <a:pt x="4036971" y="4389975"/>
                    </a:cubicBezTo>
                    <a:cubicBezTo>
                      <a:pt x="4005575" y="4402457"/>
                      <a:pt x="3973410" y="4413114"/>
                      <a:pt x="3941725" y="4424733"/>
                    </a:cubicBezTo>
                    <a:cubicBezTo>
                      <a:pt x="3931355" y="4428477"/>
                      <a:pt x="3921561" y="4433854"/>
                      <a:pt x="3910999" y="4437119"/>
                    </a:cubicBezTo>
                    <a:cubicBezTo>
                      <a:pt x="3899573" y="4440671"/>
                      <a:pt x="3887285" y="4441727"/>
                      <a:pt x="3875859" y="4445280"/>
                    </a:cubicBezTo>
                    <a:cubicBezTo>
                      <a:pt x="3856847" y="4451136"/>
                      <a:pt x="3838412" y="4458626"/>
                      <a:pt x="3819401" y="4464579"/>
                    </a:cubicBezTo>
                    <a:cubicBezTo>
                      <a:pt x="3782723" y="4476005"/>
                      <a:pt x="3745949" y="4486951"/>
                      <a:pt x="3709176" y="4497800"/>
                    </a:cubicBezTo>
                    <a:cubicBezTo>
                      <a:pt x="3701303" y="4500105"/>
                      <a:pt x="3692757" y="4500393"/>
                      <a:pt x="3684981" y="4502889"/>
                    </a:cubicBezTo>
                    <a:cubicBezTo>
                      <a:pt x="3664337" y="4509610"/>
                      <a:pt x="3643789" y="4516907"/>
                      <a:pt x="3623338" y="4524300"/>
                    </a:cubicBezTo>
                    <a:cubicBezTo>
                      <a:pt x="3610953" y="4528813"/>
                      <a:pt x="3598854" y="4534382"/>
                      <a:pt x="3586373" y="4538702"/>
                    </a:cubicBezTo>
                    <a:cubicBezTo>
                      <a:pt x="3576387" y="4542159"/>
                      <a:pt x="3566113" y="4544847"/>
                      <a:pt x="3555743" y="4546960"/>
                    </a:cubicBezTo>
                    <a:cubicBezTo>
                      <a:pt x="3546814" y="4548785"/>
                      <a:pt x="3537501" y="4548592"/>
                      <a:pt x="3528667" y="4550801"/>
                    </a:cubicBezTo>
                    <a:cubicBezTo>
                      <a:pt x="3504759" y="4556753"/>
                      <a:pt x="3481140" y="4563475"/>
                      <a:pt x="3457424" y="4569811"/>
                    </a:cubicBezTo>
                    <a:cubicBezTo>
                      <a:pt x="3447919" y="4572308"/>
                      <a:pt x="3438221" y="4574133"/>
                      <a:pt x="3429003" y="4577301"/>
                    </a:cubicBezTo>
                    <a:cubicBezTo>
                      <a:pt x="3404327" y="4585654"/>
                      <a:pt x="3380036" y="4595159"/>
                      <a:pt x="3355264" y="4603033"/>
                    </a:cubicBezTo>
                    <a:cubicBezTo>
                      <a:pt x="3334717" y="4609562"/>
                      <a:pt x="3313593" y="4614266"/>
                      <a:pt x="3292757" y="4620027"/>
                    </a:cubicBezTo>
                    <a:cubicBezTo>
                      <a:pt x="3283924" y="4622524"/>
                      <a:pt x="3275475" y="4626077"/>
                      <a:pt x="3266643" y="4628188"/>
                    </a:cubicBezTo>
                    <a:cubicBezTo>
                      <a:pt x="3246863" y="4632990"/>
                      <a:pt x="3226796" y="4637022"/>
                      <a:pt x="3206921" y="4641823"/>
                    </a:cubicBezTo>
                    <a:cubicBezTo>
                      <a:pt x="3195590" y="4644607"/>
                      <a:pt x="3184645" y="4649600"/>
                      <a:pt x="3173123" y="4651425"/>
                    </a:cubicBezTo>
                    <a:cubicBezTo>
                      <a:pt x="3145759" y="4655745"/>
                      <a:pt x="3118203" y="4658817"/>
                      <a:pt x="3090646" y="4662274"/>
                    </a:cubicBezTo>
                    <a:cubicBezTo>
                      <a:pt x="3062227" y="4665826"/>
                      <a:pt x="3033902" y="4669571"/>
                      <a:pt x="3005480" y="4672739"/>
                    </a:cubicBezTo>
                    <a:cubicBezTo>
                      <a:pt x="2989926" y="4674372"/>
                      <a:pt x="2974275" y="4674660"/>
                      <a:pt x="2958721" y="4676196"/>
                    </a:cubicBezTo>
                    <a:cubicBezTo>
                      <a:pt x="2945087" y="4677541"/>
                      <a:pt x="2931549" y="4680037"/>
                      <a:pt x="2917915" y="4681670"/>
                    </a:cubicBezTo>
                    <a:cubicBezTo>
                      <a:pt x="2906105" y="4683013"/>
                      <a:pt x="2894199" y="4683781"/>
                      <a:pt x="2882389" y="4685126"/>
                    </a:cubicBezTo>
                    <a:cubicBezTo>
                      <a:pt x="2863475" y="4687334"/>
                      <a:pt x="2844655" y="4689831"/>
                      <a:pt x="2825837" y="4692135"/>
                    </a:cubicBezTo>
                    <a:cubicBezTo>
                      <a:pt x="2817964" y="4692999"/>
                      <a:pt x="2809706" y="4695399"/>
                      <a:pt x="2802313" y="4693960"/>
                    </a:cubicBezTo>
                    <a:cubicBezTo>
                      <a:pt x="2783686" y="4690310"/>
                      <a:pt x="2765347" y="4691367"/>
                      <a:pt x="2746816" y="4693863"/>
                    </a:cubicBezTo>
                    <a:cubicBezTo>
                      <a:pt x="2740479" y="4694728"/>
                      <a:pt x="2733662" y="4694535"/>
                      <a:pt x="2727517" y="4692903"/>
                    </a:cubicBezTo>
                    <a:cubicBezTo>
                      <a:pt x="2714939" y="4689638"/>
                      <a:pt x="2702745" y="4685029"/>
                      <a:pt x="2690359" y="4680997"/>
                    </a:cubicBezTo>
                    <a:cubicBezTo>
                      <a:pt x="2689014" y="4680517"/>
                      <a:pt x="2687382" y="4680421"/>
                      <a:pt x="2685943" y="4680133"/>
                    </a:cubicBezTo>
                    <a:cubicBezTo>
                      <a:pt x="2677781" y="4678500"/>
                      <a:pt x="2669717" y="4676868"/>
                      <a:pt x="2661554" y="4675428"/>
                    </a:cubicBezTo>
                    <a:cubicBezTo>
                      <a:pt x="2657138" y="4674660"/>
                      <a:pt x="2652625" y="4674564"/>
                      <a:pt x="2648208" y="4673892"/>
                    </a:cubicBezTo>
                    <a:cubicBezTo>
                      <a:pt x="2631118" y="4671203"/>
                      <a:pt x="2612299" y="4675716"/>
                      <a:pt x="2597512" y="4664099"/>
                    </a:cubicBezTo>
                    <a:cubicBezTo>
                      <a:pt x="2587911" y="4656609"/>
                      <a:pt x="2578597" y="4658338"/>
                      <a:pt x="2568324" y="4659490"/>
                    </a:cubicBezTo>
                    <a:cubicBezTo>
                      <a:pt x="2560547" y="4660354"/>
                      <a:pt x="2552577" y="4660065"/>
                      <a:pt x="2544704" y="4660162"/>
                    </a:cubicBezTo>
                    <a:cubicBezTo>
                      <a:pt x="2530878" y="4660449"/>
                      <a:pt x="2517052" y="4660546"/>
                      <a:pt x="2503225" y="4661026"/>
                    </a:cubicBezTo>
                    <a:cubicBezTo>
                      <a:pt x="2498808" y="4661218"/>
                      <a:pt x="2494297" y="4663619"/>
                      <a:pt x="2489975" y="4663235"/>
                    </a:cubicBezTo>
                    <a:cubicBezTo>
                      <a:pt x="2470004" y="4661410"/>
                      <a:pt x="2450033" y="4658529"/>
                      <a:pt x="2430061" y="4656897"/>
                    </a:cubicBezTo>
                    <a:cubicBezTo>
                      <a:pt x="2418732" y="4655938"/>
                      <a:pt x="2407114" y="4657761"/>
                      <a:pt x="2395880" y="4656417"/>
                    </a:cubicBezTo>
                    <a:cubicBezTo>
                      <a:pt x="2382919" y="4654881"/>
                      <a:pt x="2370245" y="4650945"/>
                      <a:pt x="2357378" y="4648544"/>
                    </a:cubicBezTo>
                    <a:cubicBezTo>
                      <a:pt x="2353826" y="4647872"/>
                      <a:pt x="2349889" y="4648736"/>
                      <a:pt x="2346145" y="4648928"/>
                    </a:cubicBezTo>
                    <a:cubicBezTo>
                      <a:pt x="2341920" y="4649120"/>
                      <a:pt x="2337791" y="4649504"/>
                      <a:pt x="2333567" y="4649600"/>
                    </a:cubicBezTo>
                    <a:cubicBezTo>
                      <a:pt x="2320700" y="4649793"/>
                      <a:pt x="2307835" y="4649504"/>
                      <a:pt x="2294968" y="4650177"/>
                    </a:cubicBezTo>
                    <a:cubicBezTo>
                      <a:pt x="2287095" y="4650561"/>
                      <a:pt x="2278839" y="4654497"/>
                      <a:pt x="2271540" y="4653057"/>
                    </a:cubicBezTo>
                    <a:cubicBezTo>
                      <a:pt x="2256659" y="4650272"/>
                      <a:pt x="2241776" y="4656513"/>
                      <a:pt x="2226895" y="4651329"/>
                    </a:cubicBezTo>
                    <a:cubicBezTo>
                      <a:pt x="2222285" y="4649793"/>
                      <a:pt x="2215948" y="4653633"/>
                      <a:pt x="2210379" y="4653825"/>
                    </a:cubicBezTo>
                    <a:cubicBezTo>
                      <a:pt x="2196457" y="4654305"/>
                      <a:pt x="2182535" y="4654209"/>
                      <a:pt x="2168613" y="4654113"/>
                    </a:cubicBezTo>
                    <a:cubicBezTo>
                      <a:pt x="2156131" y="4654017"/>
                      <a:pt x="2143168" y="4655361"/>
                      <a:pt x="2131167" y="4652673"/>
                    </a:cubicBezTo>
                    <a:cubicBezTo>
                      <a:pt x="2118588" y="4649793"/>
                      <a:pt x="2107259" y="4650177"/>
                      <a:pt x="2095065" y="4653441"/>
                    </a:cubicBezTo>
                    <a:cubicBezTo>
                      <a:pt x="2086711" y="4655649"/>
                      <a:pt x="2077878" y="4655938"/>
                      <a:pt x="2069237" y="4656609"/>
                    </a:cubicBezTo>
                    <a:cubicBezTo>
                      <a:pt x="2059924" y="4657377"/>
                      <a:pt x="2049650" y="4655361"/>
                      <a:pt x="2041201" y="4658529"/>
                    </a:cubicBezTo>
                    <a:cubicBezTo>
                      <a:pt x="2016044" y="4667939"/>
                      <a:pt x="1990216" y="4669955"/>
                      <a:pt x="1963909" y="4669955"/>
                    </a:cubicBezTo>
                    <a:cubicBezTo>
                      <a:pt x="1959107" y="4669955"/>
                      <a:pt x="1954210" y="4668612"/>
                      <a:pt x="1949603" y="4667171"/>
                    </a:cubicBezTo>
                    <a:cubicBezTo>
                      <a:pt x="1922717" y="4658529"/>
                      <a:pt x="1895737" y="4659297"/>
                      <a:pt x="1868373" y="4664578"/>
                    </a:cubicBezTo>
                    <a:cubicBezTo>
                      <a:pt x="1862708" y="4665731"/>
                      <a:pt x="1856372" y="4665923"/>
                      <a:pt x="1850707" y="4664771"/>
                    </a:cubicBezTo>
                    <a:cubicBezTo>
                      <a:pt x="1834768" y="4661410"/>
                      <a:pt x="1819309" y="4655841"/>
                      <a:pt x="1803275" y="4653441"/>
                    </a:cubicBezTo>
                    <a:cubicBezTo>
                      <a:pt x="1776775" y="4649504"/>
                      <a:pt x="1753828" y="4662754"/>
                      <a:pt x="1730112" y="4671396"/>
                    </a:cubicBezTo>
                    <a:cubicBezTo>
                      <a:pt x="1707548" y="4679557"/>
                      <a:pt x="1688345" y="4697992"/>
                      <a:pt x="1661652" y="4693863"/>
                    </a:cubicBezTo>
                    <a:cubicBezTo>
                      <a:pt x="1658965" y="4693479"/>
                      <a:pt x="1655988" y="4696071"/>
                      <a:pt x="1653011" y="4696744"/>
                    </a:cubicBezTo>
                    <a:cubicBezTo>
                      <a:pt x="1644850" y="4698568"/>
                      <a:pt x="1636689" y="4700776"/>
                      <a:pt x="1628431" y="4701641"/>
                    </a:cubicBezTo>
                    <a:cubicBezTo>
                      <a:pt x="1618350" y="4702793"/>
                      <a:pt x="1608076" y="4702409"/>
                      <a:pt x="1597995" y="4703369"/>
                    </a:cubicBezTo>
                    <a:cubicBezTo>
                      <a:pt x="1585032" y="4704521"/>
                      <a:pt x="1572263" y="4707593"/>
                      <a:pt x="1559396" y="4707593"/>
                    </a:cubicBezTo>
                    <a:cubicBezTo>
                      <a:pt x="1549026" y="4707593"/>
                      <a:pt x="1538753" y="4704041"/>
                      <a:pt x="1528480" y="4702312"/>
                    </a:cubicBezTo>
                    <a:cubicBezTo>
                      <a:pt x="1513981" y="4699912"/>
                      <a:pt x="1498042" y="4700584"/>
                      <a:pt x="1485272" y="4694439"/>
                    </a:cubicBezTo>
                    <a:cubicBezTo>
                      <a:pt x="1471639" y="4687910"/>
                      <a:pt x="1458676" y="4684934"/>
                      <a:pt x="1444562" y="4686950"/>
                    </a:cubicBezTo>
                    <a:cubicBezTo>
                      <a:pt x="1439857" y="4687622"/>
                      <a:pt x="1433808" y="4691655"/>
                      <a:pt x="1431696" y="4695783"/>
                    </a:cubicBezTo>
                    <a:cubicBezTo>
                      <a:pt x="1426991" y="4705001"/>
                      <a:pt x="1420559" y="4706634"/>
                      <a:pt x="1411821" y="4703464"/>
                    </a:cubicBezTo>
                    <a:cubicBezTo>
                      <a:pt x="1404236" y="4700776"/>
                      <a:pt x="1394922" y="4699432"/>
                      <a:pt x="1389738" y="4694247"/>
                    </a:cubicBezTo>
                    <a:cubicBezTo>
                      <a:pt x="1375047" y="4679557"/>
                      <a:pt x="1356324" y="4679077"/>
                      <a:pt x="1338081" y="4675141"/>
                    </a:cubicBezTo>
                    <a:cubicBezTo>
                      <a:pt x="1326945" y="4672739"/>
                      <a:pt x="1316574" y="4672644"/>
                      <a:pt x="1305436" y="4674276"/>
                    </a:cubicBezTo>
                    <a:cubicBezTo>
                      <a:pt x="1281241" y="4677925"/>
                      <a:pt x="1257717" y="4672739"/>
                      <a:pt x="1234481" y="4666115"/>
                    </a:cubicBezTo>
                    <a:cubicBezTo>
                      <a:pt x="1219118" y="4661698"/>
                      <a:pt x="1203372" y="4659010"/>
                      <a:pt x="1188106" y="4654497"/>
                    </a:cubicBezTo>
                    <a:cubicBezTo>
                      <a:pt x="1176680" y="4651041"/>
                      <a:pt x="1165255" y="4646912"/>
                      <a:pt x="1154790" y="4641343"/>
                    </a:cubicBezTo>
                    <a:cubicBezTo>
                      <a:pt x="1139618" y="4633181"/>
                      <a:pt x="1126369" y="4620891"/>
                      <a:pt x="1107069" y="4624156"/>
                    </a:cubicBezTo>
                    <a:cubicBezTo>
                      <a:pt x="1090074" y="4627036"/>
                      <a:pt x="1074713" y="4620988"/>
                      <a:pt x="1059158" y="4615227"/>
                    </a:cubicBezTo>
                    <a:cubicBezTo>
                      <a:pt x="1047732" y="4611002"/>
                      <a:pt x="1036308" y="4606681"/>
                      <a:pt x="1024496" y="4603993"/>
                    </a:cubicBezTo>
                    <a:cubicBezTo>
                      <a:pt x="1010478" y="4600824"/>
                      <a:pt x="994635" y="4602169"/>
                      <a:pt x="982153" y="4596311"/>
                    </a:cubicBezTo>
                    <a:cubicBezTo>
                      <a:pt x="969095" y="4590166"/>
                      <a:pt x="958246" y="4594295"/>
                      <a:pt x="946628" y="4596024"/>
                    </a:cubicBezTo>
                    <a:cubicBezTo>
                      <a:pt x="928097" y="4598712"/>
                      <a:pt x="909661" y="4603705"/>
                      <a:pt x="890939" y="4597368"/>
                    </a:cubicBezTo>
                    <a:cubicBezTo>
                      <a:pt x="868184" y="4589687"/>
                      <a:pt x="845620" y="4581430"/>
                      <a:pt x="822769" y="4574133"/>
                    </a:cubicBezTo>
                    <a:cubicBezTo>
                      <a:pt x="813934" y="4571347"/>
                      <a:pt x="804431" y="4570195"/>
                      <a:pt x="795212" y="4568947"/>
                    </a:cubicBezTo>
                    <a:cubicBezTo>
                      <a:pt x="786476" y="4567891"/>
                      <a:pt x="776010" y="4570579"/>
                      <a:pt x="769288" y="4566547"/>
                    </a:cubicBezTo>
                    <a:cubicBezTo>
                      <a:pt x="752005" y="4556178"/>
                      <a:pt x="734243" y="4551089"/>
                      <a:pt x="714271" y="4551089"/>
                    </a:cubicBezTo>
                    <a:cubicBezTo>
                      <a:pt x="706781" y="4551089"/>
                      <a:pt x="699484" y="4546768"/>
                      <a:pt x="691900" y="4545999"/>
                    </a:cubicBezTo>
                    <a:cubicBezTo>
                      <a:pt x="681529" y="4545040"/>
                      <a:pt x="669623" y="4542447"/>
                      <a:pt x="660598" y="4546096"/>
                    </a:cubicBezTo>
                    <a:cubicBezTo>
                      <a:pt x="639379" y="4554737"/>
                      <a:pt x="622193" y="4547536"/>
                      <a:pt x="603662" y="4538991"/>
                    </a:cubicBezTo>
                    <a:cubicBezTo>
                      <a:pt x="585418" y="4530541"/>
                      <a:pt x="566215" y="4523821"/>
                      <a:pt x="546821" y="4518251"/>
                    </a:cubicBezTo>
                    <a:cubicBezTo>
                      <a:pt x="539524" y="4516235"/>
                      <a:pt x="530787" y="4519596"/>
                      <a:pt x="522721" y="4520267"/>
                    </a:cubicBezTo>
                    <a:cubicBezTo>
                      <a:pt x="519840" y="4520460"/>
                      <a:pt x="516671" y="4520748"/>
                      <a:pt x="514080" y="4519788"/>
                    </a:cubicBezTo>
                    <a:cubicBezTo>
                      <a:pt x="489020" y="4510570"/>
                      <a:pt x="463575" y="4503561"/>
                      <a:pt x="436404" y="4508361"/>
                    </a:cubicBezTo>
                    <a:cubicBezTo>
                      <a:pt x="433908" y="4508842"/>
                      <a:pt x="431123" y="4507786"/>
                      <a:pt x="428626" y="4507114"/>
                    </a:cubicBezTo>
                    <a:cubicBezTo>
                      <a:pt x="416432" y="4503657"/>
                      <a:pt x="404526" y="4498184"/>
                      <a:pt x="392141" y="4496936"/>
                    </a:cubicBezTo>
                    <a:cubicBezTo>
                      <a:pt x="361608" y="4493864"/>
                      <a:pt x="330884" y="4492615"/>
                      <a:pt x="300157" y="4490599"/>
                    </a:cubicBezTo>
                    <a:cubicBezTo>
                      <a:pt x="298237" y="4490503"/>
                      <a:pt x="296221" y="4490503"/>
                      <a:pt x="294493" y="4489831"/>
                    </a:cubicBezTo>
                    <a:cubicBezTo>
                      <a:pt x="283163" y="4485702"/>
                      <a:pt x="273274" y="4487047"/>
                      <a:pt x="263671" y="4494919"/>
                    </a:cubicBezTo>
                    <a:cubicBezTo>
                      <a:pt x="259447" y="4498376"/>
                      <a:pt x="253686" y="4500200"/>
                      <a:pt x="248406" y="4502121"/>
                    </a:cubicBezTo>
                    <a:cubicBezTo>
                      <a:pt x="240628" y="4505002"/>
                      <a:pt x="232659" y="4507786"/>
                      <a:pt x="224594" y="4509610"/>
                    </a:cubicBezTo>
                    <a:cubicBezTo>
                      <a:pt x="216624" y="4511338"/>
                      <a:pt x="208079" y="4513738"/>
                      <a:pt x="200398" y="4512395"/>
                    </a:cubicBezTo>
                    <a:cubicBezTo>
                      <a:pt x="186572" y="4509994"/>
                      <a:pt x="173417" y="4504618"/>
                      <a:pt x="159783" y="4501064"/>
                    </a:cubicBezTo>
                    <a:cubicBezTo>
                      <a:pt x="155079" y="4499816"/>
                      <a:pt x="149893" y="4500009"/>
                      <a:pt x="144997" y="4499912"/>
                    </a:cubicBezTo>
                    <a:cubicBezTo>
                      <a:pt x="133763" y="4499625"/>
                      <a:pt x="122241" y="4502409"/>
                      <a:pt x="112064" y="4494440"/>
                    </a:cubicBezTo>
                    <a:cubicBezTo>
                      <a:pt x="102655" y="4486951"/>
                      <a:pt x="93148" y="4489158"/>
                      <a:pt x="83259" y="4494824"/>
                    </a:cubicBezTo>
                    <a:cubicBezTo>
                      <a:pt x="76154" y="4498857"/>
                      <a:pt x="68090" y="4502025"/>
                      <a:pt x="60120" y="4503561"/>
                    </a:cubicBezTo>
                    <a:cubicBezTo>
                      <a:pt x="49174" y="4505673"/>
                      <a:pt x="38324" y="4506538"/>
                      <a:pt x="26514" y="4505289"/>
                    </a:cubicBezTo>
                    <a:cubicBezTo>
                      <a:pt x="18161" y="4504425"/>
                      <a:pt x="11343" y="4504041"/>
                      <a:pt x="4814" y="4498952"/>
                    </a:cubicBezTo>
                    <a:cubicBezTo>
                      <a:pt x="3759" y="4498184"/>
                      <a:pt x="1839" y="4497992"/>
                      <a:pt x="398" y="4498089"/>
                    </a:cubicBezTo>
                    <a:lnTo>
                      <a:pt x="0" y="4498087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2C18990-7F62-45E8-B68F-47E95E4812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96000" y="4138312"/>
              <a:ext cx="5260975" cy="1410656"/>
              <a:chOff x="6096000" y="4138312"/>
              <a:chExt cx="5260975" cy="1410656"/>
            </a:xfrm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AC206BB2-3759-4DF0-9932-7445B6367A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96000" y="4138312"/>
                <a:ext cx="5260975" cy="1410656"/>
              </a:xfrm>
              <a:custGeom>
                <a:avLst/>
                <a:gdLst>
                  <a:gd name="connsiteX0" fmla="*/ 5260975 w 5260975"/>
                  <a:gd name="connsiteY0" fmla="*/ 0 h 1410656"/>
                  <a:gd name="connsiteX1" fmla="*/ 5260975 w 5260975"/>
                  <a:gd name="connsiteY1" fmla="*/ 221634 h 1410656"/>
                  <a:gd name="connsiteX2" fmla="*/ 5226503 w 5260975"/>
                  <a:gd name="connsiteY2" fmla="*/ 237063 h 1410656"/>
                  <a:gd name="connsiteX3" fmla="*/ 5206341 w 5260975"/>
                  <a:gd name="connsiteY3" fmla="*/ 245128 h 1410656"/>
                  <a:gd name="connsiteX4" fmla="*/ 5123287 w 5260975"/>
                  <a:gd name="connsiteY4" fmla="*/ 297073 h 1410656"/>
                  <a:gd name="connsiteX5" fmla="*/ 5048107 w 5260975"/>
                  <a:gd name="connsiteY5" fmla="*/ 361307 h 1410656"/>
                  <a:gd name="connsiteX6" fmla="*/ 4992899 w 5260975"/>
                  <a:gd name="connsiteY6" fmla="*/ 437542 h 1410656"/>
                  <a:gd name="connsiteX7" fmla="*/ 4977440 w 5260975"/>
                  <a:gd name="connsiteY7" fmla="*/ 455690 h 1410656"/>
                  <a:gd name="connsiteX8" fmla="*/ 4935193 w 5260975"/>
                  <a:gd name="connsiteY8" fmla="*/ 478445 h 1410656"/>
                  <a:gd name="connsiteX9" fmla="*/ 4897844 w 5260975"/>
                  <a:gd name="connsiteY9" fmla="*/ 495535 h 1410656"/>
                  <a:gd name="connsiteX10" fmla="*/ 4870767 w 5260975"/>
                  <a:gd name="connsiteY10" fmla="*/ 514451 h 1410656"/>
                  <a:gd name="connsiteX11" fmla="*/ 4847916 w 5260975"/>
                  <a:gd name="connsiteY11" fmla="*/ 531830 h 1410656"/>
                  <a:gd name="connsiteX12" fmla="*/ 4796163 w 5260975"/>
                  <a:gd name="connsiteY12" fmla="*/ 576765 h 1410656"/>
                  <a:gd name="connsiteX13" fmla="*/ 4738843 w 5260975"/>
                  <a:gd name="connsiteY13" fmla="*/ 614691 h 1410656"/>
                  <a:gd name="connsiteX14" fmla="*/ 4692755 w 5260975"/>
                  <a:gd name="connsiteY14" fmla="*/ 661162 h 1410656"/>
                  <a:gd name="connsiteX15" fmla="*/ 4673744 w 5260975"/>
                  <a:gd name="connsiteY15" fmla="*/ 686318 h 1410656"/>
                  <a:gd name="connsiteX16" fmla="*/ 4633801 w 5260975"/>
                  <a:gd name="connsiteY16" fmla="*/ 703505 h 1410656"/>
                  <a:gd name="connsiteX17" fmla="*/ 4590499 w 5260975"/>
                  <a:gd name="connsiteY17" fmla="*/ 730389 h 1410656"/>
                  <a:gd name="connsiteX18" fmla="*/ 4559773 w 5260975"/>
                  <a:gd name="connsiteY18" fmla="*/ 757081 h 1410656"/>
                  <a:gd name="connsiteX19" fmla="*/ 4536059 w 5260975"/>
                  <a:gd name="connsiteY19" fmla="*/ 774940 h 1410656"/>
                  <a:gd name="connsiteX20" fmla="*/ 4502549 w 5260975"/>
                  <a:gd name="connsiteY20" fmla="*/ 792895 h 1410656"/>
                  <a:gd name="connsiteX21" fmla="*/ 4468944 w 5260975"/>
                  <a:gd name="connsiteY21" fmla="*/ 816419 h 1410656"/>
                  <a:gd name="connsiteX22" fmla="*/ 4452622 w 5260975"/>
                  <a:gd name="connsiteY22" fmla="*/ 830917 h 1410656"/>
                  <a:gd name="connsiteX23" fmla="*/ 4421032 w 5260975"/>
                  <a:gd name="connsiteY23" fmla="*/ 855016 h 1410656"/>
                  <a:gd name="connsiteX24" fmla="*/ 4388483 w 5260975"/>
                  <a:gd name="connsiteY24" fmla="*/ 877484 h 1410656"/>
                  <a:gd name="connsiteX25" fmla="*/ 4327321 w 5260975"/>
                  <a:gd name="connsiteY25" fmla="*/ 903216 h 1410656"/>
                  <a:gd name="connsiteX26" fmla="*/ 4271633 w 5260975"/>
                  <a:gd name="connsiteY26" fmla="*/ 941046 h 1410656"/>
                  <a:gd name="connsiteX27" fmla="*/ 4227465 w 5260975"/>
                  <a:gd name="connsiteY27" fmla="*/ 968698 h 1410656"/>
                  <a:gd name="connsiteX28" fmla="*/ 4201733 w 5260975"/>
                  <a:gd name="connsiteY28" fmla="*/ 986846 h 1410656"/>
                  <a:gd name="connsiteX29" fmla="*/ 4154494 w 5260975"/>
                  <a:gd name="connsiteY29" fmla="*/ 1027364 h 1410656"/>
                  <a:gd name="connsiteX30" fmla="*/ 4081234 w 5260975"/>
                  <a:gd name="connsiteY30" fmla="*/ 1069994 h 1410656"/>
                  <a:gd name="connsiteX31" fmla="*/ 4036971 w 5260975"/>
                  <a:gd name="connsiteY31" fmla="*/ 1093038 h 1410656"/>
                  <a:gd name="connsiteX32" fmla="*/ 3941725 w 5260975"/>
                  <a:gd name="connsiteY32" fmla="*/ 1127796 h 1410656"/>
                  <a:gd name="connsiteX33" fmla="*/ 3910999 w 5260975"/>
                  <a:gd name="connsiteY33" fmla="*/ 1140182 h 1410656"/>
                  <a:gd name="connsiteX34" fmla="*/ 3875859 w 5260975"/>
                  <a:gd name="connsiteY34" fmla="*/ 1148343 h 1410656"/>
                  <a:gd name="connsiteX35" fmla="*/ 3819401 w 5260975"/>
                  <a:gd name="connsiteY35" fmla="*/ 1167642 h 1410656"/>
                  <a:gd name="connsiteX36" fmla="*/ 3709176 w 5260975"/>
                  <a:gd name="connsiteY36" fmla="*/ 1200863 h 1410656"/>
                  <a:gd name="connsiteX37" fmla="*/ 3684981 w 5260975"/>
                  <a:gd name="connsiteY37" fmla="*/ 1205952 h 1410656"/>
                  <a:gd name="connsiteX38" fmla="*/ 3623338 w 5260975"/>
                  <a:gd name="connsiteY38" fmla="*/ 1227363 h 1410656"/>
                  <a:gd name="connsiteX39" fmla="*/ 3586373 w 5260975"/>
                  <a:gd name="connsiteY39" fmla="*/ 1241765 h 1410656"/>
                  <a:gd name="connsiteX40" fmla="*/ 3555743 w 5260975"/>
                  <a:gd name="connsiteY40" fmla="*/ 1250023 h 1410656"/>
                  <a:gd name="connsiteX41" fmla="*/ 3528667 w 5260975"/>
                  <a:gd name="connsiteY41" fmla="*/ 1253864 h 1410656"/>
                  <a:gd name="connsiteX42" fmla="*/ 3457424 w 5260975"/>
                  <a:gd name="connsiteY42" fmla="*/ 1272874 h 1410656"/>
                  <a:gd name="connsiteX43" fmla="*/ 3429003 w 5260975"/>
                  <a:gd name="connsiteY43" fmla="*/ 1280364 h 1410656"/>
                  <a:gd name="connsiteX44" fmla="*/ 3355264 w 5260975"/>
                  <a:gd name="connsiteY44" fmla="*/ 1306096 h 1410656"/>
                  <a:gd name="connsiteX45" fmla="*/ 3292757 w 5260975"/>
                  <a:gd name="connsiteY45" fmla="*/ 1323090 h 1410656"/>
                  <a:gd name="connsiteX46" fmla="*/ 3266643 w 5260975"/>
                  <a:gd name="connsiteY46" fmla="*/ 1331251 h 1410656"/>
                  <a:gd name="connsiteX47" fmla="*/ 3206921 w 5260975"/>
                  <a:gd name="connsiteY47" fmla="*/ 1344886 h 1410656"/>
                  <a:gd name="connsiteX48" fmla="*/ 3173123 w 5260975"/>
                  <a:gd name="connsiteY48" fmla="*/ 1354488 h 1410656"/>
                  <a:gd name="connsiteX49" fmla="*/ 3090646 w 5260975"/>
                  <a:gd name="connsiteY49" fmla="*/ 1365337 h 1410656"/>
                  <a:gd name="connsiteX50" fmla="*/ 3005480 w 5260975"/>
                  <a:gd name="connsiteY50" fmla="*/ 1375802 h 1410656"/>
                  <a:gd name="connsiteX51" fmla="*/ 2958721 w 5260975"/>
                  <a:gd name="connsiteY51" fmla="*/ 1379259 h 1410656"/>
                  <a:gd name="connsiteX52" fmla="*/ 2917915 w 5260975"/>
                  <a:gd name="connsiteY52" fmla="*/ 1384733 h 1410656"/>
                  <a:gd name="connsiteX53" fmla="*/ 2882389 w 5260975"/>
                  <a:gd name="connsiteY53" fmla="*/ 1388189 h 1410656"/>
                  <a:gd name="connsiteX54" fmla="*/ 2825837 w 5260975"/>
                  <a:gd name="connsiteY54" fmla="*/ 1395198 h 1410656"/>
                  <a:gd name="connsiteX55" fmla="*/ 2802313 w 5260975"/>
                  <a:gd name="connsiteY55" fmla="*/ 1397023 h 1410656"/>
                  <a:gd name="connsiteX56" fmla="*/ 2746816 w 5260975"/>
                  <a:gd name="connsiteY56" fmla="*/ 1396926 h 1410656"/>
                  <a:gd name="connsiteX57" fmla="*/ 2727517 w 5260975"/>
                  <a:gd name="connsiteY57" fmla="*/ 1395966 h 1410656"/>
                  <a:gd name="connsiteX58" fmla="*/ 2690359 w 5260975"/>
                  <a:gd name="connsiteY58" fmla="*/ 1384060 h 1410656"/>
                  <a:gd name="connsiteX59" fmla="*/ 2685943 w 5260975"/>
                  <a:gd name="connsiteY59" fmla="*/ 1383196 h 1410656"/>
                  <a:gd name="connsiteX60" fmla="*/ 2661554 w 5260975"/>
                  <a:gd name="connsiteY60" fmla="*/ 1378491 h 1410656"/>
                  <a:gd name="connsiteX61" fmla="*/ 2648208 w 5260975"/>
                  <a:gd name="connsiteY61" fmla="*/ 1376955 h 1410656"/>
                  <a:gd name="connsiteX62" fmla="*/ 2597512 w 5260975"/>
                  <a:gd name="connsiteY62" fmla="*/ 1367162 h 1410656"/>
                  <a:gd name="connsiteX63" fmla="*/ 2568324 w 5260975"/>
                  <a:gd name="connsiteY63" fmla="*/ 1362553 h 1410656"/>
                  <a:gd name="connsiteX64" fmla="*/ 2544704 w 5260975"/>
                  <a:gd name="connsiteY64" fmla="*/ 1363225 h 1410656"/>
                  <a:gd name="connsiteX65" fmla="*/ 2503225 w 5260975"/>
                  <a:gd name="connsiteY65" fmla="*/ 1364089 h 1410656"/>
                  <a:gd name="connsiteX66" fmla="*/ 2489975 w 5260975"/>
                  <a:gd name="connsiteY66" fmla="*/ 1366298 h 1410656"/>
                  <a:gd name="connsiteX67" fmla="*/ 2430061 w 5260975"/>
                  <a:gd name="connsiteY67" fmla="*/ 1359960 h 1410656"/>
                  <a:gd name="connsiteX68" fmla="*/ 2395880 w 5260975"/>
                  <a:gd name="connsiteY68" fmla="*/ 1359480 h 1410656"/>
                  <a:gd name="connsiteX69" fmla="*/ 2357378 w 5260975"/>
                  <a:gd name="connsiteY69" fmla="*/ 1351607 h 1410656"/>
                  <a:gd name="connsiteX70" fmla="*/ 2346145 w 5260975"/>
                  <a:gd name="connsiteY70" fmla="*/ 1351991 h 1410656"/>
                  <a:gd name="connsiteX71" fmla="*/ 2333567 w 5260975"/>
                  <a:gd name="connsiteY71" fmla="*/ 1352663 h 1410656"/>
                  <a:gd name="connsiteX72" fmla="*/ 2294968 w 5260975"/>
                  <a:gd name="connsiteY72" fmla="*/ 1353240 h 1410656"/>
                  <a:gd name="connsiteX73" fmla="*/ 2271540 w 5260975"/>
                  <a:gd name="connsiteY73" fmla="*/ 1356120 h 1410656"/>
                  <a:gd name="connsiteX74" fmla="*/ 2226895 w 5260975"/>
                  <a:gd name="connsiteY74" fmla="*/ 1354392 h 1410656"/>
                  <a:gd name="connsiteX75" fmla="*/ 2210379 w 5260975"/>
                  <a:gd name="connsiteY75" fmla="*/ 1356888 h 1410656"/>
                  <a:gd name="connsiteX76" fmla="*/ 2168613 w 5260975"/>
                  <a:gd name="connsiteY76" fmla="*/ 1357176 h 1410656"/>
                  <a:gd name="connsiteX77" fmla="*/ 2131167 w 5260975"/>
                  <a:gd name="connsiteY77" fmla="*/ 1355736 h 1410656"/>
                  <a:gd name="connsiteX78" fmla="*/ 2095065 w 5260975"/>
                  <a:gd name="connsiteY78" fmla="*/ 1356504 h 1410656"/>
                  <a:gd name="connsiteX79" fmla="*/ 2069237 w 5260975"/>
                  <a:gd name="connsiteY79" fmla="*/ 1359672 h 1410656"/>
                  <a:gd name="connsiteX80" fmla="*/ 2041201 w 5260975"/>
                  <a:gd name="connsiteY80" fmla="*/ 1361592 h 1410656"/>
                  <a:gd name="connsiteX81" fmla="*/ 1963909 w 5260975"/>
                  <a:gd name="connsiteY81" fmla="*/ 1373018 h 1410656"/>
                  <a:gd name="connsiteX82" fmla="*/ 1949603 w 5260975"/>
                  <a:gd name="connsiteY82" fmla="*/ 1370234 h 1410656"/>
                  <a:gd name="connsiteX83" fmla="*/ 1868373 w 5260975"/>
                  <a:gd name="connsiteY83" fmla="*/ 1367641 h 1410656"/>
                  <a:gd name="connsiteX84" fmla="*/ 1850707 w 5260975"/>
                  <a:gd name="connsiteY84" fmla="*/ 1367834 h 1410656"/>
                  <a:gd name="connsiteX85" fmla="*/ 1803275 w 5260975"/>
                  <a:gd name="connsiteY85" fmla="*/ 1356504 h 1410656"/>
                  <a:gd name="connsiteX86" fmla="*/ 1730112 w 5260975"/>
                  <a:gd name="connsiteY86" fmla="*/ 1374459 h 1410656"/>
                  <a:gd name="connsiteX87" fmla="*/ 1661652 w 5260975"/>
                  <a:gd name="connsiteY87" fmla="*/ 1396926 h 1410656"/>
                  <a:gd name="connsiteX88" fmla="*/ 1653011 w 5260975"/>
                  <a:gd name="connsiteY88" fmla="*/ 1399807 h 1410656"/>
                  <a:gd name="connsiteX89" fmla="*/ 1628431 w 5260975"/>
                  <a:gd name="connsiteY89" fmla="*/ 1404704 h 1410656"/>
                  <a:gd name="connsiteX90" fmla="*/ 1597995 w 5260975"/>
                  <a:gd name="connsiteY90" fmla="*/ 1406432 h 1410656"/>
                  <a:gd name="connsiteX91" fmla="*/ 1559396 w 5260975"/>
                  <a:gd name="connsiteY91" fmla="*/ 1410656 h 1410656"/>
                  <a:gd name="connsiteX92" fmla="*/ 1528480 w 5260975"/>
                  <a:gd name="connsiteY92" fmla="*/ 1405375 h 1410656"/>
                  <a:gd name="connsiteX93" fmla="*/ 1485272 w 5260975"/>
                  <a:gd name="connsiteY93" fmla="*/ 1397502 h 1410656"/>
                  <a:gd name="connsiteX94" fmla="*/ 1444562 w 5260975"/>
                  <a:gd name="connsiteY94" fmla="*/ 1390013 h 1410656"/>
                  <a:gd name="connsiteX95" fmla="*/ 1431696 w 5260975"/>
                  <a:gd name="connsiteY95" fmla="*/ 1398846 h 1410656"/>
                  <a:gd name="connsiteX96" fmla="*/ 1411821 w 5260975"/>
                  <a:gd name="connsiteY96" fmla="*/ 1406527 h 1410656"/>
                  <a:gd name="connsiteX97" fmla="*/ 1389738 w 5260975"/>
                  <a:gd name="connsiteY97" fmla="*/ 1397310 h 1410656"/>
                  <a:gd name="connsiteX98" fmla="*/ 1338081 w 5260975"/>
                  <a:gd name="connsiteY98" fmla="*/ 1378204 h 1410656"/>
                  <a:gd name="connsiteX99" fmla="*/ 1305436 w 5260975"/>
                  <a:gd name="connsiteY99" fmla="*/ 1377339 h 1410656"/>
                  <a:gd name="connsiteX100" fmla="*/ 1234481 w 5260975"/>
                  <a:gd name="connsiteY100" fmla="*/ 1369178 h 1410656"/>
                  <a:gd name="connsiteX101" fmla="*/ 1188106 w 5260975"/>
                  <a:gd name="connsiteY101" fmla="*/ 1357560 h 1410656"/>
                  <a:gd name="connsiteX102" fmla="*/ 1154790 w 5260975"/>
                  <a:gd name="connsiteY102" fmla="*/ 1344406 h 1410656"/>
                  <a:gd name="connsiteX103" fmla="*/ 1107069 w 5260975"/>
                  <a:gd name="connsiteY103" fmla="*/ 1327219 h 1410656"/>
                  <a:gd name="connsiteX104" fmla="*/ 1059158 w 5260975"/>
                  <a:gd name="connsiteY104" fmla="*/ 1318290 h 1410656"/>
                  <a:gd name="connsiteX105" fmla="*/ 1024496 w 5260975"/>
                  <a:gd name="connsiteY105" fmla="*/ 1307056 h 1410656"/>
                  <a:gd name="connsiteX106" fmla="*/ 982153 w 5260975"/>
                  <a:gd name="connsiteY106" fmla="*/ 1299374 h 1410656"/>
                  <a:gd name="connsiteX107" fmla="*/ 946628 w 5260975"/>
                  <a:gd name="connsiteY107" fmla="*/ 1299087 h 1410656"/>
                  <a:gd name="connsiteX108" fmla="*/ 890939 w 5260975"/>
                  <a:gd name="connsiteY108" fmla="*/ 1300431 h 1410656"/>
                  <a:gd name="connsiteX109" fmla="*/ 822769 w 5260975"/>
                  <a:gd name="connsiteY109" fmla="*/ 1277196 h 1410656"/>
                  <a:gd name="connsiteX110" fmla="*/ 795212 w 5260975"/>
                  <a:gd name="connsiteY110" fmla="*/ 1272010 h 1410656"/>
                  <a:gd name="connsiteX111" fmla="*/ 769288 w 5260975"/>
                  <a:gd name="connsiteY111" fmla="*/ 1269610 h 1410656"/>
                  <a:gd name="connsiteX112" fmla="*/ 714271 w 5260975"/>
                  <a:gd name="connsiteY112" fmla="*/ 1254152 h 1410656"/>
                  <a:gd name="connsiteX113" fmla="*/ 691900 w 5260975"/>
                  <a:gd name="connsiteY113" fmla="*/ 1249062 h 1410656"/>
                  <a:gd name="connsiteX114" fmla="*/ 660598 w 5260975"/>
                  <a:gd name="connsiteY114" fmla="*/ 1249159 h 1410656"/>
                  <a:gd name="connsiteX115" fmla="*/ 603662 w 5260975"/>
                  <a:gd name="connsiteY115" fmla="*/ 1242054 h 1410656"/>
                  <a:gd name="connsiteX116" fmla="*/ 546821 w 5260975"/>
                  <a:gd name="connsiteY116" fmla="*/ 1221314 h 1410656"/>
                  <a:gd name="connsiteX117" fmla="*/ 522721 w 5260975"/>
                  <a:gd name="connsiteY117" fmla="*/ 1223330 h 1410656"/>
                  <a:gd name="connsiteX118" fmla="*/ 514080 w 5260975"/>
                  <a:gd name="connsiteY118" fmla="*/ 1222851 h 1410656"/>
                  <a:gd name="connsiteX119" fmla="*/ 436404 w 5260975"/>
                  <a:gd name="connsiteY119" fmla="*/ 1211424 h 1410656"/>
                  <a:gd name="connsiteX120" fmla="*/ 428626 w 5260975"/>
                  <a:gd name="connsiteY120" fmla="*/ 1210177 h 1410656"/>
                  <a:gd name="connsiteX121" fmla="*/ 392141 w 5260975"/>
                  <a:gd name="connsiteY121" fmla="*/ 1199999 h 1410656"/>
                  <a:gd name="connsiteX122" fmla="*/ 300157 w 5260975"/>
                  <a:gd name="connsiteY122" fmla="*/ 1193662 h 1410656"/>
                  <a:gd name="connsiteX123" fmla="*/ 294493 w 5260975"/>
                  <a:gd name="connsiteY123" fmla="*/ 1192894 h 1410656"/>
                  <a:gd name="connsiteX124" fmla="*/ 263671 w 5260975"/>
                  <a:gd name="connsiteY124" fmla="*/ 1197982 h 1410656"/>
                  <a:gd name="connsiteX125" fmla="*/ 248406 w 5260975"/>
                  <a:gd name="connsiteY125" fmla="*/ 1205184 h 1410656"/>
                  <a:gd name="connsiteX126" fmla="*/ 224594 w 5260975"/>
                  <a:gd name="connsiteY126" fmla="*/ 1212673 h 1410656"/>
                  <a:gd name="connsiteX127" fmla="*/ 200398 w 5260975"/>
                  <a:gd name="connsiteY127" fmla="*/ 1215458 h 1410656"/>
                  <a:gd name="connsiteX128" fmla="*/ 159783 w 5260975"/>
                  <a:gd name="connsiteY128" fmla="*/ 1204127 h 1410656"/>
                  <a:gd name="connsiteX129" fmla="*/ 144997 w 5260975"/>
                  <a:gd name="connsiteY129" fmla="*/ 1202975 h 1410656"/>
                  <a:gd name="connsiteX130" fmla="*/ 112064 w 5260975"/>
                  <a:gd name="connsiteY130" fmla="*/ 1197503 h 1410656"/>
                  <a:gd name="connsiteX131" fmla="*/ 83259 w 5260975"/>
                  <a:gd name="connsiteY131" fmla="*/ 1197887 h 1410656"/>
                  <a:gd name="connsiteX132" fmla="*/ 60120 w 5260975"/>
                  <a:gd name="connsiteY132" fmla="*/ 1206624 h 1410656"/>
                  <a:gd name="connsiteX133" fmla="*/ 26514 w 5260975"/>
                  <a:gd name="connsiteY133" fmla="*/ 1208352 h 1410656"/>
                  <a:gd name="connsiteX134" fmla="*/ 4814 w 5260975"/>
                  <a:gd name="connsiteY134" fmla="*/ 1202015 h 1410656"/>
                  <a:gd name="connsiteX135" fmla="*/ 398 w 5260975"/>
                  <a:gd name="connsiteY135" fmla="*/ 1201152 h 1410656"/>
                  <a:gd name="connsiteX136" fmla="*/ 0 w 5260975"/>
                  <a:gd name="connsiteY136" fmla="*/ 1201150 h 1410656"/>
                  <a:gd name="connsiteX137" fmla="*/ 0 w 5260975"/>
                  <a:gd name="connsiteY137" fmla="*/ 1004512 h 1410656"/>
                  <a:gd name="connsiteX138" fmla="*/ 30355 w 5260975"/>
                  <a:gd name="connsiteY138" fmla="*/ 1002784 h 1410656"/>
                  <a:gd name="connsiteX139" fmla="*/ 52151 w 5260975"/>
                  <a:gd name="connsiteY139" fmla="*/ 997695 h 1410656"/>
                  <a:gd name="connsiteX140" fmla="*/ 64248 w 5260975"/>
                  <a:gd name="connsiteY140" fmla="*/ 994430 h 1410656"/>
                  <a:gd name="connsiteX141" fmla="*/ 126370 w 5260975"/>
                  <a:gd name="connsiteY141" fmla="*/ 985405 h 1410656"/>
                  <a:gd name="connsiteX142" fmla="*/ 154022 w 5260975"/>
                  <a:gd name="connsiteY142" fmla="*/ 975708 h 1410656"/>
                  <a:gd name="connsiteX143" fmla="*/ 161512 w 5260975"/>
                  <a:gd name="connsiteY143" fmla="*/ 974268 h 1410656"/>
                  <a:gd name="connsiteX144" fmla="*/ 202510 w 5260975"/>
                  <a:gd name="connsiteY144" fmla="*/ 978300 h 1410656"/>
                  <a:gd name="connsiteX145" fmla="*/ 233235 w 5260975"/>
                  <a:gd name="connsiteY145" fmla="*/ 993950 h 1410656"/>
                  <a:gd name="connsiteX146" fmla="*/ 239188 w 5260975"/>
                  <a:gd name="connsiteY146" fmla="*/ 999231 h 1410656"/>
                  <a:gd name="connsiteX147" fmla="*/ 324834 w 5260975"/>
                  <a:gd name="connsiteY147" fmla="*/ 997407 h 1410656"/>
                  <a:gd name="connsiteX148" fmla="*/ 337987 w 5260975"/>
                  <a:gd name="connsiteY148" fmla="*/ 995198 h 1410656"/>
                  <a:gd name="connsiteX149" fmla="*/ 401550 w 5260975"/>
                  <a:gd name="connsiteY149" fmla="*/ 1004416 h 1410656"/>
                  <a:gd name="connsiteX150" fmla="*/ 420081 w 5260975"/>
                  <a:gd name="connsiteY150" fmla="*/ 1006240 h 1410656"/>
                  <a:gd name="connsiteX151" fmla="*/ 486523 w 5260975"/>
                  <a:gd name="connsiteY151" fmla="*/ 1014498 h 1410656"/>
                  <a:gd name="connsiteX152" fmla="*/ 495932 w 5260975"/>
                  <a:gd name="connsiteY152" fmla="*/ 1006817 h 1410656"/>
                  <a:gd name="connsiteX153" fmla="*/ 523009 w 5260975"/>
                  <a:gd name="connsiteY153" fmla="*/ 987517 h 1410656"/>
                  <a:gd name="connsiteX154" fmla="*/ 576393 w 5260975"/>
                  <a:gd name="connsiteY154" fmla="*/ 970427 h 1410656"/>
                  <a:gd name="connsiteX155" fmla="*/ 590892 w 5260975"/>
                  <a:gd name="connsiteY155" fmla="*/ 971387 h 1410656"/>
                  <a:gd name="connsiteX156" fmla="*/ 627569 w 5260975"/>
                  <a:gd name="connsiteY156" fmla="*/ 999904 h 1410656"/>
                  <a:gd name="connsiteX157" fmla="*/ 645429 w 5260975"/>
                  <a:gd name="connsiteY157" fmla="*/ 1011329 h 1410656"/>
                  <a:gd name="connsiteX158" fmla="*/ 696125 w 5260975"/>
                  <a:gd name="connsiteY158" fmla="*/ 1032356 h 1410656"/>
                  <a:gd name="connsiteX159" fmla="*/ 700349 w 5260975"/>
                  <a:gd name="connsiteY159" fmla="*/ 1036197 h 1410656"/>
                  <a:gd name="connsiteX160" fmla="*/ 737795 w 5260975"/>
                  <a:gd name="connsiteY160" fmla="*/ 1081804 h 1410656"/>
                  <a:gd name="connsiteX161" fmla="*/ 746244 w 5260975"/>
                  <a:gd name="connsiteY161" fmla="*/ 1089581 h 1410656"/>
                  <a:gd name="connsiteX162" fmla="*/ 756422 w 5260975"/>
                  <a:gd name="connsiteY162" fmla="*/ 1101680 h 1410656"/>
                  <a:gd name="connsiteX163" fmla="*/ 788202 w 5260975"/>
                  <a:gd name="connsiteY163" fmla="*/ 1125108 h 1410656"/>
                  <a:gd name="connsiteX164" fmla="*/ 827569 w 5260975"/>
                  <a:gd name="connsiteY164" fmla="*/ 1132596 h 1410656"/>
                  <a:gd name="connsiteX165" fmla="*/ 875097 w 5260975"/>
                  <a:gd name="connsiteY165" fmla="*/ 1144022 h 1410656"/>
                  <a:gd name="connsiteX166" fmla="*/ 894972 w 5260975"/>
                  <a:gd name="connsiteY166" fmla="*/ 1151704 h 1410656"/>
                  <a:gd name="connsiteX167" fmla="*/ 948260 w 5260975"/>
                  <a:gd name="connsiteY167" fmla="*/ 1166298 h 1410656"/>
                  <a:gd name="connsiteX168" fmla="*/ 986282 w 5260975"/>
                  <a:gd name="connsiteY168" fmla="*/ 1178588 h 1410656"/>
                  <a:gd name="connsiteX169" fmla="*/ 1041107 w 5260975"/>
                  <a:gd name="connsiteY169" fmla="*/ 1185789 h 1410656"/>
                  <a:gd name="connsiteX170" fmla="*/ 1067703 w 5260975"/>
                  <a:gd name="connsiteY170" fmla="*/ 1186076 h 1410656"/>
                  <a:gd name="connsiteX171" fmla="*/ 1116574 w 5260975"/>
                  <a:gd name="connsiteY171" fmla="*/ 1222946 h 1410656"/>
                  <a:gd name="connsiteX172" fmla="*/ 1155557 w 5260975"/>
                  <a:gd name="connsiteY172" fmla="*/ 1247335 h 1410656"/>
                  <a:gd name="connsiteX173" fmla="*/ 1196556 w 5260975"/>
                  <a:gd name="connsiteY173" fmla="*/ 1235525 h 1410656"/>
                  <a:gd name="connsiteX174" fmla="*/ 1207693 w 5260975"/>
                  <a:gd name="connsiteY174" fmla="*/ 1224387 h 1410656"/>
                  <a:gd name="connsiteX175" fmla="*/ 1274904 w 5260975"/>
                  <a:gd name="connsiteY175" fmla="*/ 1213826 h 1410656"/>
                  <a:gd name="connsiteX176" fmla="*/ 1370919 w 5260975"/>
                  <a:gd name="connsiteY176" fmla="*/ 1213442 h 1410656"/>
                  <a:gd name="connsiteX177" fmla="*/ 1530593 w 5260975"/>
                  <a:gd name="connsiteY177" fmla="*/ 1189437 h 1410656"/>
                  <a:gd name="connsiteX178" fmla="*/ 1558436 w 5260975"/>
                  <a:gd name="connsiteY178" fmla="*/ 1178299 h 1410656"/>
                  <a:gd name="connsiteX179" fmla="*/ 1589737 w 5260975"/>
                  <a:gd name="connsiteY179" fmla="*/ 1175515 h 1410656"/>
                  <a:gd name="connsiteX180" fmla="*/ 1601740 w 5260975"/>
                  <a:gd name="connsiteY180" fmla="*/ 1182333 h 1410656"/>
                  <a:gd name="connsiteX181" fmla="*/ 1654259 w 5260975"/>
                  <a:gd name="connsiteY181" fmla="*/ 1192510 h 1410656"/>
                  <a:gd name="connsiteX182" fmla="*/ 1664246 w 5260975"/>
                  <a:gd name="connsiteY182" fmla="*/ 1192702 h 1410656"/>
                  <a:gd name="connsiteX183" fmla="*/ 1698427 w 5260975"/>
                  <a:gd name="connsiteY183" fmla="*/ 1188381 h 1410656"/>
                  <a:gd name="connsiteX184" fmla="*/ 1730112 w 5260975"/>
                  <a:gd name="connsiteY184" fmla="*/ 1185885 h 1410656"/>
                  <a:gd name="connsiteX185" fmla="*/ 1809996 w 5260975"/>
                  <a:gd name="connsiteY185" fmla="*/ 1194046 h 1410656"/>
                  <a:gd name="connsiteX186" fmla="*/ 1871254 w 5260975"/>
                  <a:gd name="connsiteY186" fmla="*/ 1192126 h 1410656"/>
                  <a:gd name="connsiteX187" fmla="*/ 1899482 w 5260975"/>
                  <a:gd name="connsiteY187" fmla="*/ 1194046 h 1410656"/>
                  <a:gd name="connsiteX188" fmla="*/ 1915420 w 5260975"/>
                  <a:gd name="connsiteY188" fmla="*/ 1196927 h 1410656"/>
                  <a:gd name="connsiteX189" fmla="*/ 1951522 w 5260975"/>
                  <a:gd name="connsiteY189" fmla="*/ 1216994 h 1410656"/>
                  <a:gd name="connsiteX190" fmla="*/ 1971302 w 5260975"/>
                  <a:gd name="connsiteY190" fmla="*/ 1221507 h 1410656"/>
                  <a:gd name="connsiteX191" fmla="*/ 2030831 w 5260975"/>
                  <a:gd name="connsiteY191" fmla="*/ 1221123 h 1410656"/>
                  <a:gd name="connsiteX192" fmla="*/ 2120125 w 5260975"/>
                  <a:gd name="connsiteY192" fmla="*/ 1190878 h 1410656"/>
                  <a:gd name="connsiteX193" fmla="*/ 2129439 w 5260975"/>
                  <a:gd name="connsiteY193" fmla="*/ 1186845 h 1410656"/>
                  <a:gd name="connsiteX194" fmla="*/ 2174854 w 5260975"/>
                  <a:gd name="connsiteY194" fmla="*/ 1181852 h 1410656"/>
                  <a:gd name="connsiteX195" fmla="*/ 2205674 w 5260975"/>
                  <a:gd name="connsiteY195" fmla="*/ 1188669 h 1410656"/>
                  <a:gd name="connsiteX196" fmla="*/ 2247634 w 5260975"/>
                  <a:gd name="connsiteY196" fmla="*/ 1202784 h 1410656"/>
                  <a:gd name="connsiteX197" fmla="*/ 2285367 w 5260975"/>
                  <a:gd name="connsiteY197" fmla="*/ 1214594 h 1410656"/>
                  <a:gd name="connsiteX198" fmla="*/ 2312827 w 5260975"/>
                  <a:gd name="connsiteY198" fmla="*/ 1227939 h 1410656"/>
                  <a:gd name="connsiteX199" fmla="*/ 2375622 w 5260975"/>
                  <a:gd name="connsiteY199" fmla="*/ 1237733 h 1410656"/>
                  <a:gd name="connsiteX200" fmla="*/ 2382151 w 5260975"/>
                  <a:gd name="connsiteY200" fmla="*/ 1239365 h 1410656"/>
                  <a:gd name="connsiteX201" fmla="*/ 2429390 w 5260975"/>
                  <a:gd name="connsiteY201" fmla="*/ 1227459 h 1410656"/>
                  <a:gd name="connsiteX202" fmla="*/ 2486134 w 5260975"/>
                  <a:gd name="connsiteY202" fmla="*/ 1215362 h 1410656"/>
                  <a:gd name="connsiteX203" fmla="*/ 2506394 w 5260975"/>
                  <a:gd name="connsiteY203" fmla="*/ 1219490 h 1410656"/>
                  <a:gd name="connsiteX204" fmla="*/ 2534142 w 5260975"/>
                  <a:gd name="connsiteY204" fmla="*/ 1225347 h 1410656"/>
                  <a:gd name="connsiteX205" fmla="*/ 2559874 w 5260975"/>
                  <a:gd name="connsiteY205" fmla="*/ 1222275 h 1410656"/>
                  <a:gd name="connsiteX206" fmla="*/ 2575525 w 5260975"/>
                  <a:gd name="connsiteY206" fmla="*/ 1221987 h 1410656"/>
                  <a:gd name="connsiteX207" fmla="*/ 2646960 w 5260975"/>
                  <a:gd name="connsiteY207" fmla="*/ 1257896 h 1410656"/>
                  <a:gd name="connsiteX208" fmla="*/ 2665107 w 5260975"/>
                  <a:gd name="connsiteY208" fmla="*/ 1260873 h 1410656"/>
                  <a:gd name="connsiteX209" fmla="*/ 2675381 w 5260975"/>
                  <a:gd name="connsiteY209" fmla="*/ 1265290 h 1410656"/>
                  <a:gd name="connsiteX210" fmla="*/ 2737311 w 5260975"/>
                  <a:gd name="connsiteY210" fmla="*/ 1309841 h 1410656"/>
                  <a:gd name="connsiteX211" fmla="*/ 2763619 w 5260975"/>
                  <a:gd name="connsiteY211" fmla="*/ 1318866 h 1410656"/>
                  <a:gd name="connsiteX212" fmla="*/ 2792519 w 5260975"/>
                  <a:gd name="connsiteY212" fmla="*/ 1317041 h 1410656"/>
                  <a:gd name="connsiteX213" fmla="*/ 2809226 w 5260975"/>
                  <a:gd name="connsiteY213" fmla="*/ 1313777 h 1410656"/>
                  <a:gd name="connsiteX214" fmla="*/ 2850705 w 5260975"/>
                  <a:gd name="connsiteY214" fmla="*/ 1285452 h 1410656"/>
                  <a:gd name="connsiteX215" fmla="*/ 2874324 w 5260975"/>
                  <a:gd name="connsiteY215" fmla="*/ 1286413 h 1410656"/>
                  <a:gd name="connsiteX216" fmla="*/ 2911194 w 5260975"/>
                  <a:gd name="connsiteY216" fmla="*/ 1305903 h 1410656"/>
                  <a:gd name="connsiteX217" fmla="*/ 2978116 w 5260975"/>
                  <a:gd name="connsiteY217" fmla="*/ 1314641 h 1410656"/>
                  <a:gd name="connsiteX218" fmla="*/ 3012106 w 5260975"/>
                  <a:gd name="connsiteY218" fmla="*/ 1287373 h 1410656"/>
                  <a:gd name="connsiteX219" fmla="*/ 3029676 w 5260975"/>
                  <a:gd name="connsiteY219" fmla="*/ 1261161 h 1410656"/>
                  <a:gd name="connsiteX220" fmla="*/ 3080469 w 5260975"/>
                  <a:gd name="connsiteY220" fmla="*/ 1230724 h 1410656"/>
                  <a:gd name="connsiteX221" fmla="*/ 3092567 w 5260975"/>
                  <a:gd name="connsiteY221" fmla="*/ 1242054 h 1410656"/>
                  <a:gd name="connsiteX222" fmla="*/ 3129821 w 5260975"/>
                  <a:gd name="connsiteY222" fmla="*/ 1246855 h 1410656"/>
                  <a:gd name="connsiteX223" fmla="*/ 3170147 w 5260975"/>
                  <a:gd name="connsiteY223" fmla="*/ 1246471 h 1410656"/>
                  <a:gd name="connsiteX224" fmla="*/ 3240429 w 5260975"/>
                  <a:gd name="connsiteY224" fmla="*/ 1251559 h 1410656"/>
                  <a:gd name="connsiteX225" fmla="*/ 3287189 w 5260975"/>
                  <a:gd name="connsiteY225" fmla="*/ 1222466 h 1410656"/>
                  <a:gd name="connsiteX226" fmla="*/ 3305049 w 5260975"/>
                  <a:gd name="connsiteY226" fmla="*/ 1210465 h 1410656"/>
                  <a:gd name="connsiteX227" fmla="*/ 3321755 w 5260975"/>
                  <a:gd name="connsiteY227" fmla="*/ 1202784 h 1410656"/>
                  <a:gd name="connsiteX228" fmla="*/ 3341055 w 5260975"/>
                  <a:gd name="connsiteY228" fmla="*/ 1198463 h 1410656"/>
                  <a:gd name="connsiteX229" fmla="*/ 3387621 w 5260975"/>
                  <a:gd name="connsiteY229" fmla="*/ 1182140 h 1410656"/>
                  <a:gd name="connsiteX230" fmla="*/ 3413161 w 5260975"/>
                  <a:gd name="connsiteY230" fmla="*/ 1166105 h 1410656"/>
                  <a:gd name="connsiteX231" fmla="*/ 3470579 w 5260975"/>
                  <a:gd name="connsiteY231" fmla="*/ 1150647 h 1410656"/>
                  <a:gd name="connsiteX232" fmla="*/ 3509657 w 5260975"/>
                  <a:gd name="connsiteY232" fmla="*/ 1136821 h 1410656"/>
                  <a:gd name="connsiteX233" fmla="*/ 3550847 w 5260975"/>
                  <a:gd name="connsiteY233" fmla="*/ 1113009 h 1410656"/>
                  <a:gd name="connsiteX234" fmla="*/ 3556608 w 5260975"/>
                  <a:gd name="connsiteY234" fmla="*/ 1109361 h 1410656"/>
                  <a:gd name="connsiteX235" fmla="*/ 3570435 w 5260975"/>
                  <a:gd name="connsiteY235" fmla="*/ 1093710 h 1410656"/>
                  <a:gd name="connsiteX236" fmla="*/ 3590501 w 5260975"/>
                  <a:gd name="connsiteY236" fmla="*/ 1039846 h 1410656"/>
                  <a:gd name="connsiteX237" fmla="*/ 3596263 w 5260975"/>
                  <a:gd name="connsiteY237" fmla="*/ 1028900 h 1410656"/>
                  <a:gd name="connsiteX238" fmla="*/ 3648591 w 5260975"/>
                  <a:gd name="connsiteY238" fmla="*/ 992030 h 1410656"/>
                  <a:gd name="connsiteX239" fmla="*/ 3667986 w 5260975"/>
                  <a:gd name="connsiteY239" fmla="*/ 995487 h 1410656"/>
                  <a:gd name="connsiteX240" fmla="*/ 3689397 w 5260975"/>
                  <a:gd name="connsiteY240" fmla="*/ 1007585 h 1410656"/>
                  <a:gd name="connsiteX241" fmla="*/ 3736349 w 5260975"/>
                  <a:gd name="connsiteY241" fmla="*/ 1010753 h 1410656"/>
                  <a:gd name="connsiteX242" fmla="*/ 3753919 w 5260975"/>
                  <a:gd name="connsiteY242" fmla="*/ 1004513 h 1410656"/>
                  <a:gd name="connsiteX243" fmla="*/ 3784643 w 5260975"/>
                  <a:gd name="connsiteY243" fmla="*/ 987710 h 1410656"/>
                  <a:gd name="connsiteX244" fmla="*/ 3808359 w 5260975"/>
                  <a:gd name="connsiteY244" fmla="*/ 961689 h 1410656"/>
                  <a:gd name="connsiteX245" fmla="*/ 3842829 w 5260975"/>
                  <a:gd name="connsiteY245" fmla="*/ 918674 h 1410656"/>
                  <a:gd name="connsiteX246" fmla="*/ 3908983 w 5260975"/>
                  <a:gd name="connsiteY246" fmla="*/ 902256 h 1410656"/>
                  <a:gd name="connsiteX247" fmla="*/ 3934428 w 5260975"/>
                  <a:gd name="connsiteY247" fmla="*/ 896783 h 1410656"/>
                  <a:gd name="connsiteX248" fmla="*/ 4026987 w 5260975"/>
                  <a:gd name="connsiteY248" fmla="*/ 873835 h 1410656"/>
                  <a:gd name="connsiteX249" fmla="*/ 4035051 w 5260975"/>
                  <a:gd name="connsiteY249" fmla="*/ 873067 h 1410656"/>
                  <a:gd name="connsiteX250" fmla="*/ 4099189 w 5260975"/>
                  <a:gd name="connsiteY250" fmla="*/ 846664 h 1410656"/>
                  <a:gd name="connsiteX251" fmla="*/ 4114647 w 5260975"/>
                  <a:gd name="connsiteY251" fmla="*/ 840134 h 1410656"/>
                  <a:gd name="connsiteX252" fmla="*/ 4133563 w 5260975"/>
                  <a:gd name="connsiteY252" fmla="*/ 823427 h 1410656"/>
                  <a:gd name="connsiteX253" fmla="*/ 4151039 w 5260975"/>
                  <a:gd name="connsiteY253" fmla="*/ 776284 h 1410656"/>
                  <a:gd name="connsiteX254" fmla="*/ 4171489 w 5260975"/>
                  <a:gd name="connsiteY254" fmla="*/ 754776 h 1410656"/>
                  <a:gd name="connsiteX255" fmla="*/ 4186372 w 5260975"/>
                  <a:gd name="connsiteY255" fmla="*/ 741718 h 1410656"/>
                  <a:gd name="connsiteX256" fmla="*/ 4199429 w 5260975"/>
                  <a:gd name="connsiteY256" fmla="*/ 721940 h 1410656"/>
                  <a:gd name="connsiteX257" fmla="*/ 4212487 w 5260975"/>
                  <a:gd name="connsiteY257" fmla="*/ 674604 h 1410656"/>
                  <a:gd name="connsiteX258" fmla="*/ 4232555 w 5260975"/>
                  <a:gd name="connsiteY258" fmla="*/ 632645 h 1410656"/>
                  <a:gd name="connsiteX259" fmla="*/ 4268657 w 5260975"/>
                  <a:gd name="connsiteY259" fmla="*/ 609410 h 1410656"/>
                  <a:gd name="connsiteX260" fmla="*/ 4291028 w 5260975"/>
                  <a:gd name="connsiteY260" fmla="*/ 597216 h 1410656"/>
                  <a:gd name="connsiteX261" fmla="*/ 4379651 w 5260975"/>
                  <a:gd name="connsiteY261" fmla="*/ 609506 h 1410656"/>
                  <a:gd name="connsiteX262" fmla="*/ 4440139 w 5260975"/>
                  <a:gd name="connsiteY262" fmla="*/ 621507 h 1410656"/>
                  <a:gd name="connsiteX263" fmla="*/ 4460015 w 5260975"/>
                  <a:gd name="connsiteY263" fmla="*/ 616899 h 1410656"/>
                  <a:gd name="connsiteX264" fmla="*/ 4516183 w 5260975"/>
                  <a:gd name="connsiteY264" fmla="*/ 577724 h 1410656"/>
                  <a:gd name="connsiteX265" fmla="*/ 4571681 w 5260975"/>
                  <a:gd name="connsiteY265" fmla="*/ 560250 h 1410656"/>
                  <a:gd name="connsiteX266" fmla="*/ 4613447 w 5260975"/>
                  <a:gd name="connsiteY266" fmla="*/ 555257 h 1410656"/>
                  <a:gd name="connsiteX267" fmla="*/ 4649355 w 5260975"/>
                  <a:gd name="connsiteY267" fmla="*/ 551417 h 1410656"/>
                  <a:gd name="connsiteX268" fmla="*/ 4692467 w 5260975"/>
                  <a:gd name="connsiteY268" fmla="*/ 540663 h 1410656"/>
                  <a:gd name="connsiteX269" fmla="*/ 4716855 w 5260975"/>
                  <a:gd name="connsiteY269" fmla="*/ 528949 h 1410656"/>
                  <a:gd name="connsiteX270" fmla="*/ 4755645 w 5260975"/>
                  <a:gd name="connsiteY270" fmla="*/ 512147 h 1410656"/>
                  <a:gd name="connsiteX271" fmla="*/ 4795395 w 5260975"/>
                  <a:gd name="connsiteY271" fmla="*/ 490351 h 1410656"/>
                  <a:gd name="connsiteX272" fmla="*/ 4825928 w 5260975"/>
                  <a:gd name="connsiteY272" fmla="*/ 459818 h 1410656"/>
                  <a:gd name="connsiteX273" fmla="*/ 4842347 w 5260975"/>
                  <a:gd name="connsiteY273" fmla="*/ 434086 h 1410656"/>
                  <a:gd name="connsiteX274" fmla="*/ 4890451 w 5260975"/>
                  <a:gd name="connsiteY274" fmla="*/ 397216 h 1410656"/>
                  <a:gd name="connsiteX275" fmla="*/ 4933945 w 5260975"/>
                  <a:gd name="connsiteY275" fmla="*/ 327701 h 1410656"/>
                  <a:gd name="connsiteX276" fmla="*/ 4961214 w 5260975"/>
                  <a:gd name="connsiteY276" fmla="*/ 298801 h 1410656"/>
                  <a:gd name="connsiteX277" fmla="*/ 4976672 w 5260975"/>
                  <a:gd name="connsiteY277" fmla="*/ 290639 h 1410656"/>
                  <a:gd name="connsiteX278" fmla="*/ 5002979 w 5260975"/>
                  <a:gd name="connsiteY278" fmla="*/ 270573 h 1410656"/>
                  <a:gd name="connsiteX279" fmla="*/ 5018535 w 5260975"/>
                  <a:gd name="connsiteY279" fmla="*/ 255690 h 1410656"/>
                  <a:gd name="connsiteX280" fmla="*/ 5061069 w 5260975"/>
                  <a:gd name="connsiteY280" fmla="*/ 200961 h 1410656"/>
                  <a:gd name="connsiteX281" fmla="*/ 5074127 w 5260975"/>
                  <a:gd name="connsiteY281" fmla="*/ 184735 h 1410656"/>
                  <a:gd name="connsiteX282" fmla="*/ 5101108 w 5260975"/>
                  <a:gd name="connsiteY282" fmla="*/ 156891 h 1410656"/>
                  <a:gd name="connsiteX283" fmla="*/ 5112918 w 5260975"/>
                  <a:gd name="connsiteY283" fmla="*/ 148441 h 1410656"/>
                  <a:gd name="connsiteX284" fmla="*/ 5133753 w 5260975"/>
                  <a:gd name="connsiteY284" fmla="*/ 125782 h 1410656"/>
                  <a:gd name="connsiteX285" fmla="*/ 5183393 w 5260975"/>
                  <a:gd name="connsiteY285" fmla="*/ 66348 h 1410656"/>
                  <a:gd name="connsiteX286" fmla="*/ 5204709 w 5260975"/>
                  <a:gd name="connsiteY286" fmla="*/ 33030 h 1410656"/>
                  <a:gd name="connsiteX287" fmla="*/ 5247243 w 5260975"/>
                  <a:gd name="connsiteY287" fmla="*/ 8451 h 141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</a:cxnLst>
                <a:rect l="l" t="t" r="r" b="b"/>
                <a:pathLst>
                  <a:path w="5260975" h="1410656">
                    <a:moveTo>
                      <a:pt x="5260975" y="0"/>
                    </a:moveTo>
                    <a:lnTo>
                      <a:pt x="5260975" y="221634"/>
                    </a:lnTo>
                    <a:lnTo>
                      <a:pt x="5226503" y="237063"/>
                    </a:lnTo>
                    <a:cubicBezTo>
                      <a:pt x="5219783" y="239848"/>
                      <a:pt x="5212389" y="241384"/>
                      <a:pt x="5206341" y="245128"/>
                    </a:cubicBezTo>
                    <a:cubicBezTo>
                      <a:pt x="5178495" y="262219"/>
                      <a:pt x="5151515" y="280654"/>
                      <a:pt x="5123287" y="297073"/>
                    </a:cubicBezTo>
                    <a:cubicBezTo>
                      <a:pt x="5094195" y="314067"/>
                      <a:pt x="5068175" y="334134"/>
                      <a:pt x="5048107" y="361307"/>
                    </a:cubicBezTo>
                    <a:cubicBezTo>
                      <a:pt x="5029480" y="386559"/>
                      <a:pt x="5011429" y="412194"/>
                      <a:pt x="4992899" y="437542"/>
                    </a:cubicBezTo>
                    <a:cubicBezTo>
                      <a:pt x="4988194" y="443975"/>
                      <a:pt x="4983873" y="451561"/>
                      <a:pt x="4977440" y="455690"/>
                    </a:cubicBezTo>
                    <a:cubicBezTo>
                      <a:pt x="4964094" y="464331"/>
                      <a:pt x="4949499" y="471340"/>
                      <a:pt x="4935193" y="478445"/>
                    </a:cubicBezTo>
                    <a:cubicBezTo>
                      <a:pt x="4922903" y="484494"/>
                      <a:pt x="4909845" y="489006"/>
                      <a:pt x="4897844" y="495535"/>
                    </a:cubicBezTo>
                    <a:cubicBezTo>
                      <a:pt x="4888243" y="500721"/>
                      <a:pt x="4879697" y="507922"/>
                      <a:pt x="4870767" y="514451"/>
                    </a:cubicBezTo>
                    <a:cubicBezTo>
                      <a:pt x="4862990" y="520115"/>
                      <a:pt x="4854445" y="525012"/>
                      <a:pt x="4847916" y="531830"/>
                    </a:cubicBezTo>
                    <a:cubicBezTo>
                      <a:pt x="4831977" y="548344"/>
                      <a:pt x="4815942" y="564571"/>
                      <a:pt x="4796163" y="576765"/>
                    </a:cubicBezTo>
                    <a:cubicBezTo>
                      <a:pt x="4776672" y="588862"/>
                      <a:pt x="4758237" y="602401"/>
                      <a:pt x="4738843" y="614691"/>
                    </a:cubicBezTo>
                    <a:cubicBezTo>
                      <a:pt x="4719831" y="626693"/>
                      <a:pt x="4702645" y="639846"/>
                      <a:pt x="4692755" y="661162"/>
                    </a:cubicBezTo>
                    <a:cubicBezTo>
                      <a:pt x="4688339" y="670571"/>
                      <a:pt x="4682097" y="680845"/>
                      <a:pt x="4673744" y="686318"/>
                    </a:cubicBezTo>
                    <a:cubicBezTo>
                      <a:pt x="4661838" y="694095"/>
                      <a:pt x="4646764" y="696880"/>
                      <a:pt x="4633801" y="703505"/>
                    </a:cubicBezTo>
                    <a:cubicBezTo>
                      <a:pt x="4618535" y="711282"/>
                      <a:pt x="4600869" y="718003"/>
                      <a:pt x="4590499" y="730389"/>
                    </a:cubicBezTo>
                    <a:cubicBezTo>
                      <a:pt x="4581281" y="741431"/>
                      <a:pt x="4571968" y="750072"/>
                      <a:pt x="4559773" y="757081"/>
                    </a:cubicBezTo>
                    <a:cubicBezTo>
                      <a:pt x="4551229" y="761978"/>
                      <a:pt x="4544892" y="770907"/>
                      <a:pt x="4536059" y="774940"/>
                    </a:cubicBezTo>
                    <a:cubicBezTo>
                      <a:pt x="4524441" y="780317"/>
                      <a:pt x="4512727" y="784542"/>
                      <a:pt x="4502549" y="792895"/>
                    </a:cubicBezTo>
                    <a:cubicBezTo>
                      <a:pt x="4491987" y="801536"/>
                      <a:pt x="4479986" y="808353"/>
                      <a:pt x="4468944" y="816419"/>
                    </a:cubicBezTo>
                    <a:cubicBezTo>
                      <a:pt x="4463087" y="820739"/>
                      <a:pt x="4458286" y="826404"/>
                      <a:pt x="4452622" y="830917"/>
                    </a:cubicBezTo>
                    <a:cubicBezTo>
                      <a:pt x="4442252" y="839174"/>
                      <a:pt x="4431690" y="847239"/>
                      <a:pt x="4421032" y="855016"/>
                    </a:cubicBezTo>
                    <a:cubicBezTo>
                      <a:pt x="4410375" y="862794"/>
                      <a:pt x="4400197" y="871819"/>
                      <a:pt x="4388483" y="877484"/>
                    </a:cubicBezTo>
                    <a:cubicBezTo>
                      <a:pt x="4368513" y="887086"/>
                      <a:pt x="4346717" y="892847"/>
                      <a:pt x="4327321" y="903216"/>
                    </a:cubicBezTo>
                    <a:cubicBezTo>
                      <a:pt x="4307639" y="913777"/>
                      <a:pt x="4289107" y="927028"/>
                      <a:pt x="4271633" y="941046"/>
                    </a:cubicBezTo>
                    <a:cubicBezTo>
                      <a:pt x="4257807" y="952088"/>
                      <a:pt x="4244845" y="963034"/>
                      <a:pt x="4227465" y="968698"/>
                    </a:cubicBezTo>
                    <a:cubicBezTo>
                      <a:pt x="4217768" y="971867"/>
                      <a:pt x="4207591" y="978780"/>
                      <a:pt x="4201733" y="986846"/>
                    </a:cubicBezTo>
                    <a:cubicBezTo>
                      <a:pt x="4189059" y="1004416"/>
                      <a:pt x="4172833" y="1016802"/>
                      <a:pt x="4154494" y="1027364"/>
                    </a:cubicBezTo>
                    <a:cubicBezTo>
                      <a:pt x="4130010" y="1041574"/>
                      <a:pt x="4105814" y="1056072"/>
                      <a:pt x="4081234" y="1069994"/>
                    </a:cubicBezTo>
                    <a:cubicBezTo>
                      <a:pt x="4066737" y="1078252"/>
                      <a:pt x="4052335" y="1086989"/>
                      <a:pt x="4036971" y="1093038"/>
                    </a:cubicBezTo>
                    <a:cubicBezTo>
                      <a:pt x="4005575" y="1105520"/>
                      <a:pt x="3973410" y="1116177"/>
                      <a:pt x="3941725" y="1127796"/>
                    </a:cubicBezTo>
                    <a:cubicBezTo>
                      <a:pt x="3931355" y="1131540"/>
                      <a:pt x="3921561" y="1136917"/>
                      <a:pt x="3910999" y="1140182"/>
                    </a:cubicBezTo>
                    <a:cubicBezTo>
                      <a:pt x="3899573" y="1143734"/>
                      <a:pt x="3887285" y="1144790"/>
                      <a:pt x="3875859" y="1148343"/>
                    </a:cubicBezTo>
                    <a:cubicBezTo>
                      <a:pt x="3856847" y="1154199"/>
                      <a:pt x="3838412" y="1161689"/>
                      <a:pt x="3819401" y="1167642"/>
                    </a:cubicBezTo>
                    <a:cubicBezTo>
                      <a:pt x="3782723" y="1179068"/>
                      <a:pt x="3745949" y="1190014"/>
                      <a:pt x="3709176" y="1200863"/>
                    </a:cubicBezTo>
                    <a:cubicBezTo>
                      <a:pt x="3701303" y="1203168"/>
                      <a:pt x="3692757" y="1203456"/>
                      <a:pt x="3684981" y="1205952"/>
                    </a:cubicBezTo>
                    <a:cubicBezTo>
                      <a:pt x="3664337" y="1212673"/>
                      <a:pt x="3643789" y="1219970"/>
                      <a:pt x="3623338" y="1227363"/>
                    </a:cubicBezTo>
                    <a:cubicBezTo>
                      <a:pt x="3610953" y="1231876"/>
                      <a:pt x="3598854" y="1237445"/>
                      <a:pt x="3586373" y="1241765"/>
                    </a:cubicBezTo>
                    <a:cubicBezTo>
                      <a:pt x="3576387" y="1245222"/>
                      <a:pt x="3566113" y="1247910"/>
                      <a:pt x="3555743" y="1250023"/>
                    </a:cubicBezTo>
                    <a:cubicBezTo>
                      <a:pt x="3546814" y="1251848"/>
                      <a:pt x="3537501" y="1251655"/>
                      <a:pt x="3528667" y="1253864"/>
                    </a:cubicBezTo>
                    <a:cubicBezTo>
                      <a:pt x="3504759" y="1259816"/>
                      <a:pt x="3481140" y="1266538"/>
                      <a:pt x="3457424" y="1272874"/>
                    </a:cubicBezTo>
                    <a:cubicBezTo>
                      <a:pt x="3447919" y="1275371"/>
                      <a:pt x="3438221" y="1277196"/>
                      <a:pt x="3429003" y="1280364"/>
                    </a:cubicBezTo>
                    <a:cubicBezTo>
                      <a:pt x="3404327" y="1288717"/>
                      <a:pt x="3380036" y="1298222"/>
                      <a:pt x="3355264" y="1306096"/>
                    </a:cubicBezTo>
                    <a:cubicBezTo>
                      <a:pt x="3334717" y="1312625"/>
                      <a:pt x="3313593" y="1317329"/>
                      <a:pt x="3292757" y="1323090"/>
                    </a:cubicBezTo>
                    <a:cubicBezTo>
                      <a:pt x="3283924" y="1325587"/>
                      <a:pt x="3275475" y="1329140"/>
                      <a:pt x="3266643" y="1331251"/>
                    </a:cubicBezTo>
                    <a:cubicBezTo>
                      <a:pt x="3246863" y="1336053"/>
                      <a:pt x="3226796" y="1340085"/>
                      <a:pt x="3206921" y="1344886"/>
                    </a:cubicBezTo>
                    <a:cubicBezTo>
                      <a:pt x="3195590" y="1347670"/>
                      <a:pt x="3184645" y="1352663"/>
                      <a:pt x="3173123" y="1354488"/>
                    </a:cubicBezTo>
                    <a:cubicBezTo>
                      <a:pt x="3145759" y="1358808"/>
                      <a:pt x="3118203" y="1361880"/>
                      <a:pt x="3090646" y="1365337"/>
                    </a:cubicBezTo>
                    <a:cubicBezTo>
                      <a:pt x="3062227" y="1368889"/>
                      <a:pt x="3033902" y="1372634"/>
                      <a:pt x="3005480" y="1375802"/>
                    </a:cubicBezTo>
                    <a:cubicBezTo>
                      <a:pt x="2989926" y="1377435"/>
                      <a:pt x="2974275" y="1377723"/>
                      <a:pt x="2958721" y="1379259"/>
                    </a:cubicBezTo>
                    <a:cubicBezTo>
                      <a:pt x="2945087" y="1380604"/>
                      <a:pt x="2931549" y="1383100"/>
                      <a:pt x="2917915" y="1384733"/>
                    </a:cubicBezTo>
                    <a:cubicBezTo>
                      <a:pt x="2906105" y="1386076"/>
                      <a:pt x="2894199" y="1386844"/>
                      <a:pt x="2882389" y="1388189"/>
                    </a:cubicBezTo>
                    <a:cubicBezTo>
                      <a:pt x="2863475" y="1390397"/>
                      <a:pt x="2844655" y="1392894"/>
                      <a:pt x="2825837" y="1395198"/>
                    </a:cubicBezTo>
                    <a:cubicBezTo>
                      <a:pt x="2817964" y="1396062"/>
                      <a:pt x="2809706" y="1398462"/>
                      <a:pt x="2802313" y="1397023"/>
                    </a:cubicBezTo>
                    <a:cubicBezTo>
                      <a:pt x="2783686" y="1393373"/>
                      <a:pt x="2765347" y="1394430"/>
                      <a:pt x="2746816" y="1396926"/>
                    </a:cubicBezTo>
                    <a:cubicBezTo>
                      <a:pt x="2740479" y="1397791"/>
                      <a:pt x="2733662" y="1397598"/>
                      <a:pt x="2727517" y="1395966"/>
                    </a:cubicBezTo>
                    <a:cubicBezTo>
                      <a:pt x="2714939" y="1392701"/>
                      <a:pt x="2702745" y="1388092"/>
                      <a:pt x="2690359" y="1384060"/>
                    </a:cubicBezTo>
                    <a:cubicBezTo>
                      <a:pt x="2689014" y="1383580"/>
                      <a:pt x="2687382" y="1383484"/>
                      <a:pt x="2685943" y="1383196"/>
                    </a:cubicBezTo>
                    <a:cubicBezTo>
                      <a:pt x="2677781" y="1381563"/>
                      <a:pt x="2669717" y="1379931"/>
                      <a:pt x="2661554" y="1378491"/>
                    </a:cubicBezTo>
                    <a:cubicBezTo>
                      <a:pt x="2657138" y="1377723"/>
                      <a:pt x="2652625" y="1377627"/>
                      <a:pt x="2648208" y="1376955"/>
                    </a:cubicBezTo>
                    <a:cubicBezTo>
                      <a:pt x="2631118" y="1374266"/>
                      <a:pt x="2612299" y="1378779"/>
                      <a:pt x="2597512" y="1367162"/>
                    </a:cubicBezTo>
                    <a:cubicBezTo>
                      <a:pt x="2587911" y="1359672"/>
                      <a:pt x="2578597" y="1361401"/>
                      <a:pt x="2568324" y="1362553"/>
                    </a:cubicBezTo>
                    <a:cubicBezTo>
                      <a:pt x="2560547" y="1363417"/>
                      <a:pt x="2552577" y="1363128"/>
                      <a:pt x="2544704" y="1363225"/>
                    </a:cubicBezTo>
                    <a:cubicBezTo>
                      <a:pt x="2530878" y="1363512"/>
                      <a:pt x="2517052" y="1363609"/>
                      <a:pt x="2503225" y="1364089"/>
                    </a:cubicBezTo>
                    <a:cubicBezTo>
                      <a:pt x="2498808" y="1364281"/>
                      <a:pt x="2494297" y="1366682"/>
                      <a:pt x="2489975" y="1366298"/>
                    </a:cubicBezTo>
                    <a:cubicBezTo>
                      <a:pt x="2470004" y="1364473"/>
                      <a:pt x="2450033" y="1361592"/>
                      <a:pt x="2430061" y="1359960"/>
                    </a:cubicBezTo>
                    <a:cubicBezTo>
                      <a:pt x="2418732" y="1359001"/>
                      <a:pt x="2407114" y="1360824"/>
                      <a:pt x="2395880" y="1359480"/>
                    </a:cubicBezTo>
                    <a:cubicBezTo>
                      <a:pt x="2382919" y="1357944"/>
                      <a:pt x="2370245" y="1354008"/>
                      <a:pt x="2357378" y="1351607"/>
                    </a:cubicBezTo>
                    <a:cubicBezTo>
                      <a:pt x="2353826" y="1350935"/>
                      <a:pt x="2349889" y="1351799"/>
                      <a:pt x="2346145" y="1351991"/>
                    </a:cubicBezTo>
                    <a:cubicBezTo>
                      <a:pt x="2341920" y="1352183"/>
                      <a:pt x="2337791" y="1352567"/>
                      <a:pt x="2333567" y="1352663"/>
                    </a:cubicBezTo>
                    <a:cubicBezTo>
                      <a:pt x="2320700" y="1352856"/>
                      <a:pt x="2307835" y="1352567"/>
                      <a:pt x="2294968" y="1353240"/>
                    </a:cubicBezTo>
                    <a:cubicBezTo>
                      <a:pt x="2287095" y="1353624"/>
                      <a:pt x="2278839" y="1357560"/>
                      <a:pt x="2271540" y="1356120"/>
                    </a:cubicBezTo>
                    <a:cubicBezTo>
                      <a:pt x="2256659" y="1353335"/>
                      <a:pt x="2241776" y="1359576"/>
                      <a:pt x="2226895" y="1354392"/>
                    </a:cubicBezTo>
                    <a:cubicBezTo>
                      <a:pt x="2222285" y="1352856"/>
                      <a:pt x="2215948" y="1356696"/>
                      <a:pt x="2210379" y="1356888"/>
                    </a:cubicBezTo>
                    <a:cubicBezTo>
                      <a:pt x="2196457" y="1357368"/>
                      <a:pt x="2182535" y="1357272"/>
                      <a:pt x="2168613" y="1357176"/>
                    </a:cubicBezTo>
                    <a:cubicBezTo>
                      <a:pt x="2156131" y="1357080"/>
                      <a:pt x="2143168" y="1358424"/>
                      <a:pt x="2131167" y="1355736"/>
                    </a:cubicBezTo>
                    <a:cubicBezTo>
                      <a:pt x="2118588" y="1352856"/>
                      <a:pt x="2107259" y="1353240"/>
                      <a:pt x="2095065" y="1356504"/>
                    </a:cubicBezTo>
                    <a:cubicBezTo>
                      <a:pt x="2086711" y="1358712"/>
                      <a:pt x="2077878" y="1359001"/>
                      <a:pt x="2069237" y="1359672"/>
                    </a:cubicBezTo>
                    <a:cubicBezTo>
                      <a:pt x="2059924" y="1360440"/>
                      <a:pt x="2049650" y="1358424"/>
                      <a:pt x="2041201" y="1361592"/>
                    </a:cubicBezTo>
                    <a:cubicBezTo>
                      <a:pt x="2016044" y="1371002"/>
                      <a:pt x="1990216" y="1373018"/>
                      <a:pt x="1963909" y="1373018"/>
                    </a:cubicBezTo>
                    <a:cubicBezTo>
                      <a:pt x="1959107" y="1373018"/>
                      <a:pt x="1954210" y="1371675"/>
                      <a:pt x="1949603" y="1370234"/>
                    </a:cubicBezTo>
                    <a:cubicBezTo>
                      <a:pt x="1922717" y="1361592"/>
                      <a:pt x="1895737" y="1362360"/>
                      <a:pt x="1868373" y="1367641"/>
                    </a:cubicBezTo>
                    <a:cubicBezTo>
                      <a:pt x="1862708" y="1368794"/>
                      <a:pt x="1856372" y="1368986"/>
                      <a:pt x="1850707" y="1367834"/>
                    </a:cubicBezTo>
                    <a:cubicBezTo>
                      <a:pt x="1834768" y="1364473"/>
                      <a:pt x="1819309" y="1358904"/>
                      <a:pt x="1803275" y="1356504"/>
                    </a:cubicBezTo>
                    <a:cubicBezTo>
                      <a:pt x="1776775" y="1352567"/>
                      <a:pt x="1753828" y="1365817"/>
                      <a:pt x="1730112" y="1374459"/>
                    </a:cubicBezTo>
                    <a:cubicBezTo>
                      <a:pt x="1707548" y="1382620"/>
                      <a:pt x="1688345" y="1401055"/>
                      <a:pt x="1661652" y="1396926"/>
                    </a:cubicBezTo>
                    <a:cubicBezTo>
                      <a:pt x="1658965" y="1396542"/>
                      <a:pt x="1655988" y="1399134"/>
                      <a:pt x="1653011" y="1399807"/>
                    </a:cubicBezTo>
                    <a:cubicBezTo>
                      <a:pt x="1644850" y="1401631"/>
                      <a:pt x="1636689" y="1403839"/>
                      <a:pt x="1628431" y="1404704"/>
                    </a:cubicBezTo>
                    <a:cubicBezTo>
                      <a:pt x="1618350" y="1405856"/>
                      <a:pt x="1608076" y="1405472"/>
                      <a:pt x="1597995" y="1406432"/>
                    </a:cubicBezTo>
                    <a:cubicBezTo>
                      <a:pt x="1585032" y="1407584"/>
                      <a:pt x="1572263" y="1410656"/>
                      <a:pt x="1559396" y="1410656"/>
                    </a:cubicBezTo>
                    <a:cubicBezTo>
                      <a:pt x="1549026" y="1410656"/>
                      <a:pt x="1538753" y="1407104"/>
                      <a:pt x="1528480" y="1405375"/>
                    </a:cubicBezTo>
                    <a:cubicBezTo>
                      <a:pt x="1513981" y="1402975"/>
                      <a:pt x="1498042" y="1403647"/>
                      <a:pt x="1485272" y="1397502"/>
                    </a:cubicBezTo>
                    <a:cubicBezTo>
                      <a:pt x="1471639" y="1390973"/>
                      <a:pt x="1458676" y="1387997"/>
                      <a:pt x="1444562" y="1390013"/>
                    </a:cubicBezTo>
                    <a:cubicBezTo>
                      <a:pt x="1439857" y="1390685"/>
                      <a:pt x="1433808" y="1394718"/>
                      <a:pt x="1431696" y="1398846"/>
                    </a:cubicBezTo>
                    <a:cubicBezTo>
                      <a:pt x="1426991" y="1408064"/>
                      <a:pt x="1420559" y="1409697"/>
                      <a:pt x="1411821" y="1406527"/>
                    </a:cubicBezTo>
                    <a:cubicBezTo>
                      <a:pt x="1404236" y="1403839"/>
                      <a:pt x="1394922" y="1402495"/>
                      <a:pt x="1389738" y="1397310"/>
                    </a:cubicBezTo>
                    <a:cubicBezTo>
                      <a:pt x="1375047" y="1382620"/>
                      <a:pt x="1356324" y="1382140"/>
                      <a:pt x="1338081" y="1378204"/>
                    </a:cubicBezTo>
                    <a:cubicBezTo>
                      <a:pt x="1326945" y="1375802"/>
                      <a:pt x="1316574" y="1375707"/>
                      <a:pt x="1305436" y="1377339"/>
                    </a:cubicBezTo>
                    <a:cubicBezTo>
                      <a:pt x="1281241" y="1380988"/>
                      <a:pt x="1257717" y="1375802"/>
                      <a:pt x="1234481" y="1369178"/>
                    </a:cubicBezTo>
                    <a:cubicBezTo>
                      <a:pt x="1219118" y="1364761"/>
                      <a:pt x="1203372" y="1362073"/>
                      <a:pt x="1188106" y="1357560"/>
                    </a:cubicBezTo>
                    <a:cubicBezTo>
                      <a:pt x="1176680" y="1354104"/>
                      <a:pt x="1165255" y="1349975"/>
                      <a:pt x="1154790" y="1344406"/>
                    </a:cubicBezTo>
                    <a:cubicBezTo>
                      <a:pt x="1139618" y="1336244"/>
                      <a:pt x="1126369" y="1323954"/>
                      <a:pt x="1107069" y="1327219"/>
                    </a:cubicBezTo>
                    <a:cubicBezTo>
                      <a:pt x="1090074" y="1330099"/>
                      <a:pt x="1074713" y="1324051"/>
                      <a:pt x="1059158" y="1318290"/>
                    </a:cubicBezTo>
                    <a:cubicBezTo>
                      <a:pt x="1047732" y="1314065"/>
                      <a:pt x="1036308" y="1309744"/>
                      <a:pt x="1024496" y="1307056"/>
                    </a:cubicBezTo>
                    <a:cubicBezTo>
                      <a:pt x="1010478" y="1303887"/>
                      <a:pt x="994635" y="1305232"/>
                      <a:pt x="982153" y="1299374"/>
                    </a:cubicBezTo>
                    <a:cubicBezTo>
                      <a:pt x="969095" y="1293229"/>
                      <a:pt x="958246" y="1297358"/>
                      <a:pt x="946628" y="1299087"/>
                    </a:cubicBezTo>
                    <a:cubicBezTo>
                      <a:pt x="928097" y="1301775"/>
                      <a:pt x="909661" y="1306768"/>
                      <a:pt x="890939" y="1300431"/>
                    </a:cubicBezTo>
                    <a:cubicBezTo>
                      <a:pt x="868184" y="1292750"/>
                      <a:pt x="845620" y="1284493"/>
                      <a:pt x="822769" y="1277196"/>
                    </a:cubicBezTo>
                    <a:cubicBezTo>
                      <a:pt x="813934" y="1274410"/>
                      <a:pt x="804431" y="1273258"/>
                      <a:pt x="795212" y="1272010"/>
                    </a:cubicBezTo>
                    <a:cubicBezTo>
                      <a:pt x="786476" y="1270954"/>
                      <a:pt x="776010" y="1273642"/>
                      <a:pt x="769288" y="1269610"/>
                    </a:cubicBezTo>
                    <a:cubicBezTo>
                      <a:pt x="752005" y="1259241"/>
                      <a:pt x="734243" y="1254152"/>
                      <a:pt x="714271" y="1254152"/>
                    </a:cubicBezTo>
                    <a:cubicBezTo>
                      <a:pt x="706781" y="1254152"/>
                      <a:pt x="699484" y="1249831"/>
                      <a:pt x="691900" y="1249062"/>
                    </a:cubicBezTo>
                    <a:cubicBezTo>
                      <a:pt x="681529" y="1248103"/>
                      <a:pt x="669623" y="1245510"/>
                      <a:pt x="660598" y="1249159"/>
                    </a:cubicBezTo>
                    <a:cubicBezTo>
                      <a:pt x="639379" y="1257800"/>
                      <a:pt x="622193" y="1250599"/>
                      <a:pt x="603662" y="1242054"/>
                    </a:cubicBezTo>
                    <a:cubicBezTo>
                      <a:pt x="585418" y="1233604"/>
                      <a:pt x="566215" y="1226884"/>
                      <a:pt x="546821" y="1221314"/>
                    </a:cubicBezTo>
                    <a:cubicBezTo>
                      <a:pt x="539524" y="1219298"/>
                      <a:pt x="530787" y="1222659"/>
                      <a:pt x="522721" y="1223330"/>
                    </a:cubicBezTo>
                    <a:cubicBezTo>
                      <a:pt x="519840" y="1223523"/>
                      <a:pt x="516671" y="1223811"/>
                      <a:pt x="514080" y="1222851"/>
                    </a:cubicBezTo>
                    <a:cubicBezTo>
                      <a:pt x="489020" y="1213633"/>
                      <a:pt x="463575" y="1206624"/>
                      <a:pt x="436404" y="1211424"/>
                    </a:cubicBezTo>
                    <a:cubicBezTo>
                      <a:pt x="433908" y="1211905"/>
                      <a:pt x="431123" y="1210849"/>
                      <a:pt x="428626" y="1210177"/>
                    </a:cubicBezTo>
                    <a:cubicBezTo>
                      <a:pt x="416432" y="1206720"/>
                      <a:pt x="404526" y="1201247"/>
                      <a:pt x="392141" y="1199999"/>
                    </a:cubicBezTo>
                    <a:cubicBezTo>
                      <a:pt x="361608" y="1196927"/>
                      <a:pt x="330884" y="1195678"/>
                      <a:pt x="300157" y="1193662"/>
                    </a:cubicBezTo>
                    <a:cubicBezTo>
                      <a:pt x="298237" y="1193566"/>
                      <a:pt x="296221" y="1193566"/>
                      <a:pt x="294493" y="1192894"/>
                    </a:cubicBezTo>
                    <a:cubicBezTo>
                      <a:pt x="283163" y="1188765"/>
                      <a:pt x="273274" y="1190110"/>
                      <a:pt x="263671" y="1197982"/>
                    </a:cubicBezTo>
                    <a:cubicBezTo>
                      <a:pt x="259447" y="1201439"/>
                      <a:pt x="253686" y="1203263"/>
                      <a:pt x="248406" y="1205184"/>
                    </a:cubicBezTo>
                    <a:cubicBezTo>
                      <a:pt x="240628" y="1208065"/>
                      <a:pt x="232659" y="1210849"/>
                      <a:pt x="224594" y="1212673"/>
                    </a:cubicBezTo>
                    <a:cubicBezTo>
                      <a:pt x="216624" y="1214401"/>
                      <a:pt x="208079" y="1216801"/>
                      <a:pt x="200398" y="1215458"/>
                    </a:cubicBezTo>
                    <a:cubicBezTo>
                      <a:pt x="186572" y="1213057"/>
                      <a:pt x="173417" y="1207681"/>
                      <a:pt x="159783" y="1204127"/>
                    </a:cubicBezTo>
                    <a:cubicBezTo>
                      <a:pt x="155079" y="1202879"/>
                      <a:pt x="149893" y="1203072"/>
                      <a:pt x="144997" y="1202975"/>
                    </a:cubicBezTo>
                    <a:cubicBezTo>
                      <a:pt x="133763" y="1202688"/>
                      <a:pt x="122241" y="1205472"/>
                      <a:pt x="112064" y="1197503"/>
                    </a:cubicBezTo>
                    <a:cubicBezTo>
                      <a:pt x="102655" y="1190014"/>
                      <a:pt x="93148" y="1192221"/>
                      <a:pt x="83259" y="1197887"/>
                    </a:cubicBezTo>
                    <a:cubicBezTo>
                      <a:pt x="76154" y="1201920"/>
                      <a:pt x="68090" y="1205088"/>
                      <a:pt x="60120" y="1206624"/>
                    </a:cubicBezTo>
                    <a:cubicBezTo>
                      <a:pt x="49174" y="1208736"/>
                      <a:pt x="38324" y="1209601"/>
                      <a:pt x="26514" y="1208352"/>
                    </a:cubicBezTo>
                    <a:cubicBezTo>
                      <a:pt x="18161" y="1207488"/>
                      <a:pt x="11343" y="1207104"/>
                      <a:pt x="4814" y="1202015"/>
                    </a:cubicBezTo>
                    <a:cubicBezTo>
                      <a:pt x="3759" y="1201247"/>
                      <a:pt x="1839" y="1201055"/>
                      <a:pt x="398" y="1201152"/>
                    </a:cubicBezTo>
                    <a:lnTo>
                      <a:pt x="0" y="1201150"/>
                    </a:lnTo>
                    <a:lnTo>
                      <a:pt x="0" y="1004512"/>
                    </a:lnTo>
                    <a:lnTo>
                      <a:pt x="30355" y="1002784"/>
                    </a:lnTo>
                    <a:cubicBezTo>
                      <a:pt x="37748" y="1002111"/>
                      <a:pt x="44853" y="999520"/>
                      <a:pt x="52151" y="997695"/>
                    </a:cubicBezTo>
                    <a:cubicBezTo>
                      <a:pt x="56183" y="996639"/>
                      <a:pt x="60504" y="993855"/>
                      <a:pt x="64248" y="994430"/>
                    </a:cubicBezTo>
                    <a:cubicBezTo>
                      <a:pt x="85948" y="997791"/>
                      <a:pt x="105823" y="989534"/>
                      <a:pt x="126370" y="985405"/>
                    </a:cubicBezTo>
                    <a:cubicBezTo>
                      <a:pt x="135876" y="983485"/>
                      <a:pt x="144805" y="978876"/>
                      <a:pt x="154022" y="975708"/>
                    </a:cubicBezTo>
                    <a:cubicBezTo>
                      <a:pt x="156423" y="974843"/>
                      <a:pt x="159111" y="974075"/>
                      <a:pt x="161512" y="974268"/>
                    </a:cubicBezTo>
                    <a:cubicBezTo>
                      <a:pt x="175242" y="975420"/>
                      <a:pt x="188876" y="977052"/>
                      <a:pt x="202510" y="978300"/>
                    </a:cubicBezTo>
                    <a:cubicBezTo>
                      <a:pt x="214896" y="979452"/>
                      <a:pt x="227378" y="979836"/>
                      <a:pt x="233235" y="993950"/>
                    </a:cubicBezTo>
                    <a:cubicBezTo>
                      <a:pt x="234100" y="996159"/>
                      <a:pt x="236979" y="997791"/>
                      <a:pt x="239188" y="999231"/>
                    </a:cubicBezTo>
                    <a:cubicBezTo>
                      <a:pt x="273274" y="1021411"/>
                      <a:pt x="291516" y="1020835"/>
                      <a:pt x="324834" y="997407"/>
                    </a:cubicBezTo>
                    <a:cubicBezTo>
                      <a:pt x="328290" y="995007"/>
                      <a:pt x="335683" y="993278"/>
                      <a:pt x="337987" y="995198"/>
                    </a:cubicBezTo>
                    <a:cubicBezTo>
                      <a:pt x="357575" y="1011137"/>
                      <a:pt x="378986" y="1009409"/>
                      <a:pt x="401550" y="1004416"/>
                    </a:cubicBezTo>
                    <a:cubicBezTo>
                      <a:pt x="407407" y="1003072"/>
                      <a:pt x="415664" y="1003072"/>
                      <a:pt x="420081" y="1006240"/>
                    </a:cubicBezTo>
                    <a:cubicBezTo>
                      <a:pt x="441108" y="1020930"/>
                      <a:pt x="463672" y="1018819"/>
                      <a:pt x="486523" y="1014498"/>
                    </a:cubicBezTo>
                    <a:cubicBezTo>
                      <a:pt x="490075" y="1013826"/>
                      <a:pt x="494397" y="1010177"/>
                      <a:pt x="495932" y="1006817"/>
                    </a:cubicBezTo>
                    <a:cubicBezTo>
                      <a:pt x="501406" y="994911"/>
                      <a:pt x="511680" y="990878"/>
                      <a:pt x="523009" y="987517"/>
                    </a:cubicBezTo>
                    <a:cubicBezTo>
                      <a:pt x="540868" y="982044"/>
                      <a:pt x="558438" y="975611"/>
                      <a:pt x="576393" y="970427"/>
                    </a:cubicBezTo>
                    <a:cubicBezTo>
                      <a:pt x="580811" y="969179"/>
                      <a:pt x="586283" y="969947"/>
                      <a:pt x="590892" y="971387"/>
                    </a:cubicBezTo>
                    <a:cubicBezTo>
                      <a:pt x="606638" y="976284"/>
                      <a:pt x="616624" y="988574"/>
                      <a:pt x="627569" y="999904"/>
                    </a:cubicBezTo>
                    <a:cubicBezTo>
                      <a:pt x="632370" y="1004897"/>
                      <a:pt x="638995" y="1008449"/>
                      <a:pt x="645429" y="1011329"/>
                    </a:cubicBezTo>
                    <a:cubicBezTo>
                      <a:pt x="662135" y="1018723"/>
                      <a:pt x="679226" y="1025348"/>
                      <a:pt x="696125" y="1032356"/>
                    </a:cubicBezTo>
                    <a:cubicBezTo>
                      <a:pt x="697757" y="1033029"/>
                      <a:pt x="699100" y="1034757"/>
                      <a:pt x="700349" y="1036197"/>
                    </a:cubicBezTo>
                    <a:cubicBezTo>
                      <a:pt x="712831" y="1051368"/>
                      <a:pt x="725216" y="1066634"/>
                      <a:pt x="737795" y="1081804"/>
                    </a:cubicBezTo>
                    <a:cubicBezTo>
                      <a:pt x="740195" y="1084684"/>
                      <a:pt x="743652" y="1086797"/>
                      <a:pt x="746244" y="1089581"/>
                    </a:cubicBezTo>
                    <a:cubicBezTo>
                      <a:pt x="749893" y="1093422"/>
                      <a:pt x="754502" y="1097071"/>
                      <a:pt x="756422" y="1101680"/>
                    </a:cubicBezTo>
                    <a:cubicBezTo>
                      <a:pt x="762374" y="1116177"/>
                      <a:pt x="773801" y="1122419"/>
                      <a:pt x="788202" y="1125108"/>
                    </a:cubicBezTo>
                    <a:cubicBezTo>
                      <a:pt x="801357" y="1127603"/>
                      <a:pt x="814511" y="1129716"/>
                      <a:pt x="827569" y="1132596"/>
                    </a:cubicBezTo>
                    <a:cubicBezTo>
                      <a:pt x="843507" y="1136053"/>
                      <a:pt x="859350" y="1139798"/>
                      <a:pt x="875097" y="1144022"/>
                    </a:cubicBezTo>
                    <a:cubicBezTo>
                      <a:pt x="881913" y="1145847"/>
                      <a:pt x="889115" y="1147959"/>
                      <a:pt x="894972" y="1151704"/>
                    </a:cubicBezTo>
                    <a:cubicBezTo>
                      <a:pt x="911390" y="1162073"/>
                      <a:pt x="928961" y="1169082"/>
                      <a:pt x="948260" y="1166298"/>
                    </a:cubicBezTo>
                    <a:cubicBezTo>
                      <a:pt x="963718" y="1164089"/>
                      <a:pt x="976680" y="1169754"/>
                      <a:pt x="986282" y="1178588"/>
                    </a:cubicBezTo>
                    <a:cubicBezTo>
                      <a:pt x="1003757" y="1194623"/>
                      <a:pt x="1022479" y="1190973"/>
                      <a:pt x="1041107" y="1185789"/>
                    </a:cubicBezTo>
                    <a:cubicBezTo>
                      <a:pt x="1050708" y="1183101"/>
                      <a:pt x="1058581" y="1183485"/>
                      <a:pt x="1067703" y="1186076"/>
                    </a:cubicBezTo>
                    <a:cubicBezTo>
                      <a:pt x="1088826" y="1192126"/>
                      <a:pt x="1102941" y="1208544"/>
                      <a:pt x="1116574" y="1222946"/>
                    </a:cubicBezTo>
                    <a:cubicBezTo>
                      <a:pt x="1128193" y="1235236"/>
                      <a:pt x="1141251" y="1242149"/>
                      <a:pt x="1155557" y="1247335"/>
                    </a:cubicBezTo>
                    <a:cubicBezTo>
                      <a:pt x="1173608" y="1253959"/>
                      <a:pt x="1187914" y="1251464"/>
                      <a:pt x="1196556" y="1235525"/>
                    </a:cubicBezTo>
                    <a:cubicBezTo>
                      <a:pt x="1198956" y="1231012"/>
                      <a:pt x="1203180" y="1225730"/>
                      <a:pt x="1207693" y="1224387"/>
                    </a:cubicBezTo>
                    <a:cubicBezTo>
                      <a:pt x="1229488" y="1217666"/>
                      <a:pt x="1251572" y="1207872"/>
                      <a:pt x="1274904" y="1213826"/>
                    </a:cubicBezTo>
                    <a:cubicBezTo>
                      <a:pt x="1307165" y="1221987"/>
                      <a:pt x="1338658" y="1221507"/>
                      <a:pt x="1370919" y="1213442"/>
                    </a:cubicBezTo>
                    <a:cubicBezTo>
                      <a:pt x="1423247" y="1200383"/>
                      <a:pt x="1475575" y="1186557"/>
                      <a:pt x="1530593" y="1189437"/>
                    </a:cubicBezTo>
                    <a:cubicBezTo>
                      <a:pt x="1539713" y="1189917"/>
                      <a:pt x="1550563" y="1184060"/>
                      <a:pt x="1558436" y="1178299"/>
                    </a:cubicBezTo>
                    <a:cubicBezTo>
                      <a:pt x="1573511" y="1167354"/>
                      <a:pt x="1572838" y="1166489"/>
                      <a:pt x="1589737" y="1175515"/>
                    </a:cubicBezTo>
                    <a:cubicBezTo>
                      <a:pt x="1593770" y="1177724"/>
                      <a:pt x="1598763" y="1179068"/>
                      <a:pt x="1601740" y="1182333"/>
                    </a:cubicBezTo>
                    <a:cubicBezTo>
                      <a:pt x="1616909" y="1198943"/>
                      <a:pt x="1635633" y="1194910"/>
                      <a:pt x="1654259" y="1192510"/>
                    </a:cubicBezTo>
                    <a:cubicBezTo>
                      <a:pt x="1657524" y="1192030"/>
                      <a:pt x="1661460" y="1191358"/>
                      <a:pt x="1664246" y="1192702"/>
                    </a:cubicBezTo>
                    <a:cubicBezTo>
                      <a:pt x="1676823" y="1198750"/>
                      <a:pt x="1687481" y="1196639"/>
                      <a:pt x="1698427" y="1188381"/>
                    </a:cubicBezTo>
                    <a:cubicBezTo>
                      <a:pt x="1707932" y="1181276"/>
                      <a:pt x="1718878" y="1177052"/>
                      <a:pt x="1730112" y="1185885"/>
                    </a:cubicBezTo>
                    <a:cubicBezTo>
                      <a:pt x="1755076" y="1205472"/>
                      <a:pt x="1781767" y="1206432"/>
                      <a:pt x="1809996" y="1194046"/>
                    </a:cubicBezTo>
                    <a:cubicBezTo>
                      <a:pt x="1830159" y="1185213"/>
                      <a:pt x="1850034" y="1183196"/>
                      <a:pt x="1871254" y="1192126"/>
                    </a:cubicBezTo>
                    <a:cubicBezTo>
                      <a:pt x="1879415" y="1195582"/>
                      <a:pt x="1889977" y="1193278"/>
                      <a:pt x="1899482" y="1194046"/>
                    </a:cubicBezTo>
                    <a:cubicBezTo>
                      <a:pt x="1904859" y="1194430"/>
                      <a:pt x="1910813" y="1194526"/>
                      <a:pt x="1915420" y="1196927"/>
                    </a:cubicBezTo>
                    <a:cubicBezTo>
                      <a:pt x="1927711" y="1203072"/>
                      <a:pt x="1939136" y="1210945"/>
                      <a:pt x="1951522" y="1216994"/>
                    </a:cubicBezTo>
                    <a:cubicBezTo>
                      <a:pt x="1957475" y="1219874"/>
                      <a:pt x="1964580" y="1221410"/>
                      <a:pt x="1971302" y="1221507"/>
                    </a:cubicBezTo>
                    <a:cubicBezTo>
                      <a:pt x="1991177" y="1221987"/>
                      <a:pt x="2011052" y="1221987"/>
                      <a:pt x="2030831" y="1221123"/>
                    </a:cubicBezTo>
                    <a:cubicBezTo>
                      <a:pt x="2063476" y="1219778"/>
                      <a:pt x="2096601" y="1219490"/>
                      <a:pt x="2120125" y="1190878"/>
                    </a:cubicBezTo>
                    <a:cubicBezTo>
                      <a:pt x="2122046" y="1188573"/>
                      <a:pt x="2126174" y="1187229"/>
                      <a:pt x="2129439" y="1186845"/>
                    </a:cubicBezTo>
                    <a:cubicBezTo>
                      <a:pt x="2144513" y="1185021"/>
                      <a:pt x="2159971" y="1184828"/>
                      <a:pt x="2174854" y="1181852"/>
                    </a:cubicBezTo>
                    <a:cubicBezTo>
                      <a:pt x="2186760" y="1179452"/>
                      <a:pt x="2196650" y="1180220"/>
                      <a:pt x="2205674" y="1188669"/>
                    </a:cubicBezTo>
                    <a:cubicBezTo>
                      <a:pt x="2217485" y="1199807"/>
                      <a:pt x="2231887" y="1206336"/>
                      <a:pt x="2247634" y="1202784"/>
                    </a:cubicBezTo>
                    <a:cubicBezTo>
                      <a:pt x="2263379" y="1199327"/>
                      <a:pt x="2273749" y="1206816"/>
                      <a:pt x="2285367" y="1214594"/>
                    </a:cubicBezTo>
                    <a:cubicBezTo>
                      <a:pt x="2293817" y="1220258"/>
                      <a:pt x="2303418" y="1227363"/>
                      <a:pt x="2312827" y="1227939"/>
                    </a:cubicBezTo>
                    <a:cubicBezTo>
                      <a:pt x="2334143" y="1229187"/>
                      <a:pt x="2352482" y="1248967"/>
                      <a:pt x="2375622" y="1237733"/>
                    </a:cubicBezTo>
                    <a:cubicBezTo>
                      <a:pt x="2377158" y="1236965"/>
                      <a:pt x="2379942" y="1238885"/>
                      <a:pt x="2382151" y="1239365"/>
                    </a:cubicBezTo>
                    <a:cubicBezTo>
                      <a:pt x="2399817" y="1243014"/>
                      <a:pt x="2416428" y="1239461"/>
                      <a:pt x="2429390" y="1227459"/>
                    </a:cubicBezTo>
                    <a:cubicBezTo>
                      <a:pt x="2446385" y="1211809"/>
                      <a:pt x="2465203" y="1210272"/>
                      <a:pt x="2486134" y="1215362"/>
                    </a:cubicBezTo>
                    <a:cubicBezTo>
                      <a:pt x="2492856" y="1216994"/>
                      <a:pt x="2499577" y="1218146"/>
                      <a:pt x="2506394" y="1219490"/>
                    </a:cubicBezTo>
                    <a:cubicBezTo>
                      <a:pt x="2515611" y="1221410"/>
                      <a:pt x="2524925" y="1223427"/>
                      <a:pt x="2534142" y="1225347"/>
                    </a:cubicBezTo>
                    <a:cubicBezTo>
                      <a:pt x="2543072" y="1227268"/>
                      <a:pt x="2552962" y="1230532"/>
                      <a:pt x="2559874" y="1222275"/>
                    </a:cubicBezTo>
                    <a:cubicBezTo>
                      <a:pt x="2565827" y="1215169"/>
                      <a:pt x="2570052" y="1215842"/>
                      <a:pt x="2575525" y="1221987"/>
                    </a:cubicBezTo>
                    <a:cubicBezTo>
                      <a:pt x="2594536" y="1243494"/>
                      <a:pt x="2617580" y="1256936"/>
                      <a:pt x="2646960" y="1257896"/>
                    </a:cubicBezTo>
                    <a:cubicBezTo>
                      <a:pt x="2653009" y="1258088"/>
                      <a:pt x="2659154" y="1259432"/>
                      <a:pt x="2665107" y="1260873"/>
                    </a:cubicBezTo>
                    <a:cubicBezTo>
                      <a:pt x="2668756" y="1261736"/>
                      <a:pt x="2673173" y="1262697"/>
                      <a:pt x="2675381" y="1265290"/>
                    </a:cubicBezTo>
                    <a:cubicBezTo>
                      <a:pt x="2692567" y="1285068"/>
                      <a:pt x="2713979" y="1298799"/>
                      <a:pt x="2737311" y="1309841"/>
                    </a:cubicBezTo>
                    <a:cubicBezTo>
                      <a:pt x="2745664" y="1313777"/>
                      <a:pt x="2754594" y="1317713"/>
                      <a:pt x="2763619" y="1318866"/>
                    </a:cubicBezTo>
                    <a:cubicBezTo>
                      <a:pt x="2773028" y="1320018"/>
                      <a:pt x="2782917" y="1318098"/>
                      <a:pt x="2792519" y="1317041"/>
                    </a:cubicBezTo>
                    <a:cubicBezTo>
                      <a:pt x="2798184" y="1316466"/>
                      <a:pt x="2804713" y="1316561"/>
                      <a:pt x="2809226" y="1313777"/>
                    </a:cubicBezTo>
                    <a:cubicBezTo>
                      <a:pt x="2823532" y="1305039"/>
                      <a:pt x="2837358" y="1295631"/>
                      <a:pt x="2850705" y="1285452"/>
                    </a:cubicBezTo>
                    <a:cubicBezTo>
                      <a:pt x="2862131" y="1276715"/>
                      <a:pt x="2864435" y="1275467"/>
                      <a:pt x="2874324" y="1286413"/>
                    </a:cubicBezTo>
                    <a:cubicBezTo>
                      <a:pt x="2884502" y="1297647"/>
                      <a:pt x="2897176" y="1303503"/>
                      <a:pt x="2911194" y="1305903"/>
                    </a:cubicBezTo>
                    <a:cubicBezTo>
                      <a:pt x="2933373" y="1309648"/>
                      <a:pt x="2955745" y="1312816"/>
                      <a:pt x="2978116" y="1314641"/>
                    </a:cubicBezTo>
                    <a:cubicBezTo>
                      <a:pt x="2998375" y="1316273"/>
                      <a:pt x="3008073" y="1307440"/>
                      <a:pt x="3012106" y="1287373"/>
                    </a:cubicBezTo>
                    <a:cubicBezTo>
                      <a:pt x="3014410" y="1276235"/>
                      <a:pt x="3017387" y="1264137"/>
                      <a:pt x="3029676" y="1261161"/>
                    </a:cubicBezTo>
                    <a:cubicBezTo>
                      <a:pt x="3049744" y="1256360"/>
                      <a:pt x="3070579" y="1254248"/>
                      <a:pt x="3080469" y="1230724"/>
                    </a:cubicBezTo>
                    <a:cubicBezTo>
                      <a:pt x="3085941" y="1235909"/>
                      <a:pt x="3089302" y="1238981"/>
                      <a:pt x="3092567" y="1242054"/>
                    </a:cubicBezTo>
                    <a:cubicBezTo>
                      <a:pt x="3101592" y="1250599"/>
                      <a:pt x="3120314" y="1254248"/>
                      <a:pt x="3129821" y="1246855"/>
                    </a:cubicBezTo>
                    <a:cubicBezTo>
                      <a:pt x="3143839" y="1236101"/>
                      <a:pt x="3156705" y="1238117"/>
                      <a:pt x="3170147" y="1246471"/>
                    </a:cubicBezTo>
                    <a:cubicBezTo>
                      <a:pt x="3192615" y="1260297"/>
                      <a:pt x="3217674" y="1257128"/>
                      <a:pt x="3240429" y="1251559"/>
                    </a:cubicBezTo>
                    <a:cubicBezTo>
                      <a:pt x="3257617" y="1247430"/>
                      <a:pt x="3275956" y="1239845"/>
                      <a:pt x="3287189" y="1222466"/>
                    </a:cubicBezTo>
                    <a:cubicBezTo>
                      <a:pt x="3290741" y="1216898"/>
                      <a:pt x="3298711" y="1214113"/>
                      <a:pt x="3305049" y="1210465"/>
                    </a:cubicBezTo>
                    <a:cubicBezTo>
                      <a:pt x="3310329" y="1207488"/>
                      <a:pt x="3315898" y="1204704"/>
                      <a:pt x="3321755" y="1202784"/>
                    </a:cubicBezTo>
                    <a:cubicBezTo>
                      <a:pt x="3327995" y="1200671"/>
                      <a:pt x="3334909" y="1197598"/>
                      <a:pt x="3341055" y="1198463"/>
                    </a:cubicBezTo>
                    <a:cubicBezTo>
                      <a:pt x="3359681" y="1200959"/>
                      <a:pt x="3374467" y="1196062"/>
                      <a:pt x="3387621" y="1182140"/>
                    </a:cubicBezTo>
                    <a:cubicBezTo>
                      <a:pt x="3394439" y="1174939"/>
                      <a:pt x="3404520" y="1166202"/>
                      <a:pt x="3413161" y="1166105"/>
                    </a:cubicBezTo>
                    <a:cubicBezTo>
                      <a:pt x="3434189" y="1165818"/>
                      <a:pt x="3451663" y="1158905"/>
                      <a:pt x="3470579" y="1150647"/>
                    </a:cubicBezTo>
                    <a:cubicBezTo>
                      <a:pt x="3482772" y="1145366"/>
                      <a:pt x="3496598" y="1141718"/>
                      <a:pt x="3509657" y="1136821"/>
                    </a:cubicBezTo>
                    <a:cubicBezTo>
                      <a:pt x="3524923" y="1131060"/>
                      <a:pt x="3541534" y="1128948"/>
                      <a:pt x="3550847" y="1113009"/>
                    </a:cubicBezTo>
                    <a:cubicBezTo>
                      <a:pt x="3551903" y="1111281"/>
                      <a:pt x="3555072" y="1110993"/>
                      <a:pt x="3556608" y="1109361"/>
                    </a:cubicBezTo>
                    <a:cubicBezTo>
                      <a:pt x="3561505" y="1104368"/>
                      <a:pt x="3567842" y="1099760"/>
                      <a:pt x="3570435" y="1093710"/>
                    </a:cubicBezTo>
                    <a:cubicBezTo>
                      <a:pt x="3577923" y="1076044"/>
                      <a:pt x="3583780" y="1057800"/>
                      <a:pt x="3590501" y="1039846"/>
                    </a:cubicBezTo>
                    <a:cubicBezTo>
                      <a:pt x="3591942" y="1036005"/>
                      <a:pt x="3593285" y="1031108"/>
                      <a:pt x="3596263" y="1028900"/>
                    </a:cubicBezTo>
                    <a:cubicBezTo>
                      <a:pt x="3613449" y="1016226"/>
                      <a:pt x="3630925" y="1004032"/>
                      <a:pt x="3648591" y="992030"/>
                    </a:cubicBezTo>
                    <a:cubicBezTo>
                      <a:pt x="3655696" y="987229"/>
                      <a:pt x="3661649" y="989918"/>
                      <a:pt x="3667986" y="995487"/>
                    </a:cubicBezTo>
                    <a:cubicBezTo>
                      <a:pt x="3674131" y="1000768"/>
                      <a:pt x="3681717" y="1006240"/>
                      <a:pt x="3689397" y="1007585"/>
                    </a:cubicBezTo>
                    <a:cubicBezTo>
                      <a:pt x="3704760" y="1010177"/>
                      <a:pt x="3720698" y="1010753"/>
                      <a:pt x="3736349" y="1010753"/>
                    </a:cubicBezTo>
                    <a:cubicBezTo>
                      <a:pt x="3742205" y="1010753"/>
                      <a:pt x="3748446" y="1007297"/>
                      <a:pt x="3753919" y="1004513"/>
                    </a:cubicBezTo>
                    <a:cubicBezTo>
                      <a:pt x="3764289" y="999231"/>
                      <a:pt x="3773890" y="992126"/>
                      <a:pt x="3784643" y="987710"/>
                    </a:cubicBezTo>
                    <a:cubicBezTo>
                      <a:pt x="3797126" y="982621"/>
                      <a:pt x="3804615" y="974459"/>
                      <a:pt x="3808359" y="961689"/>
                    </a:cubicBezTo>
                    <a:cubicBezTo>
                      <a:pt x="3813929" y="942679"/>
                      <a:pt x="3827179" y="929428"/>
                      <a:pt x="3842829" y="918674"/>
                    </a:cubicBezTo>
                    <a:cubicBezTo>
                      <a:pt x="3862705" y="904944"/>
                      <a:pt x="3886421" y="905616"/>
                      <a:pt x="3908983" y="902256"/>
                    </a:cubicBezTo>
                    <a:cubicBezTo>
                      <a:pt x="3917625" y="901008"/>
                      <a:pt x="3926555" y="899951"/>
                      <a:pt x="3934428" y="896783"/>
                    </a:cubicBezTo>
                    <a:cubicBezTo>
                      <a:pt x="3964288" y="884877"/>
                      <a:pt x="3994149" y="873548"/>
                      <a:pt x="4026987" y="873835"/>
                    </a:cubicBezTo>
                    <a:cubicBezTo>
                      <a:pt x="4029674" y="873835"/>
                      <a:pt x="4032363" y="873548"/>
                      <a:pt x="4035051" y="873067"/>
                    </a:cubicBezTo>
                    <a:cubicBezTo>
                      <a:pt x="4058383" y="869131"/>
                      <a:pt x="4082483" y="867594"/>
                      <a:pt x="4099189" y="846664"/>
                    </a:cubicBezTo>
                    <a:cubicBezTo>
                      <a:pt x="4102261" y="842823"/>
                      <a:pt x="4109271" y="841671"/>
                      <a:pt x="4114647" y="840134"/>
                    </a:cubicBezTo>
                    <a:cubicBezTo>
                      <a:pt x="4123961" y="837638"/>
                      <a:pt x="4130203" y="832549"/>
                      <a:pt x="4133563" y="823427"/>
                    </a:cubicBezTo>
                    <a:cubicBezTo>
                      <a:pt x="4139229" y="807681"/>
                      <a:pt x="4145949" y="792223"/>
                      <a:pt x="4151039" y="776284"/>
                    </a:cubicBezTo>
                    <a:cubicBezTo>
                      <a:pt x="4154591" y="765338"/>
                      <a:pt x="4161215" y="759289"/>
                      <a:pt x="4171489" y="754776"/>
                    </a:cubicBezTo>
                    <a:cubicBezTo>
                      <a:pt x="4177251" y="752280"/>
                      <a:pt x="4182243" y="746808"/>
                      <a:pt x="4186372" y="741718"/>
                    </a:cubicBezTo>
                    <a:cubicBezTo>
                      <a:pt x="4191365" y="735573"/>
                      <a:pt x="4193957" y="727412"/>
                      <a:pt x="4199429" y="721940"/>
                    </a:cubicBezTo>
                    <a:cubicBezTo>
                      <a:pt x="4212775" y="708305"/>
                      <a:pt x="4216905" y="693231"/>
                      <a:pt x="4212487" y="674604"/>
                    </a:cubicBezTo>
                    <a:cubicBezTo>
                      <a:pt x="4208551" y="658090"/>
                      <a:pt x="4218921" y="636006"/>
                      <a:pt x="4232555" y="632645"/>
                    </a:cubicBezTo>
                    <a:cubicBezTo>
                      <a:pt x="4247629" y="628900"/>
                      <a:pt x="4257999" y="619684"/>
                      <a:pt x="4268657" y="609410"/>
                    </a:cubicBezTo>
                    <a:cubicBezTo>
                      <a:pt x="4274609" y="603649"/>
                      <a:pt x="4282963" y="598656"/>
                      <a:pt x="4291028" y="597216"/>
                    </a:cubicBezTo>
                    <a:cubicBezTo>
                      <a:pt x="4321657" y="591647"/>
                      <a:pt x="4350557" y="598464"/>
                      <a:pt x="4379651" y="609506"/>
                    </a:cubicBezTo>
                    <a:cubicBezTo>
                      <a:pt x="4398661" y="616707"/>
                      <a:pt x="4419784" y="618627"/>
                      <a:pt x="4440139" y="621507"/>
                    </a:cubicBezTo>
                    <a:cubicBezTo>
                      <a:pt x="4446477" y="622371"/>
                      <a:pt x="4454542" y="620452"/>
                      <a:pt x="4460015" y="616899"/>
                    </a:cubicBezTo>
                    <a:cubicBezTo>
                      <a:pt x="4479218" y="604609"/>
                      <a:pt x="4498325" y="591935"/>
                      <a:pt x="4516183" y="577724"/>
                    </a:cubicBezTo>
                    <a:cubicBezTo>
                      <a:pt x="4532795" y="564379"/>
                      <a:pt x="4551517" y="558810"/>
                      <a:pt x="4571681" y="560250"/>
                    </a:cubicBezTo>
                    <a:cubicBezTo>
                      <a:pt x="4586371" y="561306"/>
                      <a:pt x="4599621" y="558905"/>
                      <a:pt x="4613447" y="555257"/>
                    </a:cubicBezTo>
                    <a:cubicBezTo>
                      <a:pt x="4624969" y="552185"/>
                      <a:pt x="4637643" y="550072"/>
                      <a:pt x="4649355" y="551417"/>
                    </a:cubicBezTo>
                    <a:cubicBezTo>
                      <a:pt x="4665775" y="553337"/>
                      <a:pt x="4679313" y="550553"/>
                      <a:pt x="4692467" y="540663"/>
                    </a:cubicBezTo>
                    <a:cubicBezTo>
                      <a:pt x="4699476" y="535382"/>
                      <a:pt x="4708502" y="532598"/>
                      <a:pt x="4716855" y="528949"/>
                    </a:cubicBezTo>
                    <a:cubicBezTo>
                      <a:pt x="4729721" y="523284"/>
                      <a:pt x="4743067" y="518483"/>
                      <a:pt x="4755645" y="512147"/>
                    </a:cubicBezTo>
                    <a:cubicBezTo>
                      <a:pt x="4769183" y="505425"/>
                      <a:pt x="4781569" y="496112"/>
                      <a:pt x="4795395" y="490351"/>
                    </a:cubicBezTo>
                    <a:cubicBezTo>
                      <a:pt x="4810278" y="484110"/>
                      <a:pt x="4819879" y="474605"/>
                      <a:pt x="4825928" y="459818"/>
                    </a:cubicBezTo>
                    <a:cubicBezTo>
                      <a:pt x="4829769" y="450504"/>
                      <a:pt x="4835049" y="440615"/>
                      <a:pt x="4842347" y="434086"/>
                    </a:cubicBezTo>
                    <a:cubicBezTo>
                      <a:pt x="4857422" y="420740"/>
                      <a:pt x="4875087" y="410370"/>
                      <a:pt x="4890451" y="397216"/>
                    </a:cubicBezTo>
                    <a:cubicBezTo>
                      <a:pt x="4912054" y="378781"/>
                      <a:pt x="4932025" y="359194"/>
                      <a:pt x="4933945" y="327701"/>
                    </a:cubicBezTo>
                    <a:cubicBezTo>
                      <a:pt x="4935001" y="310322"/>
                      <a:pt x="4944219" y="302929"/>
                      <a:pt x="4961214" y="298801"/>
                    </a:cubicBezTo>
                    <a:cubicBezTo>
                      <a:pt x="4966878" y="297457"/>
                      <a:pt x="4974945" y="294864"/>
                      <a:pt x="4976672" y="290639"/>
                    </a:cubicBezTo>
                    <a:cubicBezTo>
                      <a:pt x="4981857" y="278061"/>
                      <a:pt x="4992610" y="275565"/>
                      <a:pt x="5002979" y="270573"/>
                    </a:cubicBezTo>
                    <a:cubicBezTo>
                      <a:pt x="5009221" y="267596"/>
                      <a:pt x="5016903" y="261739"/>
                      <a:pt x="5018535" y="255690"/>
                    </a:cubicBezTo>
                    <a:cubicBezTo>
                      <a:pt x="5025255" y="231206"/>
                      <a:pt x="5043690" y="216804"/>
                      <a:pt x="5061069" y="200961"/>
                    </a:cubicBezTo>
                    <a:cubicBezTo>
                      <a:pt x="5066158" y="196256"/>
                      <a:pt x="5071631" y="190879"/>
                      <a:pt x="5074127" y="184735"/>
                    </a:cubicBezTo>
                    <a:cubicBezTo>
                      <a:pt x="5079409" y="171484"/>
                      <a:pt x="5087281" y="161882"/>
                      <a:pt x="5101108" y="156891"/>
                    </a:cubicBezTo>
                    <a:cubicBezTo>
                      <a:pt x="5105524" y="155354"/>
                      <a:pt x="5109557" y="151801"/>
                      <a:pt x="5112918" y="148441"/>
                    </a:cubicBezTo>
                    <a:cubicBezTo>
                      <a:pt x="5120119" y="141144"/>
                      <a:pt x="5126167" y="132598"/>
                      <a:pt x="5133753" y="125782"/>
                    </a:cubicBezTo>
                    <a:cubicBezTo>
                      <a:pt x="5153051" y="108211"/>
                      <a:pt x="5172159" y="90928"/>
                      <a:pt x="5183393" y="66348"/>
                    </a:cubicBezTo>
                    <a:cubicBezTo>
                      <a:pt x="5188865" y="54346"/>
                      <a:pt x="5195107" y="41288"/>
                      <a:pt x="5204709" y="33030"/>
                    </a:cubicBezTo>
                    <a:cubicBezTo>
                      <a:pt x="5216903" y="22565"/>
                      <a:pt x="5232937" y="16612"/>
                      <a:pt x="5247243" y="845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381FA6FA-3CB6-4F57-8871-82DDE5BE86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96000" y="4138312"/>
                <a:ext cx="5260975" cy="1410656"/>
              </a:xfrm>
              <a:custGeom>
                <a:avLst/>
                <a:gdLst>
                  <a:gd name="connsiteX0" fmla="*/ 5260975 w 5260975"/>
                  <a:gd name="connsiteY0" fmla="*/ 0 h 1410656"/>
                  <a:gd name="connsiteX1" fmla="*/ 5260975 w 5260975"/>
                  <a:gd name="connsiteY1" fmla="*/ 221634 h 1410656"/>
                  <a:gd name="connsiteX2" fmla="*/ 5226503 w 5260975"/>
                  <a:gd name="connsiteY2" fmla="*/ 237063 h 1410656"/>
                  <a:gd name="connsiteX3" fmla="*/ 5206341 w 5260975"/>
                  <a:gd name="connsiteY3" fmla="*/ 245128 h 1410656"/>
                  <a:gd name="connsiteX4" fmla="*/ 5123287 w 5260975"/>
                  <a:gd name="connsiteY4" fmla="*/ 297073 h 1410656"/>
                  <a:gd name="connsiteX5" fmla="*/ 5048107 w 5260975"/>
                  <a:gd name="connsiteY5" fmla="*/ 361307 h 1410656"/>
                  <a:gd name="connsiteX6" fmla="*/ 4992899 w 5260975"/>
                  <a:gd name="connsiteY6" fmla="*/ 437542 h 1410656"/>
                  <a:gd name="connsiteX7" fmla="*/ 4977440 w 5260975"/>
                  <a:gd name="connsiteY7" fmla="*/ 455690 h 1410656"/>
                  <a:gd name="connsiteX8" fmla="*/ 4935193 w 5260975"/>
                  <a:gd name="connsiteY8" fmla="*/ 478445 h 1410656"/>
                  <a:gd name="connsiteX9" fmla="*/ 4897844 w 5260975"/>
                  <a:gd name="connsiteY9" fmla="*/ 495535 h 1410656"/>
                  <a:gd name="connsiteX10" fmla="*/ 4870767 w 5260975"/>
                  <a:gd name="connsiteY10" fmla="*/ 514451 h 1410656"/>
                  <a:gd name="connsiteX11" fmla="*/ 4847916 w 5260975"/>
                  <a:gd name="connsiteY11" fmla="*/ 531830 h 1410656"/>
                  <a:gd name="connsiteX12" fmla="*/ 4796163 w 5260975"/>
                  <a:gd name="connsiteY12" fmla="*/ 576765 h 1410656"/>
                  <a:gd name="connsiteX13" fmla="*/ 4738843 w 5260975"/>
                  <a:gd name="connsiteY13" fmla="*/ 614691 h 1410656"/>
                  <a:gd name="connsiteX14" fmla="*/ 4692755 w 5260975"/>
                  <a:gd name="connsiteY14" fmla="*/ 661162 h 1410656"/>
                  <a:gd name="connsiteX15" fmla="*/ 4673744 w 5260975"/>
                  <a:gd name="connsiteY15" fmla="*/ 686318 h 1410656"/>
                  <a:gd name="connsiteX16" fmla="*/ 4633801 w 5260975"/>
                  <a:gd name="connsiteY16" fmla="*/ 703505 h 1410656"/>
                  <a:gd name="connsiteX17" fmla="*/ 4590499 w 5260975"/>
                  <a:gd name="connsiteY17" fmla="*/ 730389 h 1410656"/>
                  <a:gd name="connsiteX18" fmla="*/ 4559773 w 5260975"/>
                  <a:gd name="connsiteY18" fmla="*/ 757081 h 1410656"/>
                  <a:gd name="connsiteX19" fmla="*/ 4536059 w 5260975"/>
                  <a:gd name="connsiteY19" fmla="*/ 774940 h 1410656"/>
                  <a:gd name="connsiteX20" fmla="*/ 4502549 w 5260975"/>
                  <a:gd name="connsiteY20" fmla="*/ 792895 h 1410656"/>
                  <a:gd name="connsiteX21" fmla="*/ 4468944 w 5260975"/>
                  <a:gd name="connsiteY21" fmla="*/ 816419 h 1410656"/>
                  <a:gd name="connsiteX22" fmla="*/ 4452622 w 5260975"/>
                  <a:gd name="connsiteY22" fmla="*/ 830917 h 1410656"/>
                  <a:gd name="connsiteX23" fmla="*/ 4421032 w 5260975"/>
                  <a:gd name="connsiteY23" fmla="*/ 855016 h 1410656"/>
                  <a:gd name="connsiteX24" fmla="*/ 4388483 w 5260975"/>
                  <a:gd name="connsiteY24" fmla="*/ 877484 h 1410656"/>
                  <a:gd name="connsiteX25" fmla="*/ 4327321 w 5260975"/>
                  <a:gd name="connsiteY25" fmla="*/ 903216 h 1410656"/>
                  <a:gd name="connsiteX26" fmla="*/ 4271633 w 5260975"/>
                  <a:gd name="connsiteY26" fmla="*/ 941046 h 1410656"/>
                  <a:gd name="connsiteX27" fmla="*/ 4227465 w 5260975"/>
                  <a:gd name="connsiteY27" fmla="*/ 968698 h 1410656"/>
                  <a:gd name="connsiteX28" fmla="*/ 4201733 w 5260975"/>
                  <a:gd name="connsiteY28" fmla="*/ 986846 h 1410656"/>
                  <a:gd name="connsiteX29" fmla="*/ 4154494 w 5260975"/>
                  <a:gd name="connsiteY29" fmla="*/ 1027364 h 1410656"/>
                  <a:gd name="connsiteX30" fmla="*/ 4081234 w 5260975"/>
                  <a:gd name="connsiteY30" fmla="*/ 1069994 h 1410656"/>
                  <a:gd name="connsiteX31" fmla="*/ 4036971 w 5260975"/>
                  <a:gd name="connsiteY31" fmla="*/ 1093038 h 1410656"/>
                  <a:gd name="connsiteX32" fmla="*/ 3941725 w 5260975"/>
                  <a:gd name="connsiteY32" fmla="*/ 1127796 h 1410656"/>
                  <a:gd name="connsiteX33" fmla="*/ 3910999 w 5260975"/>
                  <a:gd name="connsiteY33" fmla="*/ 1140182 h 1410656"/>
                  <a:gd name="connsiteX34" fmla="*/ 3875859 w 5260975"/>
                  <a:gd name="connsiteY34" fmla="*/ 1148343 h 1410656"/>
                  <a:gd name="connsiteX35" fmla="*/ 3819401 w 5260975"/>
                  <a:gd name="connsiteY35" fmla="*/ 1167642 h 1410656"/>
                  <a:gd name="connsiteX36" fmla="*/ 3709176 w 5260975"/>
                  <a:gd name="connsiteY36" fmla="*/ 1200863 h 1410656"/>
                  <a:gd name="connsiteX37" fmla="*/ 3684981 w 5260975"/>
                  <a:gd name="connsiteY37" fmla="*/ 1205952 h 1410656"/>
                  <a:gd name="connsiteX38" fmla="*/ 3623338 w 5260975"/>
                  <a:gd name="connsiteY38" fmla="*/ 1227363 h 1410656"/>
                  <a:gd name="connsiteX39" fmla="*/ 3586373 w 5260975"/>
                  <a:gd name="connsiteY39" fmla="*/ 1241765 h 1410656"/>
                  <a:gd name="connsiteX40" fmla="*/ 3555743 w 5260975"/>
                  <a:gd name="connsiteY40" fmla="*/ 1250023 h 1410656"/>
                  <a:gd name="connsiteX41" fmla="*/ 3528667 w 5260975"/>
                  <a:gd name="connsiteY41" fmla="*/ 1253864 h 1410656"/>
                  <a:gd name="connsiteX42" fmla="*/ 3457424 w 5260975"/>
                  <a:gd name="connsiteY42" fmla="*/ 1272874 h 1410656"/>
                  <a:gd name="connsiteX43" fmla="*/ 3429003 w 5260975"/>
                  <a:gd name="connsiteY43" fmla="*/ 1280364 h 1410656"/>
                  <a:gd name="connsiteX44" fmla="*/ 3355264 w 5260975"/>
                  <a:gd name="connsiteY44" fmla="*/ 1306096 h 1410656"/>
                  <a:gd name="connsiteX45" fmla="*/ 3292757 w 5260975"/>
                  <a:gd name="connsiteY45" fmla="*/ 1323090 h 1410656"/>
                  <a:gd name="connsiteX46" fmla="*/ 3266643 w 5260975"/>
                  <a:gd name="connsiteY46" fmla="*/ 1331251 h 1410656"/>
                  <a:gd name="connsiteX47" fmla="*/ 3206921 w 5260975"/>
                  <a:gd name="connsiteY47" fmla="*/ 1344886 h 1410656"/>
                  <a:gd name="connsiteX48" fmla="*/ 3173123 w 5260975"/>
                  <a:gd name="connsiteY48" fmla="*/ 1354488 h 1410656"/>
                  <a:gd name="connsiteX49" fmla="*/ 3090646 w 5260975"/>
                  <a:gd name="connsiteY49" fmla="*/ 1365337 h 1410656"/>
                  <a:gd name="connsiteX50" fmla="*/ 3005480 w 5260975"/>
                  <a:gd name="connsiteY50" fmla="*/ 1375802 h 1410656"/>
                  <a:gd name="connsiteX51" fmla="*/ 2958721 w 5260975"/>
                  <a:gd name="connsiteY51" fmla="*/ 1379259 h 1410656"/>
                  <a:gd name="connsiteX52" fmla="*/ 2917915 w 5260975"/>
                  <a:gd name="connsiteY52" fmla="*/ 1384733 h 1410656"/>
                  <a:gd name="connsiteX53" fmla="*/ 2882389 w 5260975"/>
                  <a:gd name="connsiteY53" fmla="*/ 1388189 h 1410656"/>
                  <a:gd name="connsiteX54" fmla="*/ 2825837 w 5260975"/>
                  <a:gd name="connsiteY54" fmla="*/ 1395198 h 1410656"/>
                  <a:gd name="connsiteX55" fmla="*/ 2802313 w 5260975"/>
                  <a:gd name="connsiteY55" fmla="*/ 1397023 h 1410656"/>
                  <a:gd name="connsiteX56" fmla="*/ 2746816 w 5260975"/>
                  <a:gd name="connsiteY56" fmla="*/ 1396926 h 1410656"/>
                  <a:gd name="connsiteX57" fmla="*/ 2727517 w 5260975"/>
                  <a:gd name="connsiteY57" fmla="*/ 1395966 h 1410656"/>
                  <a:gd name="connsiteX58" fmla="*/ 2690359 w 5260975"/>
                  <a:gd name="connsiteY58" fmla="*/ 1384060 h 1410656"/>
                  <a:gd name="connsiteX59" fmla="*/ 2685943 w 5260975"/>
                  <a:gd name="connsiteY59" fmla="*/ 1383196 h 1410656"/>
                  <a:gd name="connsiteX60" fmla="*/ 2661554 w 5260975"/>
                  <a:gd name="connsiteY60" fmla="*/ 1378491 h 1410656"/>
                  <a:gd name="connsiteX61" fmla="*/ 2648208 w 5260975"/>
                  <a:gd name="connsiteY61" fmla="*/ 1376955 h 1410656"/>
                  <a:gd name="connsiteX62" fmla="*/ 2597512 w 5260975"/>
                  <a:gd name="connsiteY62" fmla="*/ 1367162 h 1410656"/>
                  <a:gd name="connsiteX63" fmla="*/ 2568324 w 5260975"/>
                  <a:gd name="connsiteY63" fmla="*/ 1362553 h 1410656"/>
                  <a:gd name="connsiteX64" fmla="*/ 2544704 w 5260975"/>
                  <a:gd name="connsiteY64" fmla="*/ 1363225 h 1410656"/>
                  <a:gd name="connsiteX65" fmla="*/ 2503225 w 5260975"/>
                  <a:gd name="connsiteY65" fmla="*/ 1364089 h 1410656"/>
                  <a:gd name="connsiteX66" fmla="*/ 2489975 w 5260975"/>
                  <a:gd name="connsiteY66" fmla="*/ 1366298 h 1410656"/>
                  <a:gd name="connsiteX67" fmla="*/ 2430061 w 5260975"/>
                  <a:gd name="connsiteY67" fmla="*/ 1359960 h 1410656"/>
                  <a:gd name="connsiteX68" fmla="*/ 2395880 w 5260975"/>
                  <a:gd name="connsiteY68" fmla="*/ 1359480 h 1410656"/>
                  <a:gd name="connsiteX69" fmla="*/ 2357378 w 5260975"/>
                  <a:gd name="connsiteY69" fmla="*/ 1351607 h 1410656"/>
                  <a:gd name="connsiteX70" fmla="*/ 2346145 w 5260975"/>
                  <a:gd name="connsiteY70" fmla="*/ 1351991 h 1410656"/>
                  <a:gd name="connsiteX71" fmla="*/ 2333567 w 5260975"/>
                  <a:gd name="connsiteY71" fmla="*/ 1352663 h 1410656"/>
                  <a:gd name="connsiteX72" fmla="*/ 2294968 w 5260975"/>
                  <a:gd name="connsiteY72" fmla="*/ 1353240 h 1410656"/>
                  <a:gd name="connsiteX73" fmla="*/ 2271540 w 5260975"/>
                  <a:gd name="connsiteY73" fmla="*/ 1356120 h 1410656"/>
                  <a:gd name="connsiteX74" fmla="*/ 2226895 w 5260975"/>
                  <a:gd name="connsiteY74" fmla="*/ 1354392 h 1410656"/>
                  <a:gd name="connsiteX75" fmla="*/ 2210379 w 5260975"/>
                  <a:gd name="connsiteY75" fmla="*/ 1356888 h 1410656"/>
                  <a:gd name="connsiteX76" fmla="*/ 2168613 w 5260975"/>
                  <a:gd name="connsiteY76" fmla="*/ 1357176 h 1410656"/>
                  <a:gd name="connsiteX77" fmla="*/ 2131167 w 5260975"/>
                  <a:gd name="connsiteY77" fmla="*/ 1355736 h 1410656"/>
                  <a:gd name="connsiteX78" fmla="*/ 2095065 w 5260975"/>
                  <a:gd name="connsiteY78" fmla="*/ 1356504 h 1410656"/>
                  <a:gd name="connsiteX79" fmla="*/ 2069237 w 5260975"/>
                  <a:gd name="connsiteY79" fmla="*/ 1359672 h 1410656"/>
                  <a:gd name="connsiteX80" fmla="*/ 2041201 w 5260975"/>
                  <a:gd name="connsiteY80" fmla="*/ 1361592 h 1410656"/>
                  <a:gd name="connsiteX81" fmla="*/ 1963909 w 5260975"/>
                  <a:gd name="connsiteY81" fmla="*/ 1373018 h 1410656"/>
                  <a:gd name="connsiteX82" fmla="*/ 1949603 w 5260975"/>
                  <a:gd name="connsiteY82" fmla="*/ 1370234 h 1410656"/>
                  <a:gd name="connsiteX83" fmla="*/ 1868373 w 5260975"/>
                  <a:gd name="connsiteY83" fmla="*/ 1367641 h 1410656"/>
                  <a:gd name="connsiteX84" fmla="*/ 1850707 w 5260975"/>
                  <a:gd name="connsiteY84" fmla="*/ 1367834 h 1410656"/>
                  <a:gd name="connsiteX85" fmla="*/ 1803275 w 5260975"/>
                  <a:gd name="connsiteY85" fmla="*/ 1356504 h 1410656"/>
                  <a:gd name="connsiteX86" fmla="*/ 1730112 w 5260975"/>
                  <a:gd name="connsiteY86" fmla="*/ 1374459 h 1410656"/>
                  <a:gd name="connsiteX87" fmla="*/ 1661652 w 5260975"/>
                  <a:gd name="connsiteY87" fmla="*/ 1396926 h 1410656"/>
                  <a:gd name="connsiteX88" fmla="*/ 1653011 w 5260975"/>
                  <a:gd name="connsiteY88" fmla="*/ 1399807 h 1410656"/>
                  <a:gd name="connsiteX89" fmla="*/ 1628431 w 5260975"/>
                  <a:gd name="connsiteY89" fmla="*/ 1404704 h 1410656"/>
                  <a:gd name="connsiteX90" fmla="*/ 1597995 w 5260975"/>
                  <a:gd name="connsiteY90" fmla="*/ 1406432 h 1410656"/>
                  <a:gd name="connsiteX91" fmla="*/ 1559396 w 5260975"/>
                  <a:gd name="connsiteY91" fmla="*/ 1410656 h 1410656"/>
                  <a:gd name="connsiteX92" fmla="*/ 1528480 w 5260975"/>
                  <a:gd name="connsiteY92" fmla="*/ 1405375 h 1410656"/>
                  <a:gd name="connsiteX93" fmla="*/ 1485272 w 5260975"/>
                  <a:gd name="connsiteY93" fmla="*/ 1397502 h 1410656"/>
                  <a:gd name="connsiteX94" fmla="*/ 1444562 w 5260975"/>
                  <a:gd name="connsiteY94" fmla="*/ 1390013 h 1410656"/>
                  <a:gd name="connsiteX95" fmla="*/ 1431696 w 5260975"/>
                  <a:gd name="connsiteY95" fmla="*/ 1398846 h 1410656"/>
                  <a:gd name="connsiteX96" fmla="*/ 1411821 w 5260975"/>
                  <a:gd name="connsiteY96" fmla="*/ 1406527 h 1410656"/>
                  <a:gd name="connsiteX97" fmla="*/ 1389738 w 5260975"/>
                  <a:gd name="connsiteY97" fmla="*/ 1397310 h 1410656"/>
                  <a:gd name="connsiteX98" fmla="*/ 1338081 w 5260975"/>
                  <a:gd name="connsiteY98" fmla="*/ 1378204 h 1410656"/>
                  <a:gd name="connsiteX99" fmla="*/ 1305436 w 5260975"/>
                  <a:gd name="connsiteY99" fmla="*/ 1377339 h 1410656"/>
                  <a:gd name="connsiteX100" fmla="*/ 1234481 w 5260975"/>
                  <a:gd name="connsiteY100" fmla="*/ 1369178 h 1410656"/>
                  <a:gd name="connsiteX101" fmla="*/ 1188106 w 5260975"/>
                  <a:gd name="connsiteY101" fmla="*/ 1357560 h 1410656"/>
                  <a:gd name="connsiteX102" fmla="*/ 1154790 w 5260975"/>
                  <a:gd name="connsiteY102" fmla="*/ 1344406 h 1410656"/>
                  <a:gd name="connsiteX103" fmla="*/ 1107069 w 5260975"/>
                  <a:gd name="connsiteY103" fmla="*/ 1327219 h 1410656"/>
                  <a:gd name="connsiteX104" fmla="*/ 1059158 w 5260975"/>
                  <a:gd name="connsiteY104" fmla="*/ 1318290 h 1410656"/>
                  <a:gd name="connsiteX105" fmla="*/ 1024496 w 5260975"/>
                  <a:gd name="connsiteY105" fmla="*/ 1307056 h 1410656"/>
                  <a:gd name="connsiteX106" fmla="*/ 982153 w 5260975"/>
                  <a:gd name="connsiteY106" fmla="*/ 1299374 h 1410656"/>
                  <a:gd name="connsiteX107" fmla="*/ 946628 w 5260975"/>
                  <a:gd name="connsiteY107" fmla="*/ 1299087 h 1410656"/>
                  <a:gd name="connsiteX108" fmla="*/ 890939 w 5260975"/>
                  <a:gd name="connsiteY108" fmla="*/ 1300431 h 1410656"/>
                  <a:gd name="connsiteX109" fmla="*/ 822769 w 5260975"/>
                  <a:gd name="connsiteY109" fmla="*/ 1277196 h 1410656"/>
                  <a:gd name="connsiteX110" fmla="*/ 795212 w 5260975"/>
                  <a:gd name="connsiteY110" fmla="*/ 1272010 h 1410656"/>
                  <a:gd name="connsiteX111" fmla="*/ 769288 w 5260975"/>
                  <a:gd name="connsiteY111" fmla="*/ 1269610 h 1410656"/>
                  <a:gd name="connsiteX112" fmla="*/ 714271 w 5260975"/>
                  <a:gd name="connsiteY112" fmla="*/ 1254152 h 1410656"/>
                  <a:gd name="connsiteX113" fmla="*/ 691900 w 5260975"/>
                  <a:gd name="connsiteY113" fmla="*/ 1249062 h 1410656"/>
                  <a:gd name="connsiteX114" fmla="*/ 660598 w 5260975"/>
                  <a:gd name="connsiteY114" fmla="*/ 1249159 h 1410656"/>
                  <a:gd name="connsiteX115" fmla="*/ 603662 w 5260975"/>
                  <a:gd name="connsiteY115" fmla="*/ 1242054 h 1410656"/>
                  <a:gd name="connsiteX116" fmla="*/ 546821 w 5260975"/>
                  <a:gd name="connsiteY116" fmla="*/ 1221314 h 1410656"/>
                  <a:gd name="connsiteX117" fmla="*/ 522721 w 5260975"/>
                  <a:gd name="connsiteY117" fmla="*/ 1223330 h 1410656"/>
                  <a:gd name="connsiteX118" fmla="*/ 514080 w 5260975"/>
                  <a:gd name="connsiteY118" fmla="*/ 1222851 h 1410656"/>
                  <a:gd name="connsiteX119" fmla="*/ 436404 w 5260975"/>
                  <a:gd name="connsiteY119" fmla="*/ 1211424 h 1410656"/>
                  <a:gd name="connsiteX120" fmla="*/ 428626 w 5260975"/>
                  <a:gd name="connsiteY120" fmla="*/ 1210177 h 1410656"/>
                  <a:gd name="connsiteX121" fmla="*/ 392141 w 5260975"/>
                  <a:gd name="connsiteY121" fmla="*/ 1199999 h 1410656"/>
                  <a:gd name="connsiteX122" fmla="*/ 300157 w 5260975"/>
                  <a:gd name="connsiteY122" fmla="*/ 1193662 h 1410656"/>
                  <a:gd name="connsiteX123" fmla="*/ 294493 w 5260975"/>
                  <a:gd name="connsiteY123" fmla="*/ 1192894 h 1410656"/>
                  <a:gd name="connsiteX124" fmla="*/ 263671 w 5260975"/>
                  <a:gd name="connsiteY124" fmla="*/ 1197982 h 1410656"/>
                  <a:gd name="connsiteX125" fmla="*/ 248406 w 5260975"/>
                  <a:gd name="connsiteY125" fmla="*/ 1205184 h 1410656"/>
                  <a:gd name="connsiteX126" fmla="*/ 224594 w 5260975"/>
                  <a:gd name="connsiteY126" fmla="*/ 1212673 h 1410656"/>
                  <a:gd name="connsiteX127" fmla="*/ 200398 w 5260975"/>
                  <a:gd name="connsiteY127" fmla="*/ 1215458 h 1410656"/>
                  <a:gd name="connsiteX128" fmla="*/ 159783 w 5260975"/>
                  <a:gd name="connsiteY128" fmla="*/ 1204127 h 1410656"/>
                  <a:gd name="connsiteX129" fmla="*/ 144997 w 5260975"/>
                  <a:gd name="connsiteY129" fmla="*/ 1202975 h 1410656"/>
                  <a:gd name="connsiteX130" fmla="*/ 112064 w 5260975"/>
                  <a:gd name="connsiteY130" fmla="*/ 1197503 h 1410656"/>
                  <a:gd name="connsiteX131" fmla="*/ 83259 w 5260975"/>
                  <a:gd name="connsiteY131" fmla="*/ 1197887 h 1410656"/>
                  <a:gd name="connsiteX132" fmla="*/ 60120 w 5260975"/>
                  <a:gd name="connsiteY132" fmla="*/ 1206624 h 1410656"/>
                  <a:gd name="connsiteX133" fmla="*/ 26514 w 5260975"/>
                  <a:gd name="connsiteY133" fmla="*/ 1208352 h 1410656"/>
                  <a:gd name="connsiteX134" fmla="*/ 4814 w 5260975"/>
                  <a:gd name="connsiteY134" fmla="*/ 1202015 h 1410656"/>
                  <a:gd name="connsiteX135" fmla="*/ 398 w 5260975"/>
                  <a:gd name="connsiteY135" fmla="*/ 1201152 h 1410656"/>
                  <a:gd name="connsiteX136" fmla="*/ 0 w 5260975"/>
                  <a:gd name="connsiteY136" fmla="*/ 1201150 h 1410656"/>
                  <a:gd name="connsiteX137" fmla="*/ 0 w 5260975"/>
                  <a:gd name="connsiteY137" fmla="*/ 1004512 h 1410656"/>
                  <a:gd name="connsiteX138" fmla="*/ 30355 w 5260975"/>
                  <a:gd name="connsiteY138" fmla="*/ 1002784 h 1410656"/>
                  <a:gd name="connsiteX139" fmla="*/ 52151 w 5260975"/>
                  <a:gd name="connsiteY139" fmla="*/ 997695 h 1410656"/>
                  <a:gd name="connsiteX140" fmla="*/ 64248 w 5260975"/>
                  <a:gd name="connsiteY140" fmla="*/ 994430 h 1410656"/>
                  <a:gd name="connsiteX141" fmla="*/ 126370 w 5260975"/>
                  <a:gd name="connsiteY141" fmla="*/ 985405 h 1410656"/>
                  <a:gd name="connsiteX142" fmla="*/ 154022 w 5260975"/>
                  <a:gd name="connsiteY142" fmla="*/ 975708 h 1410656"/>
                  <a:gd name="connsiteX143" fmla="*/ 161512 w 5260975"/>
                  <a:gd name="connsiteY143" fmla="*/ 974268 h 1410656"/>
                  <a:gd name="connsiteX144" fmla="*/ 202510 w 5260975"/>
                  <a:gd name="connsiteY144" fmla="*/ 978300 h 1410656"/>
                  <a:gd name="connsiteX145" fmla="*/ 233235 w 5260975"/>
                  <a:gd name="connsiteY145" fmla="*/ 993950 h 1410656"/>
                  <a:gd name="connsiteX146" fmla="*/ 239188 w 5260975"/>
                  <a:gd name="connsiteY146" fmla="*/ 999231 h 1410656"/>
                  <a:gd name="connsiteX147" fmla="*/ 324834 w 5260975"/>
                  <a:gd name="connsiteY147" fmla="*/ 997407 h 1410656"/>
                  <a:gd name="connsiteX148" fmla="*/ 337987 w 5260975"/>
                  <a:gd name="connsiteY148" fmla="*/ 995198 h 1410656"/>
                  <a:gd name="connsiteX149" fmla="*/ 401550 w 5260975"/>
                  <a:gd name="connsiteY149" fmla="*/ 1004416 h 1410656"/>
                  <a:gd name="connsiteX150" fmla="*/ 420081 w 5260975"/>
                  <a:gd name="connsiteY150" fmla="*/ 1006240 h 1410656"/>
                  <a:gd name="connsiteX151" fmla="*/ 486523 w 5260975"/>
                  <a:gd name="connsiteY151" fmla="*/ 1014498 h 1410656"/>
                  <a:gd name="connsiteX152" fmla="*/ 495932 w 5260975"/>
                  <a:gd name="connsiteY152" fmla="*/ 1006817 h 1410656"/>
                  <a:gd name="connsiteX153" fmla="*/ 523009 w 5260975"/>
                  <a:gd name="connsiteY153" fmla="*/ 987517 h 1410656"/>
                  <a:gd name="connsiteX154" fmla="*/ 576393 w 5260975"/>
                  <a:gd name="connsiteY154" fmla="*/ 970427 h 1410656"/>
                  <a:gd name="connsiteX155" fmla="*/ 590892 w 5260975"/>
                  <a:gd name="connsiteY155" fmla="*/ 971387 h 1410656"/>
                  <a:gd name="connsiteX156" fmla="*/ 627569 w 5260975"/>
                  <a:gd name="connsiteY156" fmla="*/ 999904 h 1410656"/>
                  <a:gd name="connsiteX157" fmla="*/ 645429 w 5260975"/>
                  <a:gd name="connsiteY157" fmla="*/ 1011329 h 1410656"/>
                  <a:gd name="connsiteX158" fmla="*/ 696125 w 5260975"/>
                  <a:gd name="connsiteY158" fmla="*/ 1032356 h 1410656"/>
                  <a:gd name="connsiteX159" fmla="*/ 700349 w 5260975"/>
                  <a:gd name="connsiteY159" fmla="*/ 1036197 h 1410656"/>
                  <a:gd name="connsiteX160" fmla="*/ 737795 w 5260975"/>
                  <a:gd name="connsiteY160" fmla="*/ 1081804 h 1410656"/>
                  <a:gd name="connsiteX161" fmla="*/ 746244 w 5260975"/>
                  <a:gd name="connsiteY161" fmla="*/ 1089581 h 1410656"/>
                  <a:gd name="connsiteX162" fmla="*/ 756422 w 5260975"/>
                  <a:gd name="connsiteY162" fmla="*/ 1101680 h 1410656"/>
                  <a:gd name="connsiteX163" fmla="*/ 788202 w 5260975"/>
                  <a:gd name="connsiteY163" fmla="*/ 1125108 h 1410656"/>
                  <a:gd name="connsiteX164" fmla="*/ 827569 w 5260975"/>
                  <a:gd name="connsiteY164" fmla="*/ 1132596 h 1410656"/>
                  <a:gd name="connsiteX165" fmla="*/ 875097 w 5260975"/>
                  <a:gd name="connsiteY165" fmla="*/ 1144022 h 1410656"/>
                  <a:gd name="connsiteX166" fmla="*/ 894972 w 5260975"/>
                  <a:gd name="connsiteY166" fmla="*/ 1151704 h 1410656"/>
                  <a:gd name="connsiteX167" fmla="*/ 948260 w 5260975"/>
                  <a:gd name="connsiteY167" fmla="*/ 1166298 h 1410656"/>
                  <a:gd name="connsiteX168" fmla="*/ 986282 w 5260975"/>
                  <a:gd name="connsiteY168" fmla="*/ 1178588 h 1410656"/>
                  <a:gd name="connsiteX169" fmla="*/ 1041107 w 5260975"/>
                  <a:gd name="connsiteY169" fmla="*/ 1185789 h 1410656"/>
                  <a:gd name="connsiteX170" fmla="*/ 1067703 w 5260975"/>
                  <a:gd name="connsiteY170" fmla="*/ 1186076 h 1410656"/>
                  <a:gd name="connsiteX171" fmla="*/ 1116574 w 5260975"/>
                  <a:gd name="connsiteY171" fmla="*/ 1222946 h 1410656"/>
                  <a:gd name="connsiteX172" fmla="*/ 1155557 w 5260975"/>
                  <a:gd name="connsiteY172" fmla="*/ 1247335 h 1410656"/>
                  <a:gd name="connsiteX173" fmla="*/ 1196556 w 5260975"/>
                  <a:gd name="connsiteY173" fmla="*/ 1235525 h 1410656"/>
                  <a:gd name="connsiteX174" fmla="*/ 1207693 w 5260975"/>
                  <a:gd name="connsiteY174" fmla="*/ 1224387 h 1410656"/>
                  <a:gd name="connsiteX175" fmla="*/ 1274904 w 5260975"/>
                  <a:gd name="connsiteY175" fmla="*/ 1213826 h 1410656"/>
                  <a:gd name="connsiteX176" fmla="*/ 1370919 w 5260975"/>
                  <a:gd name="connsiteY176" fmla="*/ 1213442 h 1410656"/>
                  <a:gd name="connsiteX177" fmla="*/ 1530593 w 5260975"/>
                  <a:gd name="connsiteY177" fmla="*/ 1189437 h 1410656"/>
                  <a:gd name="connsiteX178" fmla="*/ 1558436 w 5260975"/>
                  <a:gd name="connsiteY178" fmla="*/ 1178299 h 1410656"/>
                  <a:gd name="connsiteX179" fmla="*/ 1589737 w 5260975"/>
                  <a:gd name="connsiteY179" fmla="*/ 1175515 h 1410656"/>
                  <a:gd name="connsiteX180" fmla="*/ 1601740 w 5260975"/>
                  <a:gd name="connsiteY180" fmla="*/ 1182333 h 1410656"/>
                  <a:gd name="connsiteX181" fmla="*/ 1654259 w 5260975"/>
                  <a:gd name="connsiteY181" fmla="*/ 1192510 h 1410656"/>
                  <a:gd name="connsiteX182" fmla="*/ 1664246 w 5260975"/>
                  <a:gd name="connsiteY182" fmla="*/ 1192702 h 1410656"/>
                  <a:gd name="connsiteX183" fmla="*/ 1698427 w 5260975"/>
                  <a:gd name="connsiteY183" fmla="*/ 1188381 h 1410656"/>
                  <a:gd name="connsiteX184" fmla="*/ 1730112 w 5260975"/>
                  <a:gd name="connsiteY184" fmla="*/ 1185885 h 1410656"/>
                  <a:gd name="connsiteX185" fmla="*/ 1809996 w 5260975"/>
                  <a:gd name="connsiteY185" fmla="*/ 1194046 h 1410656"/>
                  <a:gd name="connsiteX186" fmla="*/ 1871254 w 5260975"/>
                  <a:gd name="connsiteY186" fmla="*/ 1192126 h 1410656"/>
                  <a:gd name="connsiteX187" fmla="*/ 1899482 w 5260975"/>
                  <a:gd name="connsiteY187" fmla="*/ 1194046 h 1410656"/>
                  <a:gd name="connsiteX188" fmla="*/ 1915420 w 5260975"/>
                  <a:gd name="connsiteY188" fmla="*/ 1196927 h 1410656"/>
                  <a:gd name="connsiteX189" fmla="*/ 1951522 w 5260975"/>
                  <a:gd name="connsiteY189" fmla="*/ 1216994 h 1410656"/>
                  <a:gd name="connsiteX190" fmla="*/ 1971302 w 5260975"/>
                  <a:gd name="connsiteY190" fmla="*/ 1221507 h 1410656"/>
                  <a:gd name="connsiteX191" fmla="*/ 2030831 w 5260975"/>
                  <a:gd name="connsiteY191" fmla="*/ 1221123 h 1410656"/>
                  <a:gd name="connsiteX192" fmla="*/ 2120125 w 5260975"/>
                  <a:gd name="connsiteY192" fmla="*/ 1190878 h 1410656"/>
                  <a:gd name="connsiteX193" fmla="*/ 2129439 w 5260975"/>
                  <a:gd name="connsiteY193" fmla="*/ 1186845 h 1410656"/>
                  <a:gd name="connsiteX194" fmla="*/ 2174854 w 5260975"/>
                  <a:gd name="connsiteY194" fmla="*/ 1181852 h 1410656"/>
                  <a:gd name="connsiteX195" fmla="*/ 2205674 w 5260975"/>
                  <a:gd name="connsiteY195" fmla="*/ 1188669 h 1410656"/>
                  <a:gd name="connsiteX196" fmla="*/ 2247634 w 5260975"/>
                  <a:gd name="connsiteY196" fmla="*/ 1202784 h 1410656"/>
                  <a:gd name="connsiteX197" fmla="*/ 2285367 w 5260975"/>
                  <a:gd name="connsiteY197" fmla="*/ 1214594 h 1410656"/>
                  <a:gd name="connsiteX198" fmla="*/ 2312827 w 5260975"/>
                  <a:gd name="connsiteY198" fmla="*/ 1227939 h 1410656"/>
                  <a:gd name="connsiteX199" fmla="*/ 2375622 w 5260975"/>
                  <a:gd name="connsiteY199" fmla="*/ 1237733 h 1410656"/>
                  <a:gd name="connsiteX200" fmla="*/ 2382151 w 5260975"/>
                  <a:gd name="connsiteY200" fmla="*/ 1239365 h 1410656"/>
                  <a:gd name="connsiteX201" fmla="*/ 2429390 w 5260975"/>
                  <a:gd name="connsiteY201" fmla="*/ 1227459 h 1410656"/>
                  <a:gd name="connsiteX202" fmla="*/ 2486134 w 5260975"/>
                  <a:gd name="connsiteY202" fmla="*/ 1215362 h 1410656"/>
                  <a:gd name="connsiteX203" fmla="*/ 2506394 w 5260975"/>
                  <a:gd name="connsiteY203" fmla="*/ 1219490 h 1410656"/>
                  <a:gd name="connsiteX204" fmla="*/ 2534142 w 5260975"/>
                  <a:gd name="connsiteY204" fmla="*/ 1225347 h 1410656"/>
                  <a:gd name="connsiteX205" fmla="*/ 2559874 w 5260975"/>
                  <a:gd name="connsiteY205" fmla="*/ 1222275 h 1410656"/>
                  <a:gd name="connsiteX206" fmla="*/ 2575525 w 5260975"/>
                  <a:gd name="connsiteY206" fmla="*/ 1221987 h 1410656"/>
                  <a:gd name="connsiteX207" fmla="*/ 2646960 w 5260975"/>
                  <a:gd name="connsiteY207" fmla="*/ 1257896 h 1410656"/>
                  <a:gd name="connsiteX208" fmla="*/ 2665107 w 5260975"/>
                  <a:gd name="connsiteY208" fmla="*/ 1260873 h 1410656"/>
                  <a:gd name="connsiteX209" fmla="*/ 2675381 w 5260975"/>
                  <a:gd name="connsiteY209" fmla="*/ 1265290 h 1410656"/>
                  <a:gd name="connsiteX210" fmla="*/ 2737311 w 5260975"/>
                  <a:gd name="connsiteY210" fmla="*/ 1309841 h 1410656"/>
                  <a:gd name="connsiteX211" fmla="*/ 2763619 w 5260975"/>
                  <a:gd name="connsiteY211" fmla="*/ 1318866 h 1410656"/>
                  <a:gd name="connsiteX212" fmla="*/ 2792519 w 5260975"/>
                  <a:gd name="connsiteY212" fmla="*/ 1317041 h 1410656"/>
                  <a:gd name="connsiteX213" fmla="*/ 2809226 w 5260975"/>
                  <a:gd name="connsiteY213" fmla="*/ 1313777 h 1410656"/>
                  <a:gd name="connsiteX214" fmla="*/ 2850705 w 5260975"/>
                  <a:gd name="connsiteY214" fmla="*/ 1285452 h 1410656"/>
                  <a:gd name="connsiteX215" fmla="*/ 2874324 w 5260975"/>
                  <a:gd name="connsiteY215" fmla="*/ 1286413 h 1410656"/>
                  <a:gd name="connsiteX216" fmla="*/ 2911194 w 5260975"/>
                  <a:gd name="connsiteY216" fmla="*/ 1305903 h 1410656"/>
                  <a:gd name="connsiteX217" fmla="*/ 2978116 w 5260975"/>
                  <a:gd name="connsiteY217" fmla="*/ 1314641 h 1410656"/>
                  <a:gd name="connsiteX218" fmla="*/ 3012106 w 5260975"/>
                  <a:gd name="connsiteY218" fmla="*/ 1287373 h 1410656"/>
                  <a:gd name="connsiteX219" fmla="*/ 3029676 w 5260975"/>
                  <a:gd name="connsiteY219" fmla="*/ 1261161 h 1410656"/>
                  <a:gd name="connsiteX220" fmla="*/ 3080469 w 5260975"/>
                  <a:gd name="connsiteY220" fmla="*/ 1230724 h 1410656"/>
                  <a:gd name="connsiteX221" fmla="*/ 3092567 w 5260975"/>
                  <a:gd name="connsiteY221" fmla="*/ 1242054 h 1410656"/>
                  <a:gd name="connsiteX222" fmla="*/ 3129821 w 5260975"/>
                  <a:gd name="connsiteY222" fmla="*/ 1246855 h 1410656"/>
                  <a:gd name="connsiteX223" fmla="*/ 3170147 w 5260975"/>
                  <a:gd name="connsiteY223" fmla="*/ 1246471 h 1410656"/>
                  <a:gd name="connsiteX224" fmla="*/ 3240429 w 5260975"/>
                  <a:gd name="connsiteY224" fmla="*/ 1251559 h 1410656"/>
                  <a:gd name="connsiteX225" fmla="*/ 3287189 w 5260975"/>
                  <a:gd name="connsiteY225" fmla="*/ 1222466 h 1410656"/>
                  <a:gd name="connsiteX226" fmla="*/ 3305049 w 5260975"/>
                  <a:gd name="connsiteY226" fmla="*/ 1210465 h 1410656"/>
                  <a:gd name="connsiteX227" fmla="*/ 3321755 w 5260975"/>
                  <a:gd name="connsiteY227" fmla="*/ 1202784 h 1410656"/>
                  <a:gd name="connsiteX228" fmla="*/ 3341055 w 5260975"/>
                  <a:gd name="connsiteY228" fmla="*/ 1198463 h 1410656"/>
                  <a:gd name="connsiteX229" fmla="*/ 3387621 w 5260975"/>
                  <a:gd name="connsiteY229" fmla="*/ 1182140 h 1410656"/>
                  <a:gd name="connsiteX230" fmla="*/ 3413161 w 5260975"/>
                  <a:gd name="connsiteY230" fmla="*/ 1166105 h 1410656"/>
                  <a:gd name="connsiteX231" fmla="*/ 3470579 w 5260975"/>
                  <a:gd name="connsiteY231" fmla="*/ 1150647 h 1410656"/>
                  <a:gd name="connsiteX232" fmla="*/ 3509657 w 5260975"/>
                  <a:gd name="connsiteY232" fmla="*/ 1136821 h 1410656"/>
                  <a:gd name="connsiteX233" fmla="*/ 3550847 w 5260975"/>
                  <a:gd name="connsiteY233" fmla="*/ 1113009 h 1410656"/>
                  <a:gd name="connsiteX234" fmla="*/ 3556608 w 5260975"/>
                  <a:gd name="connsiteY234" fmla="*/ 1109361 h 1410656"/>
                  <a:gd name="connsiteX235" fmla="*/ 3570435 w 5260975"/>
                  <a:gd name="connsiteY235" fmla="*/ 1093710 h 1410656"/>
                  <a:gd name="connsiteX236" fmla="*/ 3590501 w 5260975"/>
                  <a:gd name="connsiteY236" fmla="*/ 1039846 h 1410656"/>
                  <a:gd name="connsiteX237" fmla="*/ 3596263 w 5260975"/>
                  <a:gd name="connsiteY237" fmla="*/ 1028900 h 1410656"/>
                  <a:gd name="connsiteX238" fmla="*/ 3648591 w 5260975"/>
                  <a:gd name="connsiteY238" fmla="*/ 992030 h 1410656"/>
                  <a:gd name="connsiteX239" fmla="*/ 3667986 w 5260975"/>
                  <a:gd name="connsiteY239" fmla="*/ 995487 h 1410656"/>
                  <a:gd name="connsiteX240" fmla="*/ 3689397 w 5260975"/>
                  <a:gd name="connsiteY240" fmla="*/ 1007585 h 1410656"/>
                  <a:gd name="connsiteX241" fmla="*/ 3736349 w 5260975"/>
                  <a:gd name="connsiteY241" fmla="*/ 1010753 h 1410656"/>
                  <a:gd name="connsiteX242" fmla="*/ 3753919 w 5260975"/>
                  <a:gd name="connsiteY242" fmla="*/ 1004513 h 1410656"/>
                  <a:gd name="connsiteX243" fmla="*/ 3784643 w 5260975"/>
                  <a:gd name="connsiteY243" fmla="*/ 987710 h 1410656"/>
                  <a:gd name="connsiteX244" fmla="*/ 3808359 w 5260975"/>
                  <a:gd name="connsiteY244" fmla="*/ 961689 h 1410656"/>
                  <a:gd name="connsiteX245" fmla="*/ 3842829 w 5260975"/>
                  <a:gd name="connsiteY245" fmla="*/ 918674 h 1410656"/>
                  <a:gd name="connsiteX246" fmla="*/ 3908983 w 5260975"/>
                  <a:gd name="connsiteY246" fmla="*/ 902256 h 1410656"/>
                  <a:gd name="connsiteX247" fmla="*/ 3934428 w 5260975"/>
                  <a:gd name="connsiteY247" fmla="*/ 896783 h 1410656"/>
                  <a:gd name="connsiteX248" fmla="*/ 4026987 w 5260975"/>
                  <a:gd name="connsiteY248" fmla="*/ 873835 h 1410656"/>
                  <a:gd name="connsiteX249" fmla="*/ 4035051 w 5260975"/>
                  <a:gd name="connsiteY249" fmla="*/ 873067 h 1410656"/>
                  <a:gd name="connsiteX250" fmla="*/ 4099189 w 5260975"/>
                  <a:gd name="connsiteY250" fmla="*/ 846664 h 1410656"/>
                  <a:gd name="connsiteX251" fmla="*/ 4114647 w 5260975"/>
                  <a:gd name="connsiteY251" fmla="*/ 840134 h 1410656"/>
                  <a:gd name="connsiteX252" fmla="*/ 4133563 w 5260975"/>
                  <a:gd name="connsiteY252" fmla="*/ 823427 h 1410656"/>
                  <a:gd name="connsiteX253" fmla="*/ 4151039 w 5260975"/>
                  <a:gd name="connsiteY253" fmla="*/ 776284 h 1410656"/>
                  <a:gd name="connsiteX254" fmla="*/ 4171489 w 5260975"/>
                  <a:gd name="connsiteY254" fmla="*/ 754776 h 1410656"/>
                  <a:gd name="connsiteX255" fmla="*/ 4186372 w 5260975"/>
                  <a:gd name="connsiteY255" fmla="*/ 741718 h 1410656"/>
                  <a:gd name="connsiteX256" fmla="*/ 4199429 w 5260975"/>
                  <a:gd name="connsiteY256" fmla="*/ 721940 h 1410656"/>
                  <a:gd name="connsiteX257" fmla="*/ 4212487 w 5260975"/>
                  <a:gd name="connsiteY257" fmla="*/ 674604 h 1410656"/>
                  <a:gd name="connsiteX258" fmla="*/ 4232555 w 5260975"/>
                  <a:gd name="connsiteY258" fmla="*/ 632645 h 1410656"/>
                  <a:gd name="connsiteX259" fmla="*/ 4268657 w 5260975"/>
                  <a:gd name="connsiteY259" fmla="*/ 609410 h 1410656"/>
                  <a:gd name="connsiteX260" fmla="*/ 4291028 w 5260975"/>
                  <a:gd name="connsiteY260" fmla="*/ 597216 h 1410656"/>
                  <a:gd name="connsiteX261" fmla="*/ 4379651 w 5260975"/>
                  <a:gd name="connsiteY261" fmla="*/ 609506 h 1410656"/>
                  <a:gd name="connsiteX262" fmla="*/ 4440139 w 5260975"/>
                  <a:gd name="connsiteY262" fmla="*/ 621507 h 1410656"/>
                  <a:gd name="connsiteX263" fmla="*/ 4460015 w 5260975"/>
                  <a:gd name="connsiteY263" fmla="*/ 616899 h 1410656"/>
                  <a:gd name="connsiteX264" fmla="*/ 4516183 w 5260975"/>
                  <a:gd name="connsiteY264" fmla="*/ 577724 h 1410656"/>
                  <a:gd name="connsiteX265" fmla="*/ 4571681 w 5260975"/>
                  <a:gd name="connsiteY265" fmla="*/ 560250 h 1410656"/>
                  <a:gd name="connsiteX266" fmla="*/ 4613447 w 5260975"/>
                  <a:gd name="connsiteY266" fmla="*/ 555257 h 1410656"/>
                  <a:gd name="connsiteX267" fmla="*/ 4649355 w 5260975"/>
                  <a:gd name="connsiteY267" fmla="*/ 551417 h 1410656"/>
                  <a:gd name="connsiteX268" fmla="*/ 4692467 w 5260975"/>
                  <a:gd name="connsiteY268" fmla="*/ 540663 h 1410656"/>
                  <a:gd name="connsiteX269" fmla="*/ 4716855 w 5260975"/>
                  <a:gd name="connsiteY269" fmla="*/ 528949 h 1410656"/>
                  <a:gd name="connsiteX270" fmla="*/ 4755645 w 5260975"/>
                  <a:gd name="connsiteY270" fmla="*/ 512147 h 1410656"/>
                  <a:gd name="connsiteX271" fmla="*/ 4795395 w 5260975"/>
                  <a:gd name="connsiteY271" fmla="*/ 490351 h 1410656"/>
                  <a:gd name="connsiteX272" fmla="*/ 4825928 w 5260975"/>
                  <a:gd name="connsiteY272" fmla="*/ 459818 h 1410656"/>
                  <a:gd name="connsiteX273" fmla="*/ 4842347 w 5260975"/>
                  <a:gd name="connsiteY273" fmla="*/ 434086 h 1410656"/>
                  <a:gd name="connsiteX274" fmla="*/ 4890451 w 5260975"/>
                  <a:gd name="connsiteY274" fmla="*/ 397216 h 1410656"/>
                  <a:gd name="connsiteX275" fmla="*/ 4933945 w 5260975"/>
                  <a:gd name="connsiteY275" fmla="*/ 327701 h 1410656"/>
                  <a:gd name="connsiteX276" fmla="*/ 4961214 w 5260975"/>
                  <a:gd name="connsiteY276" fmla="*/ 298801 h 1410656"/>
                  <a:gd name="connsiteX277" fmla="*/ 4976672 w 5260975"/>
                  <a:gd name="connsiteY277" fmla="*/ 290639 h 1410656"/>
                  <a:gd name="connsiteX278" fmla="*/ 5002979 w 5260975"/>
                  <a:gd name="connsiteY278" fmla="*/ 270573 h 1410656"/>
                  <a:gd name="connsiteX279" fmla="*/ 5018535 w 5260975"/>
                  <a:gd name="connsiteY279" fmla="*/ 255690 h 1410656"/>
                  <a:gd name="connsiteX280" fmla="*/ 5061069 w 5260975"/>
                  <a:gd name="connsiteY280" fmla="*/ 200961 h 1410656"/>
                  <a:gd name="connsiteX281" fmla="*/ 5074127 w 5260975"/>
                  <a:gd name="connsiteY281" fmla="*/ 184735 h 1410656"/>
                  <a:gd name="connsiteX282" fmla="*/ 5101108 w 5260975"/>
                  <a:gd name="connsiteY282" fmla="*/ 156891 h 1410656"/>
                  <a:gd name="connsiteX283" fmla="*/ 5112918 w 5260975"/>
                  <a:gd name="connsiteY283" fmla="*/ 148441 h 1410656"/>
                  <a:gd name="connsiteX284" fmla="*/ 5133753 w 5260975"/>
                  <a:gd name="connsiteY284" fmla="*/ 125782 h 1410656"/>
                  <a:gd name="connsiteX285" fmla="*/ 5183393 w 5260975"/>
                  <a:gd name="connsiteY285" fmla="*/ 66348 h 1410656"/>
                  <a:gd name="connsiteX286" fmla="*/ 5204709 w 5260975"/>
                  <a:gd name="connsiteY286" fmla="*/ 33030 h 1410656"/>
                  <a:gd name="connsiteX287" fmla="*/ 5247243 w 5260975"/>
                  <a:gd name="connsiteY287" fmla="*/ 8451 h 141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</a:cxnLst>
                <a:rect l="l" t="t" r="r" b="b"/>
                <a:pathLst>
                  <a:path w="5260975" h="1410656">
                    <a:moveTo>
                      <a:pt x="5260975" y="0"/>
                    </a:moveTo>
                    <a:lnTo>
                      <a:pt x="5260975" y="221634"/>
                    </a:lnTo>
                    <a:lnTo>
                      <a:pt x="5226503" y="237063"/>
                    </a:lnTo>
                    <a:cubicBezTo>
                      <a:pt x="5219783" y="239848"/>
                      <a:pt x="5212389" y="241384"/>
                      <a:pt x="5206341" y="245128"/>
                    </a:cubicBezTo>
                    <a:cubicBezTo>
                      <a:pt x="5178495" y="262219"/>
                      <a:pt x="5151515" y="280654"/>
                      <a:pt x="5123287" y="297073"/>
                    </a:cubicBezTo>
                    <a:cubicBezTo>
                      <a:pt x="5094195" y="314067"/>
                      <a:pt x="5068175" y="334134"/>
                      <a:pt x="5048107" y="361307"/>
                    </a:cubicBezTo>
                    <a:cubicBezTo>
                      <a:pt x="5029480" y="386559"/>
                      <a:pt x="5011429" y="412194"/>
                      <a:pt x="4992899" y="437542"/>
                    </a:cubicBezTo>
                    <a:cubicBezTo>
                      <a:pt x="4988194" y="443975"/>
                      <a:pt x="4983873" y="451561"/>
                      <a:pt x="4977440" y="455690"/>
                    </a:cubicBezTo>
                    <a:cubicBezTo>
                      <a:pt x="4964094" y="464331"/>
                      <a:pt x="4949499" y="471340"/>
                      <a:pt x="4935193" y="478445"/>
                    </a:cubicBezTo>
                    <a:cubicBezTo>
                      <a:pt x="4922903" y="484494"/>
                      <a:pt x="4909845" y="489006"/>
                      <a:pt x="4897844" y="495535"/>
                    </a:cubicBezTo>
                    <a:cubicBezTo>
                      <a:pt x="4888243" y="500721"/>
                      <a:pt x="4879697" y="507922"/>
                      <a:pt x="4870767" y="514451"/>
                    </a:cubicBezTo>
                    <a:cubicBezTo>
                      <a:pt x="4862990" y="520115"/>
                      <a:pt x="4854445" y="525012"/>
                      <a:pt x="4847916" y="531830"/>
                    </a:cubicBezTo>
                    <a:cubicBezTo>
                      <a:pt x="4831977" y="548344"/>
                      <a:pt x="4815942" y="564571"/>
                      <a:pt x="4796163" y="576765"/>
                    </a:cubicBezTo>
                    <a:cubicBezTo>
                      <a:pt x="4776672" y="588862"/>
                      <a:pt x="4758237" y="602401"/>
                      <a:pt x="4738843" y="614691"/>
                    </a:cubicBezTo>
                    <a:cubicBezTo>
                      <a:pt x="4719831" y="626693"/>
                      <a:pt x="4702645" y="639846"/>
                      <a:pt x="4692755" y="661162"/>
                    </a:cubicBezTo>
                    <a:cubicBezTo>
                      <a:pt x="4688339" y="670571"/>
                      <a:pt x="4682097" y="680845"/>
                      <a:pt x="4673744" y="686318"/>
                    </a:cubicBezTo>
                    <a:cubicBezTo>
                      <a:pt x="4661838" y="694095"/>
                      <a:pt x="4646764" y="696880"/>
                      <a:pt x="4633801" y="703505"/>
                    </a:cubicBezTo>
                    <a:cubicBezTo>
                      <a:pt x="4618535" y="711282"/>
                      <a:pt x="4600869" y="718003"/>
                      <a:pt x="4590499" y="730389"/>
                    </a:cubicBezTo>
                    <a:cubicBezTo>
                      <a:pt x="4581281" y="741431"/>
                      <a:pt x="4571968" y="750072"/>
                      <a:pt x="4559773" y="757081"/>
                    </a:cubicBezTo>
                    <a:cubicBezTo>
                      <a:pt x="4551229" y="761978"/>
                      <a:pt x="4544892" y="770907"/>
                      <a:pt x="4536059" y="774940"/>
                    </a:cubicBezTo>
                    <a:cubicBezTo>
                      <a:pt x="4524441" y="780317"/>
                      <a:pt x="4512727" y="784542"/>
                      <a:pt x="4502549" y="792895"/>
                    </a:cubicBezTo>
                    <a:cubicBezTo>
                      <a:pt x="4491987" y="801536"/>
                      <a:pt x="4479986" y="808353"/>
                      <a:pt x="4468944" y="816419"/>
                    </a:cubicBezTo>
                    <a:cubicBezTo>
                      <a:pt x="4463087" y="820739"/>
                      <a:pt x="4458286" y="826404"/>
                      <a:pt x="4452622" y="830917"/>
                    </a:cubicBezTo>
                    <a:cubicBezTo>
                      <a:pt x="4442252" y="839174"/>
                      <a:pt x="4431690" y="847239"/>
                      <a:pt x="4421032" y="855016"/>
                    </a:cubicBezTo>
                    <a:cubicBezTo>
                      <a:pt x="4410375" y="862794"/>
                      <a:pt x="4400197" y="871819"/>
                      <a:pt x="4388483" y="877484"/>
                    </a:cubicBezTo>
                    <a:cubicBezTo>
                      <a:pt x="4368513" y="887086"/>
                      <a:pt x="4346717" y="892847"/>
                      <a:pt x="4327321" y="903216"/>
                    </a:cubicBezTo>
                    <a:cubicBezTo>
                      <a:pt x="4307639" y="913777"/>
                      <a:pt x="4289107" y="927028"/>
                      <a:pt x="4271633" y="941046"/>
                    </a:cubicBezTo>
                    <a:cubicBezTo>
                      <a:pt x="4257807" y="952088"/>
                      <a:pt x="4244845" y="963034"/>
                      <a:pt x="4227465" y="968698"/>
                    </a:cubicBezTo>
                    <a:cubicBezTo>
                      <a:pt x="4217768" y="971867"/>
                      <a:pt x="4207591" y="978780"/>
                      <a:pt x="4201733" y="986846"/>
                    </a:cubicBezTo>
                    <a:cubicBezTo>
                      <a:pt x="4189059" y="1004416"/>
                      <a:pt x="4172833" y="1016802"/>
                      <a:pt x="4154494" y="1027364"/>
                    </a:cubicBezTo>
                    <a:cubicBezTo>
                      <a:pt x="4130010" y="1041574"/>
                      <a:pt x="4105814" y="1056072"/>
                      <a:pt x="4081234" y="1069994"/>
                    </a:cubicBezTo>
                    <a:cubicBezTo>
                      <a:pt x="4066737" y="1078252"/>
                      <a:pt x="4052335" y="1086989"/>
                      <a:pt x="4036971" y="1093038"/>
                    </a:cubicBezTo>
                    <a:cubicBezTo>
                      <a:pt x="4005575" y="1105520"/>
                      <a:pt x="3973410" y="1116177"/>
                      <a:pt x="3941725" y="1127796"/>
                    </a:cubicBezTo>
                    <a:cubicBezTo>
                      <a:pt x="3931355" y="1131540"/>
                      <a:pt x="3921561" y="1136917"/>
                      <a:pt x="3910999" y="1140182"/>
                    </a:cubicBezTo>
                    <a:cubicBezTo>
                      <a:pt x="3899573" y="1143734"/>
                      <a:pt x="3887285" y="1144790"/>
                      <a:pt x="3875859" y="1148343"/>
                    </a:cubicBezTo>
                    <a:cubicBezTo>
                      <a:pt x="3856847" y="1154199"/>
                      <a:pt x="3838412" y="1161689"/>
                      <a:pt x="3819401" y="1167642"/>
                    </a:cubicBezTo>
                    <a:cubicBezTo>
                      <a:pt x="3782723" y="1179068"/>
                      <a:pt x="3745949" y="1190014"/>
                      <a:pt x="3709176" y="1200863"/>
                    </a:cubicBezTo>
                    <a:cubicBezTo>
                      <a:pt x="3701303" y="1203168"/>
                      <a:pt x="3692757" y="1203456"/>
                      <a:pt x="3684981" y="1205952"/>
                    </a:cubicBezTo>
                    <a:cubicBezTo>
                      <a:pt x="3664337" y="1212673"/>
                      <a:pt x="3643789" y="1219970"/>
                      <a:pt x="3623338" y="1227363"/>
                    </a:cubicBezTo>
                    <a:cubicBezTo>
                      <a:pt x="3610953" y="1231876"/>
                      <a:pt x="3598854" y="1237445"/>
                      <a:pt x="3586373" y="1241765"/>
                    </a:cubicBezTo>
                    <a:cubicBezTo>
                      <a:pt x="3576387" y="1245222"/>
                      <a:pt x="3566113" y="1247910"/>
                      <a:pt x="3555743" y="1250023"/>
                    </a:cubicBezTo>
                    <a:cubicBezTo>
                      <a:pt x="3546814" y="1251848"/>
                      <a:pt x="3537501" y="1251655"/>
                      <a:pt x="3528667" y="1253864"/>
                    </a:cubicBezTo>
                    <a:cubicBezTo>
                      <a:pt x="3504759" y="1259816"/>
                      <a:pt x="3481140" y="1266538"/>
                      <a:pt x="3457424" y="1272874"/>
                    </a:cubicBezTo>
                    <a:cubicBezTo>
                      <a:pt x="3447919" y="1275371"/>
                      <a:pt x="3438221" y="1277196"/>
                      <a:pt x="3429003" y="1280364"/>
                    </a:cubicBezTo>
                    <a:cubicBezTo>
                      <a:pt x="3404327" y="1288717"/>
                      <a:pt x="3380036" y="1298222"/>
                      <a:pt x="3355264" y="1306096"/>
                    </a:cubicBezTo>
                    <a:cubicBezTo>
                      <a:pt x="3334717" y="1312625"/>
                      <a:pt x="3313593" y="1317329"/>
                      <a:pt x="3292757" y="1323090"/>
                    </a:cubicBezTo>
                    <a:cubicBezTo>
                      <a:pt x="3283924" y="1325587"/>
                      <a:pt x="3275475" y="1329140"/>
                      <a:pt x="3266643" y="1331251"/>
                    </a:cubicBezTo>
                    <a:cubicBezTo>
                      <a:pt x="3246863" y="1336053"/>
                      <a:pt x="3226796" y="1340085"/>
                      <a:pt x="3206921" y="1344886"/>
                    </a:cubicBezTo>
                    <a:cubicBezTo>
                      <a:pt x="3195590" y="1347670"/>
                      <a:pt x="3184645" y="1352663"/>
                      <a:pt x="3173123" y="1354488"/>
                    </a:cubicBezTo>
                    <a:cubicBezTo>
                      <a:pt x="3145759" y="1358808"/>
                      <a:pt x="3118203" y="1361880"/>
                      <a:pt x="3090646" y="1365337"/>
                    </a:cubicBezTo>
                    <a:cubicBezTo>
                      <a:pt x="3062227" y="1368889"/>
                      <a:pt x="3033902" y="1372634"/>
                      <a:pt x="3005480" y="1375802"/>
                    </a:cubicBezTo>
                    <a:cubicBezTo>
                      <a:pt x="2989926" y="1377435"/>
                      <a:pt x="2974275" y="1377723"/>
                      <a:pt x="2958721" y="1379259"/>
                    </a:cubicBezTo>
                    <a:cubicBezTo>
                      <a:pt x="2945087" y="1380604"/>
                      <a:pt x="2931549" y="1383100"/>
                      <a:pt x="2917915" y="1384733"/>
                    </a:cubicBezTo>
                    <a:cubicBezTo>
                      <a:pt x="2906105" y="1386076"/>
                      <a:pt x="2894199" y="1386844"/>
                      <a:pt x="2882389" y="1388189"/>
                    </a:cubicBezTo>
                    <a:cubicBezTo>
                      <a:pt x="2863475" y="1390397"/>
                      <a:pt x="2844655" y="1392894"/>
                      <a:pt x="2825837" y="1395198"/>
                    </a:cubicBezTo>
                    <a:cubicBezTo>
                      <a:pt x="2817964" y="1396062"/>
                      <a:pt x="2809706" y="1398462"/>
                      <a:pt x="2802313" y="1397023"/>
                    </a:cubicBezTo>
                    <a:cubicBezTo>
                      <a:pt x="2783686" y="1393373"/>
                      <a:pt x="2765347" y="1394430"/>
                      <a:pt x="2746816" y="1396926"/>
                    </a:cubicBezTo>
                    <a:cubicBezTo>
                      <a:pt x="2740479" y="1397791"/>
                      <a:pt x="2733662" y="1397598"/>
                      <a:pt x="2727517" y="1395966"/>
                    </a:cubicBezTo>
                    <a:cubicBezTo>
                      <a:pt x="2714939" y="1392701"/>
                      <a:pt x="2702745" y="1388092"/>
                      <a:pt x="2690359" y="1384060"/>
                    </a:cubicBezTo>
                    <a:cubicBezTo>
                      <a:pt x="2689014" y="1383580"/>
                      <a:pt x="2687382" y="1383484"/>
                      <a:pt x="2685943" y="1383196"/>
                    </a:cubicBezTo>
                    <a:cubicBezTo>
                      <a:pt x="2677781" y="1381563"/>
                      <a:pt x="2669717" y="1379931"/>
                      <a:pt x="2661554" y="1378491"/>
                    </a:cubicBezTo>
                    <a:cubicBezTo>
                      <a:pt x="2657138" y="1377723"/>
                      <a:pt x="2652625" y="1377627"/>
                      <a:pt x="2648208" y="1376955"/>
                    </a:cubicBezTo>
                    <a:cubicBezTo>
                      <a:pt x="2631118" y="1374266"/>
                      <a:pt x="2612299" y="1378779"/>
                      <a:pt x="2597512" y="1367162"/>
                    </a:cubicBezTo>
                    <a:cubicBezTo>
                      <a:pt x="2587911" y="1359672"/>
                      <a:pt x="2578597" y="1361401"/>
                      <a:pt x="2568324" y="1362553"/>
                    </a:cubicBezTo>
                    <a:cubicBezTo>
                      <a:pt x="2560547" y="1363417"/>
                      <a:pt x="2552577" y="1363128"/>
                      <a:pt x="2544704" y="1363225"/>
                    </a:cubicBezTo>
                    <a:cubicBezTo>
                      <a:pt x="2530878" y="1363512"/>
                      <a:pt x="2517052" y="1363609"/>
                      <a:pt x="2503225" y="1364089"/>
                    </a:cubicBezTo>
                    <a:cubicBezTo>
                      <a:pt x="2498808" y="1364281"/>
                      <a:pt x="2494297" y="1366682"/>
                      <a:pt x="2489975" y="1366298"/>
                    </a:cubicBezTo>
                    <a:cubicBezTo>
                      <a:pt x="2470004" y="1364473"/>
                      <a:pt x="2450033" y="1361592"/>
                      <a:pt x="2430061" y="1359960"/>
                    </a:cubicBezTo>
                    <a:cubicBezTo>
                      <a:pt x="2418732" y="1359001"/>
                      <a:pt x="2407114" y="1360824"/>
                      <a:pt x="2395880" y="1359480"/>
                    </a:cubicBezTo>
                    <a:cubicBezTo>
                      <a:pt x="2382919" y="1357944"/>
                      <a:pt x="2370245" y="1354008"/>
                      <a:pt x="2357378" y="1351607"/>
                    </a:cubicBezTo>
                    <a:cubicBezTo>
                      <a:pt x="2353826" y="1350935"/>
                      <a:pt x="2349889" y="1351799"/>
                      <a:pt x="2346145" y="1351991"/>
                    </a:cubicBezTo>
                    <a:cubicBezTo>
                      <a:pt x="2341920" y="1352183"/>
                      <a:pt x="2337791" y="1352567"/>
                      <a:pt x="2333567" y="1352663"/>
                    </a:cubicBezTo>
                    <a:cubicBezTo>
                      <a:pt x="2320700" y="1352856"/>
                      <a:pt x="2307835" y="1352567"/>
                      <a:pt x="2294968" y="1353240"/>
                    </a:cubicBezTo>
                    <a:cubicBezTo>
                      <a:pt x="2287095" y="1353624"/>
                      <a:pt x="2278839" y="1357560"/>
                      <a:pt x="2271540" y="1356120"/>
                    </a:cubicBezTo>
                    <a:cubicBezTo>
                      <a:pt x="2256659" y="1353335"/>
                      <a:pt x="2241776" y="1359576"/>
                      <a:pt x="2226895" y="1354392"/>
                    </a:cubicBezTo>
                    <a:cubicBezTo>
                      <a:pt x="2222285" y="1352856"/>
                      <a:pt x="2215948" y="1356696"/>
                      <a:pt x="2210379" y="1356888"/>
                    </a:cubicBezTo>
                    <a:cubicBezTo>
                      <a:pt x="2196457" y="1357368"/>
                      <a:pt x="2182535" y="1357272"/>
                      <a:pt x="2168613" y="1357176"/>
                    </a:cubicBezTo>
                    <a:cubicBezTo>
                      <a:pt x="2156131" y="1357080"/>
                      <a:pt x="2143168" y="1358424"/>
                      <a:pt x="2131167" y="1355736"/>
                    </a:cubicBezTo>
                    <a:cubicBezTo>
                      <a:pt x="2118588" y="1352856"/>
                      <a:pt x="2107259" y="1353240"/>
                      <a:pt x="2095065" y="1356504"/>
                    </a:cubicBezTo>
                    <a:cubicBezTo>
                      <a:pt x="2086711" y="1358712"/>
                      <a:pt x="2077878" y="1359001"/>
                      <a:pt x="2069237" y="1359672"/>
                    </a:cubicBezTo>
                    <a:cubicBezTo>
                      <a:pt x="2059924" y="1360440"/>
                      <a:pt x="2049650" y="1358424"/>
                      <a:pt x="2041201" y="1361592"/>
                    </a:cubicBezTo>
                    <a:cubicBezTo>
                      <a:pt x="2016044" y="1371002"/>
                      <a:pt x="1990216" y="1373018"/>
                      <a:pt x="1963909" y="1373018"/>
                    </a:cubicBezTo>
                    <a:cubicBezTo>
                      <a:pt x="1959107" y="1373018"/>
                      <a:pt x="1954210" y="1371675"/>
                      <a:pt x="1949603" y="1370234"/>
                    </a:cubicBezTo>
                    <a:cubicBezTo>
                      <a:pt x="1922717" y="1361592"/>
                      <a:pt x="1895737" y="1362360"/>
                      <a:pt x="1868373" y="1367641"/>
                    </a:cubicBezTo>
                    <a:cubicBezTo>
                      <a:pt x="1862708" y="1368794"/>
                      <a:pt x="1856372" y="1368986"/>
                      <a:pt x="1850707" y="1367834"/>
                    </a:cubicBezTo>
                    <a:cubicBezTo>
                      <a:pt x="1834768" y="1364473"/>
                      <a:pt x="1819309" y="1358904"/>
                      <a:pt x="1803275" y="1356504"/>
                    </a:cubicBezTo>
                    <a:cubicBezTo>
                      <a:pt x="1776775" y="1352567"/>
                      <a:pt x="1753828" y="1365817"/>
                      <a:pt x="1730112" y="1374459"/>
                    </a:cubicBezTo>
                    <a:cubicBezTo>
                      <a:pt x="1707548" y="1382620"/>
                      <a:pt x="1688345" y="1401055"/>
                      <a:pt x="1661652" y="1396926"/>
                    </a:cubicBezTo>
                    <a:cubicBezTo>
                      <a:pt x="1658965" y="1396542"/>
                      <a:pt x="1655988" y="1399134"/>
                      <a:pt x="1653011" y="1399807"/>
                    </a:cubicBezTo>
                    <a:cubicBezTo>
                      <a:pt x="1644850" y="1401631"/>
                      <a:pt x="1636689" y="1403839"/>
                      <a:pt x="1628431" y="1404704"/>
                    </a:cubicBezTo>
                    <a:cubicBezTo>
                      <a:pt x="1618350" y="1405856"/>
                      <a:pt x="1608076" y="1405472"/>
                      <a:pt x="1597995" y="1406432"/>
                    </a:cubicBezTo>
                    <a:cubicBezTo>
                      <a:pt x="1585032" y="1407584"/>
                      <a:pt x="1572263" y="1410656"/>
                      <a:pt x="1559396" y="1410656"/>
                    </a:cubicBezTo>
                    <a:cubicBezTo>
                      <a:pt x="1549026" y="1410656"/>
                      <a:pt x="1538753" y="1407104"/>
                      <a:pt x="1528480" y="1405375"/>
                    </a:cubicBezTo>
                    <a:cubicBezTo>
                      <a:pt x="1513981" y="1402975"/>
                      <a:pt x="1498042" y="1403647"/>
                      <a:pt x="1485272" y="1397502"/>
                    </a:cubicBezTo>
                    <a:cubicBezTo>
                      <a:pt x="1471639" y="1390973"/>
                      <a:pt x="1458676" y="1387997"/>
                      <a:pt x="1444562" y="1390013"/>
                    </a:cubicBezTo>
                    <a:cubicBezTo>
                      <a:pt x="1439857" y="1390685"/>
                      <a:pt x="1433808" y="1394718"/>
                      <a:pt x="1431696" y="1398846"/>
                    </a:cubicBezTo>
                    <a:cubicBezTo>
                      <a:pt x="1426991" y="1408064"/>
                      <a:pt x="1420559" y="1409697"/>
                      <a:pt x="1411821" y="1406527"/>
                    </a:cubicBezTo>
                    <a:cubicBezTo>
                      <a:pt x="1404236" y="1403839"/>
                      <a:pt x="1394922" y="1402495"/>
                      <a:pt x="1389738" y="1397310"/>
                    </a:cubicBezTo>
                    <a:cubicBezTo>
                      <a:pt x="1375047" y="1382620"/>
                      <a:pt x="1356324" y="1382140"/>
                      <a:pt x="1338081" y="1378204"/>
                    </a:cubicBezTo>
                    <a:cubicBezTo>
                      <a:pt x="1326945" y="1375802"/>
                      <a:pt x="1316574" y="1375707"/>
                      <a:pt x="1305436" y="1377339"/>
                    </a:cubicBezTo>
                    <a:cubicBezTo>
                      <a:pt x="1281241" y="1380988"/>
                      <a:pt x="1257717" y="1375802"/>
                      <a:pt x="1234481" y="1369178"/>
                    </a:cubicBezTo>
                    <a:cubicBezTo>
                      <a:pt x="1219118" y="1364761"/>
                      <a:pt x="1203372" y="1362073"/>
                      <a:pt x="1188106" y="1357560"/>
                    </a:cubicBezTo>
                    <a:cubicBezTo>
                      <a:pt x="1176680" y="1354104"/>
                      <a:pt x="1165255" y="1349975"/>
                      <a:pt x="1154790" y="1344406"/>
                    </a:cubicBezTo>
                    <a:cubicBezTo>
                      <a:pt x="1139618" y="1336244"/>
                      <a:pt x="1126369" y="1323954"/>
                      <a:pt x="1107069" y="1327219"/>
                    </a:cubicBezTo>
                    <a:cubicBezTo>
                      <a:pt x="1090074" y="1330099"/>
                      <a:pt x="1074713" y="1324051"/>
                      <a:pt x="1059158" y="1318290"/>
                    </a:cubicBezTo>
                    <a:cubicBezTo>
                      <a:pt x="1047732" y="1314065"/>
                      <a:pt x="1036308" y="1309744"/>
                      <a:pt x="1024496" y="1307056"/>
                    </a:cubicBezTo>
                    <a:cubicBezTo>
                      <a:pt x="1010478" y="1303887"/>
                      <a:pt x="994635" y="1305232"/>
                      <a:pt x="982153" y="1299374"/>
                    </a:cubicBezTo>
                    <a:cubicBezTo>
                      <a:pt x="969095" y="1293229"/>
                      <a:pt x="958246" y="1297358"/>
                      <a:pt x="946628" y="1299087"/>
                    </a:cubicBezTo>
                    <a:cubicBezTo>
                      <a:pt x="928097" y="1301775"/>
                      <a:pt x="909661" y="1306768"/>
                      <a:pt x="890939" y="1300431"/>
                    </a:cubicBezTo>
                    <a:cubicBezTo>
                      <a:pt x="868184" y="1292750"/>
                      <a:pt x="845620" y="1284493"/>
                      <a:pt x="822769" y="1277196"/>
                    </a:cubicBezTo>
                    <a:cubicBezTo>
                      <a:pt x="813934" y="1274410"/>
                      <a:pt x="804431" y="1273258"/>
                      <a:pt x="795212" y="1272010"/>
                    </a:cubicBezTo>
                    <a:cubicBezTo>
                      <a:pt x="786476" y="1270954"/>
                      <a:pt x="776010" y="1273642"/>
                      <a:pt x="769288" y="1269610"/>
                    </a:cubicBezTo>
                    <a:cubicBezTo>
                      <a:pt x="752005" y="1259241"/>
                      <a:pt x="734243" y="1254152"/>
                      <a:pt x="714271" y="1254152"/>
                    </a:cubicBezTo>
                    <a:cubicBezTo>
                      <a:pt x="706781" y="1254152"/>
                      <a:pt x="699484" y="1249831"/>
                      <a:pt x="691900" y="1249062"/>
                    </a:cubicBezTo>
                    <a:cubicBezTo>
                      <a:pt x="681529" y="1248103"/>
                      <a:pt x="669623" y="1245510"/>
                      <a:pt x="660598" y="1249159"/>
                    </a:cubicBezTo>
                    <a:cubicBezTo>
                      <a:pt x="639379" y="1257800"/>
                      <a:pt x="622193" y="1250599"/>
                      <a:pt x="603662" y="1242054"/>
                    </a:cubicBezTo>
                    <a:cubicBezTo>
                      <a:pt x="585418" y="1233604"/>
                      <a:pt x="566215" y="1226884"/>
                      <a:pt x="546821" y="1221314"/>
                    </a:cubicBezTo>
                    <a:cubicBezTo>
                      <a:pt x="539524" y="1219298"/>
                      <a:pt x="530787" y="1222659"/>
                      <a:pt x="522721" y="1223330"/>
                    </a:cubicBezTo>
                    <a:cubicBezTo>
                      <a:pt x="519840" y="1223523"/>
                      <a:pt x="516671" y="1223811"/>
                      <a:pt x="514080" y="1222851"/>
                    </a:cubicBezTo>
                    <a:cubicBezTo>
                      <a:pt x="489020" y="1213633"/>
                      <a:pt x="463575" y="1206624"/>
                      <a:pt x="436404" y="1211424"/>
                    </a:cubicBezTo>
                    <a:cubicBezTo>
                      <a:pt x="433908" y="1211905"/>
                      <a:pt x="431123" y="1210849"/>
                      <a:pt x="428626" y="1210177"/>
                    </a:cubicBezTo>
                    <a:cubicBezTo>
                      <a:pt x="416432" y="1206720"/>
                      <a:pt x="404526" y="1201247"/>
                      <a:pt x="392141" y="1199999"/>
                    </a:cubicBezTo>
                    <a:cubicBezTo>
                      <a:pt x="361608" y="1196927"/>
                      <a:pt x="330884" y="1195678"/>
                      <a:pt x="300157" y="1193662"/>
                    </a:cubicBezTo>
                    <a:cubicBezTo>
                      <a:pt x="298237" y="1193566"/>
                      <a:pt x="296221" y="1193566"/>
                      <a:pt x="294493" y="1192894"/>
                    </a:cubicBezTo>
                    <a:cubicBezTo>
                      <a:pt x="283163" y="1188765"/>
                      <a:pt x="273274" y="1190110"/>
                      <a:pt x="263671" y="1197982"/>
                    </a:cubicBezTo>
                    <a:cubicBezTo>
                      <a:pt x="259447" y="1201439"/>
                      <a:pt x="253686" y="1203263"/>
                      <a:pt x="248406" y="1205184"/>
                    </a:cubicBezTo>
                    <a:cubicBezTo>
                      <a:pt x="240628" y="1208065"/>
                      <a:pt x="232659" y="1210849"/>
                      <a:pt x="224594" y="1212673"/>
                    </a:cubicBezTo>
                    <a:cubicBezTo>
                      <a:pt x="216624" y="1214401"/>
                      <a:pt x="208079" y="1216801"/>
                      <a:pt x="200398" y="1215458"/>
                    </a:cubicBezTo>
                    <a:cubicBezTo>
                      <a:pt x="186572" y="1213057"/>
                      <a:pt x="173417" y="1207681"/>
                      <a:pt x="159783" y="1204127"/>
                    </a:cubicBezTo>
                    <a:cubicBezTo>
                      <a:pt x="155079" y="1202879"/>
                      <a:pt x="149893" y="1203072"/>
                      <a:pt x="144997" y="1202975"/>
                    </a:cubicBezTo>
                    <a:cubicBezTo>
                      <a:pt x="133763" y="1202688"/>
                      <a:pt x="122241" y="1205472"/>
                      <a:pt x="112064" y="1197503"/>
                    </a:cubicBezTo>
                    <a:cubicBezTo>
                      <a:pt x="102655" y="1190014"/>
                      <a:pt x="93148" y="1192221"/>
                      <a:pt x="83259" y="1197887"/>
                    </a:cubicBezTo>
                    <a:cubicBezTo>
                      <a:pt x="76154" y="1201920"/>
                      <a:pt x="68090" y="1205088"/>
                      <a:pt x="60120" y="1206624"/>
                    </a:cubicBezTo>
                    <a:cubicBezTo>
                      <a:pt x="49174" y="1208736"/>
                      <a:pt x="38324" y="1209601"/>
                      <a:pt x="26514" y="1208352"/>
                    </a:cubicBezTo>
                    <a:cubicBezTo>
                      <a:pt x="18161" y="1207488"/>
                      <a:pt x="11343" y="1207104"/>
                      <a:pt x="4814" y="1202015"/>
                    </a:cubicBezTo>
                    <a:cubicBezTo>
                      <a:pt x="3759" y="1201247"/>
                      <a:pt x="1839" y="1201055"/>
                      <a:pt x="398" y="1201152"/>
                    </a:cubicBezTo>
                    <a:lnTo>
                      <a:pt x="0" y="1201150"/>
                    </a:lnTo>
                    <a:lnTo>
                      <a:pt x="0" y="1004512"/>
                    </a:lnTo>
                    <a:lnTo>
                      <a:pt x="30355" y="1002784"/>
                    </a:lnTo>
                    <a:cubicBezTo>
                      <a:pt x="37748" y="1002111"/>
                      <a:pt x="44853" y="999520"/>
                      <a:pt x="52151" y="997695"/>
                    </a:cubicBezTo>
                    <a:cubicBezTo>
                      <a:pt x="56183" y="996639"/>
                      <a:pt x="60504" y="993855"/>
                      <a:pt x="64248" y="994430"/>
                    </a:cubicBezTo>
                    <a:cubicBezTo>
                      <a:pt x="85948" y="997791"/>
                      <a:pt x="105823" y="989534"/>
                      <a:pt x="126370" y="985405"/>
                    </a:cubicBezTo>
                    <a:cubicBezTo>
                      <a:pt x="135876" y="983485"/>
                      <a:pt x="144805" y="978876"/>
                      <a:pt x="154022" y="975708"/>
                    </a:cubicBezTo>
                    <a:cubicBezTo>
                      <a:pt x="156423" y="974843"/>
                      <a:pt x="159111" y="974075"/>
                      <a:pt x="161512" y="974268"/>
                    </a:cubicBezTo>
                    <a:cubicBezTo>
                      <a:pt x="175242" y="975420"/>
                      <a:pt x="188876" y="977052"/>
                      <a:pt x="202510" y="978300"/>
                    </a:cubicBezTo>
                    <a:cubicBezTo>
                      <a:pt x="214896" y="979452"/>
                      <a:pt x="227378" y="979836"/>
                      <a:pt x="233235" y="993950"/>
                    </a:cubicBezTo>
                    <a:cubicBezTo>
                      <a:pt x="234100" y="996159"/>
                      <a:pt x="236979" y="997791"/>
                      <a:pt x="239188" y="999231"/>
                    </a:cubicBezTo>
                    <a:cubicBezTo>
                      <a:pt x="273274" y="1021411"/>
                      <a:pt x="291516" y="1020835"/>
                      <a:pt x="324834" y="997407"/>
                    </a:cubicBezTo>
                    <a:cubicBezTo>
                      <a:pt x="328290" y="995007"/>
                      <a:pt x="335683" y="993278"/>
                      <a:pt x="337987" y="995198"/>
                    </a:cubicBezTo>
                    <a:cubicBezTo>
                      <a:pt x="357575" y="1011137"/>
                      <a:pt x="378986" y="1009409"/>
                      <a:pt x="401550" y="1004416"/>
                    </a:cubicBezTo>
                    <a:cubicBezTo>
                      <a:pt x="407407" y="1003072"/>
                      <a:pt x="415664" y="1003072"/>
                      <a:pt x="420081" y="1006240"/>
                    </a:cubicBezTo>
                    <a:cubicBezTo>
                      <a:pt x="441108" y="1020930"/>
                      <a:pt x="463672" y="1018819"/>
                      <a:pt x="486523" y="1014498"/>
                    </a:cubicBezTo>
                    <a:cubicBezTo>
                      <a:pt x="490075" y="1013826"/>
                      <a:pt x="494397" y="1010177"/>
                      <a:pt x="495932" y="1006817"/>
                    </a:cubicBezTo>
                    <a:cubicBezTo>
                      <a:pt x="501406" y="994911"/>
                      <a:pt x="511680" y="990878"/>
                      <a:pt x="523009" y="987517"/>
                    </a:cubicBezTo>
                    <a:cubicBezTo>
                      <a:pt x="540868" y="982044"/>
                      <a:pt x="558438" y="975611"/>
                      <a:pt x="576393" y="970427"/>
                    </a:cubicBezTo>
                    <a:cubicBezTo>
                      <a:pt x="580811" y="969179"/>
                      <a:pt x="586283" y="969947"/>
                      <a:pt x="590892" y="971387"/>
                    </a:cubicBezTo>
                    <a:cubicBezTo>
                      <a:pt x="606638" y="976284"/>
                      <a:pt x="616624" y="988574"/>
                      <a:pt x="627569" y="999904"/>
                    </a:cubicBezTo>
                    <a:cubicBezTo>
                      <a:pt x="632370" y="1004897"/>
                      <a:pt x="638995" y="1008449"/>
                      <a:pt x="645429" y="1011329"/>
                    </a:cubicBezTo>
                    <a:cubicBezTo>
                      <a:pt x="662135" y="1018723"/>
                      <a:pt x="679226" y="1025348"/>
                      <a:pt x="696125" y="1032356"/>
                    </a:cubicBezTo>
                    <a:cubicBezTo>
                      <a:pt x="697757" y="1033029"/>
                      <a:pt x="699100" y="1034757"/>
                      <a:pt x="700349" y="1036197"/>
                    </a:cubicBezTo>
                    <a:cubicBezTo>
                      <a:pt x="712831" y="1051368"/>
                      <a:pt x="725216" y="1066634"/>
                      <a:pt x="737795" y="1081804"/>
                    </a:cubicBezTo>
                    <a:cubicBezTo>
                      <a:pt x="740195" y="1084684"/>
                      <a:pt x="743652" y="1086797"/>
                      <a:pt x="746244" y="1089581"/>
                    </a:cubicBezTo>
                    <a:cubicBezTo>
                      <a:pt x="749893" y="1093422"/>
                      <a:pt x="754502" y="1097071"/>
                      <a:pt x="756422" y="1101680"/>
                    </a:cubicBezTo>
                    <a:cubicBezTo>
                      <a:pt x="762374" y="1116177"/>
                      <a:pt x="773801" y="1122419"/>
                      <a:pt x="788202" y="1125108"/>
                    </a:cubicBezTo>
                    <a:cubicBezTo>
                      <a:pt x="801357" y="1127603"/>
                      <a:pt x="814511" y="1129716"/>
                      <a:pt x="827569" y="1132596"/>
                    </a:cubicBezTo>
                    <a:cubicBezTo>
                      <a:pt x="843507" y="1136053"/>
                      <a:pt x="859350" y="1139798"/>
                      <a:pt x="875097" y="1144022"/>
                    </a:cubicBezTo>
                    <a:cubicBezTo>
                      <a:pt x="881913" y="1145847"/>
                      <a:pt x="889115" y="1147959"/>
                      <a:pt x="894972" y="1151704"/>
                    </a:cubicBezTo>
                    <a:cubicBezTo>
                      <a:pt x="911390" y="1162073"/>
                      <a:pt x="928961" y="1169082"/>
                      <a:pt x="948260" y="1166298"/>
                    </a:cubicBezTo>
                    <a:cubicBezTo>
                      <a:pt x="963718" y="1164089"/>
                      <a:pt x="976680" y="1169754"/>
                      <a:pt x="986282" y="1178588"/>
                    </a:cubicBezTo>
                    <a:cubicBezTo>
                      <a:pt x="1003757" y="1194623"/>
                      <a:pt x="1022479" y="1190973"/>
                      <a:pt x="1041107" y="1185789"/>
                    </a:cubicBezTo>
                    <a:cubicBezTo>
                      <a:pt x="1050708" y="1183101"/>
                      <a:pt x="1058581" y="1183485"/>
                      <a:pt x="1067703" y="1186076"/>
                    </a:cubicBezTo>
                    <a:cubicBezTo>
                      <a:pt x="1088826" y="1192126"/>
                      <a:pt x="1102941" y="1208544"/>
                      <a:pt x="1116574" y="1222946"/>
                    </a:cubicBezTo>
                    <a:cubicBezTo>
                      <a:pt x="1128193" y="1235236"/>
                      <a:pt x="1141251" y="1242149"/>
                      <a:pt x="1155557" y="1247335"/>
                    </a:cubicBezTo>
                    <a:cubicBezTo>
                      <a:pt x="1173608" y="1253959"/>
                      <a:pt x="1187914" y="1251464"/>
                      <a:pt x="1196556" y="1235525"/>
                    </a:cubicBezTo>
                    <a:cubicBezTo>
                      <a:pt x="1198956" y="1231012"/>
                      <a:pt x="1203180" y="1225730"/>
                      <a:pt x="1207693" y="1224387"/>
                    </a:cubicBezTo>
                    <a:cubicBezTo>
                      <a:pt x="1229488" y="1217666"/>
                      <a:pt x="1251572" y="1207872"/>
                      <a:pt x="1274904" y="1213826"/>
                    </a:cubicBezTo>
                    <a:cubicBezTo>
                      <a:pt x="1307165" y="1221987"/>
                      <a:pt x="1338658" y="1221507"/>
                      <a:pt x="1370919" y="1213442"/>
                    </a:cubicBezTo>
                    <a:cubicBezTo>
                      <a:pt x="1423247" y="1200383"/>
                      <a:pt x="1475575" y="1186557"/>
                      <a:pt x="1530593" y="1189437"/>
                    </a:cubicBezTo>
                    <a:cubicBezTo>
                      <a:pt x="1539713" y="1189917"/>
                      <a:pt x="1550563" y="1184060"/>
                      <a:pt x="1558436" y="1178299"/>
                    </a:cubicBezTo>
                    <a:cubicBezTo>
                      <a:pt x="1573511" y="1167354"/>
                      <a:pt x="1572838" y="1166489"/>
                      <a:pt x="1589737" y="1175515"/>
                    </a:cubicBezTo>
                    <a:cubicBezTo>
                      <a:pt x="1593770" y="1177724"/>
                      <a:pt x="1598763" y="1179068"/>
                      <a:pt x="1601740" y="1182333"/>
                    </a:cubicBezTo>
                    <a:cubicBezTo>
                      <a:pt x="1616909" y="1198943"/>
                      <a:pt x="1635633" y="1194910"/>
                      <a:pt x="1654259" y="1192510"/>
                    </a:cubicBezTo>
                    <a:cubicBezTo>
                      <a:pt x="1657524" y="1192030"/>
                      <a:pt x="1661460" y="1191358"/>
                      <a:pt x="1664246" y="1192702"/>
                    </a:cubicBezTo>
                    <a:cubicBezTo>
                      <a:pt x="1676823" y="1198750"/>
                      <a:pt x="1687481" y="1196639"/>
                      <a:pt x="1698427" y="1188381"/>
                    </a:cubicBezTo>
                    <a:cubicBezTo>
                      <a:pt x="1707932" y="1181276"/>
                      <a:pt x="1718878" y="1177052"/>
                      <a:pt x="1730112" y="1185885"/>
                    </a:cubicBezTo>
                    <a:cubicBezTo>
                      <a:pt x="1755076" y="1205472"/>
                      <a:pt x="1781767" y="1206432"/>
                      <a:pt x="1809996" y="1194046"/>
                    </a:cubicBezTo>
                    <a:cubicBezTo>
                      <a:pt x="1830159" y="1185213"/>
                      <a:pt x="1850034" y="1183196"/>
                      <a:pt x="1871254" y="1192126"/>
                    </a:cubicBezTo>
                    <a:cubicBezTo>
                      <a:pt x="1879415" y="1195582"/>
                      <a:pt x="1889977" y="1193278"/>
                      <a:pt x="1899482" y="1194046"/>
                    </a:cubicBezTo>
                    <a:cubicBezTo>
                      <a:pt x="1904859" y="1194430"/>
                      <a:pt x="1910813" y="1194526"/>
                      <a:pt x="1915420" y="1196927"/>
                    </a:cubicBezTo>
                    <a:cubicBezTo>
                      <a:pt x="1927711" y="1203072"/>
                      <a:pt x="1939136" y="1210945"/>
                      <a:pt x="1951522" y="1216994"/>
                    </a:cubicBezTo>
                    <a:cubicBezTo>
                      <a:pt x="1957475" y="1219874"/>
                      <a:pt x="1964580" y="1221410"/>
                      <a:pt x="1971302" y="1221507"/>
                    </a:cubicBezTo>
                    <a:cubicBezTo>
                      <a:pt x="1991177" y="1221987"/>
                      <a:pt x="2011052" y="1221987"/>
                      <a:pt x="2030831" y="1221123"/>
                    </a:cubicBezTo>
                    <a:cubicBezTo>
                      <a:pt x="2063476" y="1219778"/>
                      <a:pt x="2096601" y="1219490"/>
                      <a:pt x="2120125" y="1190878"/>
                    </a:cubicBezTo>
                    <a:cubicBezTo>
                      <a:pt x="2122046" y="1188573"/>
                      <a:pt x="2126174" y="1187229"/>
                      <a:pt x="2129439" y="1186845"/>
                    </a:cubicBezTo>
                    <a:cubicBezTo>
                      <a:pt x="2144513" y="1185021"/>
                      <a:pt x="2159971" y="1184828"/>
                      <a:pt x="2174854" y="1181852"/>
                    </a:cubicBezTo>
                    <a:cubicBezTo>
                      <a:pt x="2186760" y="1179452"/>
                      <a:pt x="2196650" y="1180220"/>
                      <a:pt x="2205674" y="1188669"/>
                    </a:cubicBezTo>
                    <a:cubicBezTo>
                      <a:pt x="2217485" y="1199807"/>
                      <a:pt x="2231887" y="1206336"/>
                      <a:pt x="2247634" y="1202784"/>
                    </a:cubicBezTo>
                    <a:cubicBezTo>
                      <a:pt x="2263379" y="1199327"/>
                      <a:pt x="2273749" y="1206816"/>
                      <a:pt x="2285367" y="1214594"/>
                    </a:cubicBezTo>
                    <a:cubicBezTo>
                      <a:pt x="2293817" y="1220258"/>
                      <a:pt x="2303418" y="1227363"/>
                      <a:pt x="2312827" y="1227939"/>
                    </a:cubicBezTo>
                    <a:cubicBezTo>
                      <a:pt x="2334143" y="1229187"/>
                      <a:pt x="2352482" y="1248967"/>
                      <a:pt x="2375622" y="1237733"/>
                    </a:cubicBezTo>
                    <a:cubicBezTo>
                      <a:pt x="2377158" y="1236965"/>
                      <a:pt x="2379942" y="1238885"/>
                      <a:pt x="2382151" y="1239365"/>
                    </a:cubicBezTo>
                    <a:cubicBezTo>
                      <a:pt x="2399817" y="1243014"/>
                      <a:pt x="2416428" y="1239461"/>
                      <a:pt x="2429390" y="1227459"/>
                    </a:cubicBezTo>
                    <a:cubicBezTo>
                      <a:pt x="2446385" y="1211809"/>
                      <a:pt x="2465203" y="1210272"/>
                      <a:pt x="2486134" y="1215362"/>
                    </a:cubicBezTo>
                    <a:cubicBezTo>
                      <a:pt x="2492856" y="1216994"/>
                      <a:pt x="2499577" y="1218146"/>
                      <a:pt x="2506394" y="1219490"/>
                    </a:cubicBezTo>
                    <a:cubicBezTo>
                      <a:pt x="2515611" y="1221410"/>
                      <a:pt x="2524925" y="1223427"/>
                      <a:pt x="2534142" y="1225347"/>
                    </a:cubicBezTo>
                    <a:cubicBezTo>
                      <a:pt x="2543072" y="1227268"/>
                      <a:pt x="2552962" y="1230532"/>
                      <a:pt x="2559874" y="1222275"/>
                    </a:cubicBezTo>
                    <a:cubicBezTo>
                      <a:pt x="2565827" y="1215169"/>
                      <a:pt x="2570052" y="1215842"/>
                      <a:pt x="2575525" y="1221987"/>
                    </a:cubicBezTo>
                    <a:cubicBezTo>
                      <a:pt x="2594536" y="1243494"/>
                      <a:pt x="2617580" y="1256936"/>
                      <a:pt x="2646960" y="1257896"/>
                    </a:cubicBezTo>
                    <a:cubicBezTo>
                      <a:pt x="2653009" y="1258088"/>
                      <a:pt x="2659154" y="1259432"/>
                      <a:pt x="2665107" y="1260873"/>
                    </a:cubicBezTo>
                    <a:cubicBezTo>
                      <a:pt x="2668756" y="1261736"/>
                      <a:pt x="2673173" y="1262697"/>
                      <a:pt x="2675381" y="1265290"/>
                    </a:cubicBezTo>
                    <a:cubicBezTo>
                      <a:pt x="2692567" y="1285068"/>
                      <a:pt x="2713979" y="1298799"/>
                      <a:pt x="2737311" y="1309841"/>
                    </a:cubicBezTo>
                    <a:cubicBezTo>
                      <a:pt x="2745664" y="1313777"/>
                      <a:pt x="2754594" y="1317713"/>
                      <a:pt x="2763619" y="1318866"/>
                    </a:cubicBezTo>
                    <a:cubicBezTo>
                      <a:pt x="2773028" y="1320018"/>
                      <a:pt x="2782917" y="1318098"/>
                      <a:pt x="2792519" y="1317041"/>
                    </a:cubicBezTo>
                    <a:cubicBezTo>
                      <a:pt x="2798184" y="1316466"/>
                      <a:pt x="2804713" y="1316561"/>
                      <a:pt x="2809226" y="1313777"/>
                    </a:cubicBezTo>
                    <a:cubicBezTo>
                      <a:pt x="2823532" y="1305039"/>
                      <a:pt x="2837358" y="1295631"/>
                      <a:pt x="2850705" y="1285452"/>
                    </a:cubicBezTo>
                    <a:cubicBezTo>
                      <a:pt x="2862131" y="1276715"/>
                      <a:pt x="2864435" y="1275467"/>
                      <a:pt x="2874324" y="1286413"/>
                    </a:cubicBezTo>
                    <a:cubicBezTo>
                      <a:pt x="2884502" y="1297647"/>
                      <a:pt x="2897176" y="1303503"/>
                      <a:pt x="2911194" y="1305903"/>
                    </a:cubicBezTo>
                    <a:cubicBezTo>
                      <a:pt x="2933373" y="1309648"/>
                      <a:pt x="2955745" y="1312816"/>
                      <a:pt x="2978116" y="1314641"/>
                    </a:cubicBezTo>
                    <a:cubicBezTo>
                      <a:pt x="2998375" y="1316273"/>
                      <a:pt x="3008073" y="1307440"/>
                      <a:pt x="3012106" y="1287373"/>
                    </a:cubicBezTo>
                    <a:cubicBezTo>
                      <a:pt x="3014410" y="1276235"/>
                      <a:pt x="3017387" y="1264137"/>
                      <a:pt x="3029676" y="1261161"/>
                    </a:cubicBezTo>
                    <a:cubicBezTo>
                      <a:pt x="3049744" y="1256360"/>
                      <a:pt x="3070579" y="1254248"/>
                      <a:pt x="3080469" y="1230724"/>
                    </a:cubicBezTo>
                    <a:cubicBezTo>
                      <a:pt x="3085941" y="1235909"/>
                      <a:pt x="3089302" y="1238981"/>
                      <a:pt x="3092567" y="1242054"/>
                    </a:cubicBezTo>
                    <a:cubicBezTo>
                      <a:pt x="3101592" y="1250599"/>
                      <a:pt x="3120314" y="1254248"/>
                      <a:pt x="3129821" y="1246855"/>
                    </a:cubicBezTo>
                    <a:cubicBezTo>
                      <a:pt x="3143839" y="1236101"/>
                      <a:pt x="3156705" y="1238117"/>
                      <a:pt x="3170147" y="1246471"/>
                    </a:cubicBezTo>
                    <a:cubicBezTo>
                      <a:pt x="3192615" y="1260297"/>
                      <a:pt x="3217674" y="1257128"/>
                      <a:pt x="3240429" y="1251559"/>
                    </a:cubicBezTo>
                    <a:cubicBezTo>
                      <a:pt x="3257617" y="1247430"/>
                      <a:pt x="3275956" y="1239845"/>
                      <a:pt x="3287189" y="1222466"/>
                    </a:cubicBezTo>
                    <a:cubicBezTo>
                      <a:pt x="3290741" y="1216898"/>
                      <a:pt x="3298711" y="1214113"/>
                      <a:pt x="3305049" y="1210465"/>
                    </a:cubicBezTo>
                    <a:cubicBezTo>
                      <a:pt x="3310329" y="1207488"/>
                      <a:pt x="3315898" y="1204704"/>
                      <a:pt x="3321755" y="1202784"/>
                    </a:cubicBezTo>
                    <a:cubicBezTo>
                      <a:pt x="3327995" y="1200671"/>
                      <a:pt x="3334909" y="1197598"/>
                      <a:pt x="3341055" y="1198463"/>
                    </a:cubicBezTo>
                    <a:cubicBezTo>
                      <a:pt x="3359681" y="1200959"/>
                      <a:pt x="3374467" y="1196062"/>
                      <a:pt x="3387621" y="1182140"/>
                    </a:cubicBezTo>
                    <a:cubicBezTo>
                      <a:pt x="3394439" y="1174939"/>
                      <a:pt x="3404520" y="1166202"/>
                      <a:pt x="3413161" y="1166105"/>
                    </a:cubicBezTo>
                    <a:cubicBezTo>
                      <a:pt x="3434189" y="1165818"/>
                      <a:pt x="3451663" y="1158905"/>
                      <a:pt x="3470579" y="1150647"/>
                    </a:cubicBezTo>
                    <a:cubicBezTo>
                      <a:pt x="3482772" y="1145366"/>
                      <a:pt x="3496598" y="1141718"/>
                      <a:pt x="3509657" y="1136821"/>
                    </a:cubicBezTo>
                    <a:cubicBezTo>
                      <a:pt x="3524923" y="1131060"/>
                      <a:pt x="3541534" y="1128948"/>
                      <a:pt x="3550847" y="1113009"/>
                    </a:cubicBezTo>
                    <a:cubicBezTo>
                      <a:pt x="3551903" y="1111281"/>
                      <a:pt x="3555072" y="1110993"/>
                      <a:pt x="3556608" y="1109361"/>
                    </a:cubicBezTo>
                    <a:cubicBezTo>
                      <a:pt x="3561505" y="1104368"/>
                      <a:pt x="3567842" y="1099760"/>
                      <a:pt x="3570435" y="1093710"/>
                    </a:cubicBezTo>
                    <a:cubicBezTo>
                      <a:pt x="3577923" y="1076044"/>
                      <a:pt x="3583780" y="1057800"/>
                      <a:pt x="3590501" y="1039846"/>
                    </a:cubicBezTo>
                    <a:cubicBezTo>
                      <a:pt x="3591942" y="1036005"/>
                      <a:pt x="3593285" y="1031108"/>
                      <a:pt x="3596263" y="1028900"/>
                    </a:cubicBezTo>
                    <a:cubicBezTo>
                      <a:pt x="3613449" y="1016226"/>
                      <a:pt x="3630925" y="1004032"/>
                      <a:pt x="3648591" y="992030"/>
                    </a:cubicBezTo>
                    <a:cubicBezTo>
                      <a:pt x="3655696" y="987229"/>
                      <a:pt x="3661649" y="989918"/>
                      <a:pt x="3667986" y="995487"/>
                    </a:cubicBezTo>
                    <a:cubicBezTo>
                      <a:pt x="3674131" y="1000768"/>
                      <a:pt x="3681717" y="1006240"/>
                      <a:pt x="3689397" y="1007585"/>
                    </a:cubicBezTo>
                    <a:cubicBezTo>
                      <a:pt x="3704760" y="1010177"/>
                      <a:pt x="3720698" y="1010753"/>
                      <a:pt x="3736349" y="1010753"/>
                    </a:cubicBezTo>
                    <a:cubicBezTo>
                      <a:pt x="3742205" y="1010753"/>
                      <a:pt x="3748446" y="1007297"/>
                      <a:pt x="3753919" y="1004513"/>
                    </a:cubicBezTo>
                    <a:cubicBezTo>
                      <a:pt x="3764289" y="999231"/>
                      <a:pt x="3773890" y="992126"/>
                      <a:pt x="3784643" y="987710"/>
                    </a:cubicBezTo>
                    <a:cubicBezTo>
                      <a:pt x="3797126" y="982621"/>
                      <a:pt x="3804615" y="974459"/>
                      <a:pt x="3808359" y="961689"/>
                    </a:cubicBezTo>
                    <a:cubicBezTo>
                      <a:pt x="3813929" y="942679"/>
                      <a:pt x="3827179" y="929428"/>
                      <a:pt x="3842829" y="918674"/>
                    </a:cubicBezTo>
                    <a:cubicBezTo>
                      <a:pt x="3862705" y="904944"/>
                      <a:pt x="3886421" y="905616"/>
                      <a:pt x="3908983" y="902256"/>
                    </a:cubicBezTo>
                    <a:cubicBezTo>
                      <a:pt x="3917625" y="901008"/>
                      <a:pt x="3926555" y="899951"/>
                      <a:pt x="3934428" y="896783"/>
                    </a:cubicBezTo>
                    <a:cubicBezTo>
                      <a:pt x="3964288" y="884877"/>
                      <a:pt x="3994149" y="873548"/>
                      <a:pt x="4026987" y="873835"/>
                    </a:cubicBezTo>
                    <a:cubicBezTo>
                      <a:pt x="4029674" y="873835"/>
                      <a:pt x="4032363" y="873548"/>
                      <a:pt x="4035051" y="873067"/>
                    </a:cubicBezTo>
                    <a:cubicBezTo>
                      <a:pt x="4058383" y="869131"/>
                      <a:pt x="4082483" y="867594"/>
                      <a:pt x="4099189" y="846664"/>
                    </a:cubicBezTo>
                    <a:cubicBezTo>
                      <a:pt x="4102261" y="842823"/>
                      <a:pt x="4109271" y="841671"/>
                      <a:pt x="4114647" y="840134"/>
                    </a:cubicBezTo>
                    <a:cubicBezTo>
                      <a:pt x="4123961" y="837638"/>
                      <a:pt x="4130203" y="832549"/>
                      <a:pt x="4133563" y="823427"/>
                    </a:cubicBezTo>
                    <a:cubicBezTo>
                      <a:pt x="4139229" y="807681"/>
                      <a:pt x="4145949" y="792223"/>
                      <a:pt x="4151039" y="776284"/>
                    </a:cubicBezTo>
                    <a:cubicBezTo>
                      <a:pt x="4154591" y="765338"/>
                      <a:pt x="4161215" y="759289"/>
                      <a:pt x="4171489" y="754776"/>
                    </a:cubicBezTo>
                    <a:cubicBezTo>
                      <a:pt x="4177251" y="752280"/>
                      <a:pt x="4182243" y="746808"/>
                      <a:pt x="4186372" y="741718"/>
                    </a:cubicBezTo>
                    <a:cubicBezTo>
                      <a:pt x="4191365" y="735573"/>
                      <a:pt x="4193957" y="727412"/>
                      <a:pt x="4199429" y="721940"/>
                    </a:cubicBezTo>
                    <a:cubicBezTo>
                      <a:pt x="4212775" y="708305"/>
                      <a:pt x="4216905" y="693231"/>
                      <a:pt x="4212487" y="674604"/>
                    </a:cubicBezTo>
                    <a:cubicBezTo>
                      <a:pt x="4208551" y="658090"/>
                      <a:pt x="4218921" y="636006"/>
                      <a:pt x="4232555" y="632645"/>
                    </a:cubicBezTo>
                    <a:cubicBezTo>
                      <a:pt x="4247629" y="628900"/>
                      <a:pt x="4257999" y="619684"/>
                      <a:pt x="4268657" y="609410"/>
                    </a:cubicBezTo>
                    <a:cubicBezTo>
                      <a:pt x="4274609" y="603649"/>
                      <a:pt x="4282963" y="598656"/>
                      <a:pt x="4291028" y="597216"/>
                    </a:cubicBezTo>
                    <a:cubicBezTo>
                      <a:pt x="4321657" y="591647"/>
                      <a:pt x="4350557" y="598464"/>
                      <a:pt x="4379651" y="609506"/>
                    </a:cubicBezTo>
                    <a:cubicBezTo>
                      <a:pt x="4398661" y="616707"/>
                      <a:pt x="4419784" y="618627"/>
                      <a:pt x="4440139" y="621507"/>
                    </a:cubicBezTo>
                    <a:cubicBezTo>
                      <a:pt x="4446477" y="622371"/>
                      <a:pt x="4454542" y="620452"/>
                      <a:pt x="4460015" y="616899"/>
                    </a:cubicBezTo>
                    <a:cubicBezTo>
                      <a:pt x="4479218" y="604609"/>
                      <a:pt x="4498325" y="591935"/>
                      <a:pt x="4516183" y="577724"/>
                    </a:cubicBezTo>
                    <a:cubicBezTo>
                      <a:pt x="4532795" y="564379"/>
                      <a:pt x="4551517" y="558810"/>
                      <a:pt x="4571681" y="560250"/>
                    </a:cubicBezTo>
                    <a:cubicBezTo>
                      <a:pt x="4586371" y="561306"/>
                      <a:pt x="4599621" y="558905"/>
                      <a:pt x="4613447" y="555257"/>
                    </a:cubicBezTo>
                    <a:cubicBezTo>
                      <a:pt x="4624969" y="552185"/>
                      <a:pt x="4637643" y="550072"/>
                      <a:pt x="4649355" y="551417"/>
                    </a:cubicBezTo>
                    <a:cubicBezTo>
                      <a:pt x="4665775" y="553337"/>
                      <a:pt x="4679313" y="550553"/>
                      <a:pt x="4692467" y="540663"/>
                    </a:cubicBezTo>
                    <a:cubicBezTo>
                      <a:pt x="4699476" y="535382"/>
                      <a:pt x="4708502" y="532598"/>
                      <a:pt x="4716855" y="528949"/>
                    </a:cubicBezTo>
                    <a:cubicBezTo>
                      <a:pt x="4729721" y="523284"/>
                      <a:pt x="4743067" y="518483"/>
                      <a:pt x="4755645" y="512147"/>
                    </a:cubicBezTo>
                    <a:cubicBezTo>
                      <a:pt x="4769183" y="505425"/>
                      <a:pt x="4781569" y="496112"/>
                      <a:pt x="4795395" y="490351"/>
                    </a:cubicBezTo>
                    <a:cubicBezTo>
                      <a:pt x="4810278" y="484110"/>
                      <a:pt x="4819879" y="474605"/>
                      <a:pt x="4825928" y="459818"/>
                    </a:cubicBezTo>
                    <a:cubicBezTo>
                      <a:pt x="4829769" y="450504"/>
                      <a:pt x="4835049" y="440615"/>
                      <a:pt x="4842347" y="434086"/>
                    </a:cubicBezTo>
                    <a:cubicBezTo>
                      <a:pt x="4857422" y="420740"/>
                      <a:pt x="4875087" y="410370"/>
                      <a:pt x="4890451" y="397216"/>
                    </a:cubicBezTo>
                    <a:cubicBezTo>
                      <a:pt x="4912054" y="378781"/>
                      <a:pt x="4932025" y="359194"/>
                      <a:pt x="4933945" y="327701"/>
                    </a:cubicBezTo>
                    <a:cubicBezTo>
                      <a:pt x="4935001" y="310322"/>
                      <a:pt x="4944219" y="302929"/>
                      <a:pt x="4961214" y="298801"/>
                    </a:cubicBezTo>
                    <a:cubicBezTo>
                      <a:pt x="4966878" y="297457"/>
                      <a:pt x="4974945" y="294864"/>
                      <a:pt x="4976672" y="290639"/>
                    </a:cubicBezTo>
                    <a:cubicBezTo>
                      <a:pt x="4981857" y="278061"/>
                      <a:pt x="4992610" y="275565"/>
                      <a:pt x="5002979" y="270573"/>
                    </a:cubicBezTo>
                    <a:cubicBezTo>
                      <a:pt x="5009221" y="267596"/>
                      <a:pt x="5016903" y="261739"/>
                      <a:pt x="5018535" y="255690"/>
                    </a:cubicBezTo>
                    <a:cubicBezTo>
                      <a:pt x="5025255" y="231206"/>
                      <a:pt x="5043690" y="216804"/>
                      <a:pt x="5061069" y="200961"/>
                    </a:cubicBezTo>
                    <a:cubicBezTo>
                      <a:pt x="5066158" y="196256"/>
                      <a:pt x="5071631" y="190879"/>
                      <a:pt x="5074127" y="184735"/>
                    </a:cubicBezTo>
                    <a:cubicBezTo>
                      <a:pt x="5079409" y="171484"/>
                      <a:pt x="5087281" y="161882"/>
                      <a:pt x="5101108" y="156891"/>
                    </a:cubicBezTo>
                    <a:cubicBezTo>
                      <a:pt x="5105524" y="155354"/>
                      <a:pt x="5109557" y="151801"/>
                      <a:pt x="5112918" y="148441"/>
                    </a:cubicBezTo>
                    <a:cubicBezTo>
                      <a:pt x="5120119" y="141144"/>
                      <a:pt x="5126167" y="132598"/>
                      <a:pt x="5133753" y="125782"/>
                    </a:cubicBezTo>
                    <a:cubicBezTo>
                      <a:pt x="5153051" y="108211"/>
                      <a:pt x="5172159" y="90928"/>
                      <a:pt x="5183393" y="66348"/>
                    </a:cubicBezTo>
                    <a:cubicBezTo>
                      <a:pt x="5188865" y="54346"/>
                      <a:pt x="5195107" y="41288"/>
                      <a:pt x="5204709" y="33030"/>
                    </a:cubicBezTo>
                    <a:cubicBezTo>
                      <a:pt x="5216903" y="22565"/>
                      <a:pt x="5232937" y="16612"/>
                      <a:pt x="5247243" y="8451"/>
                    </a:cubicBezTo>
                    <a:close/>
                  </a:path>
                </a:pathLst>
              </a:custGeom>
              <a:blipFill dpi="0" rotWithShape="1">
                <a:blip r:embed="rId2">
                  <a:alphaModFix amt="57000"/>
                </a:blip>
                <a:srcRect/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" name="Tartalom helye 6" descr="A képen Grafika, szöveg, diagram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CE0AA19-87D7-18AB-9304-1CCC9AEF31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864270" y="1350833"/>
            <a:ext cx="3724435" cy="3063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437033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1F77B6A-7F53-4B28-B73D-C8CC899AB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8771BFB-684C-B039-7849-C1514590C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6578" y="685680"/>
            <a:ext cx="4203323" cy="35962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Dinamikus forgalomirányítás (RIP V2)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B9BCFD7-56C6-033C-C768-131A4EB76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6578" y="4373955"/>
            <a:ext cx="4203323" cy="114329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r">
              <a:buNone/>
            </a:pPr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 cég routerei között forgalomirányítás miatt RIP V2-es protokollt használunk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515629F-0D83-4A44-A125-CD50FC660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08013" y="1361348"/>
            <a:ext cx="4833902" cy="4258176"/>
            <a:chOff x="1674895" y="1345036"/>
            <a:chExt cx="5428610" cy="421093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1A5080B-EAC4-4530-815C-DE8DACA09D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4667345-04B5-4757-9CE0-969DC1DE5E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6E412EF-CF39-4C25-85B0-DB30B1B0A8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8003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8DA6235-17F2-4C9E-88C6-C5D38D8D3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76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5DEF71-1741-4489-8E77-46FC5BAA6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solidFill>
            <a:schemeClr val="tx1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347B6D-A7CC-48EB-861F-917D0D61E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A0A46D-CC9B-4E32-870A-7BC2DF940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178722E-1BD0-427E-BAAE-4F206DAB58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7CD8186-A308-54F3-C974-39427A07F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022" y="1905072"/>
            <a:ext cx="4172845" cy="2889513"/>
          </a:xfrm>
          <a:prstGeom prst="rect">
            <a:avLst/>
          </a:prstGeom>
          <a:ln w="28575">
            <a:noFill/>
          </a:ln>
        </p:spPr>
      </p:pic>
      <p:sp>
        <p:nvSpPr>
          <p:cNvPr id="27" name="Graphic 212">
            <a:extLst>
              <a:ext uri="{FF2B5EF4-FFF2-40B4-BE49-F238E27FC236}">
                <a16:creationId xmlns:a16="http://schemas.microsoft.com/office/drawing/2014/main" id="{A753B935-E3DD-466D-BFAC-68E0BE02D0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1971" y="858936"/>
            <a:ext cx="693403" cy="693403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51DBFE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9" name="Graphic 212">
            <a:extLst>
              <a:ext uri="{FF2B5EF4-FFF2-40B4-BE49-F238E27FC236}">
                <a16:creationId xmlns:a16="http://schemas.microsoft.com/office/drawing/2014/main" id="{FB034F26-4148-4B59-B493-14D7A9A8B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1971" y="858936"/>
            <a:ext cx="693403" cy="693403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51DBFE">
              <a:alpha val="30000"/>
            </a:srgb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31" name="Graphic 185">
            <a:extLst>
              <a:ext uri="{FF2B5EF4-FFF2-40B4-BE49-F238E27FC236}">
                <a16:creationId xmlns:a16="http://schemas.microsoft.com/office/drawing/2014/main" id="{5E6BB5FD-DB7B-4BE3-BA45-1EF042115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929FF76-4B3A-4294-BE6E-B507B22D1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53C18A4-10CC-4E91-A8A2-D5368972A1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356AC2F-73E0-44FD-B346-A209D274D3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95A85581-9712-414C-82D4-2FE96ACB2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B0828F2-35E7-4424-8082-6C258B676E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9000558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Rectangle 41">
            <a:extLst>
              <a:ext uri="{FF2B5EF4-FFF2-40B4-BE49-F238E27FC236}">
                <a16:creationId xmlns:a16="http://schemas.microsoft.com/office/drawing/2014/main" id="{E8A8EAB8-D2FF-444D-B34B-7D32F106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A21539E-9E57-CEDF-ED2C-FD8388E02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8721"/>
            <a:ext cx="4707671" cy="122565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Amerikai központ telephely - Porta</a:t>
            </a:r>
          </a:p>
        </p:txBody>
      </p:sp>
      <p:cxnSp>
        <p:nvCxnSpPr>
          <p:cNvPr id="399" name="Straight Connector 43">
            <a:extLst>
              <a:ext uri="{FF2B5EF4-FFF2-40B4-BE49-F238E27FC236}">
                <a16:creationId xmlns:a16="http://schemas.microsoft.com/office/drawing/2014/main" id="{EEA38897-7BA3-4408-8083-3235339C4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1873" y="1749756"/>
            <a:ext cx="4718304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zövegdoboz 6">
            <a:extLst>
              <a:ext uri="{FF2B5EF4-FFF2-40B4-BE49-F238E27FC236}">
                <a16:creationId xmlns:a16="http://schemas.microsoft.com/office/drawing/2014/main" id="{5EB38145-2FFA-AED4-285C-685061566423}"/>
              </a:ext>
            </a:extLst>
          </p:cNvPr>
          <p:cNvSpPr txBox="1"/>
          <p:nvPr/>
        </p:nvSpPr>
        <p:spPr>
          <a:xfrm>
            <a:off x="754536" y="2464220"/>
            <a:ext cx="4586513" cy="3647710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bg1"/>
                </a:solidFill>
              </a:rPr>
              <a:t>Amerikában</a:t>
            </a:r>
            <a:r>
              <a:rPr lang="en-US" sz="2800" dirty="0">
                <a:solidFill>
                  <a:schemeClr val="bg1"/>
                </a:solidFill>
              </a:rPr>
              <a:t> a </a:t>
            </a:r>
            <a:r>
              <a:rPr lang="en-US" sz="2800" dirty="0" err="1">
                <a:solidFill>
                  <a:schemeClr val="bg1"/>
                </a:solidFill>
              </a:rPr>
              <a:t>központ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telephelyen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található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egy</a:t>
            </a:r>
            <a:r>
              <a:rPr lang="en-US" sz="2800" dirty="0">
                <a:solidFill>
                  <a:schemeClr val="bg1"/>
                </a:solidFill>
              </a:rPr>
              <a:t> porta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IPV6-os DHCP </a:t>
            </a:r>
            <a:r>
              <a:rPr lang="en-US" sz="2800" dirty="0" err="1">
                <a:solidFill>
                  <a:schemeClr val="bg1"/>
                </a:solidFill>
              </a:rPr>
              <a:t>címkiosztás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Nem </a:t>
            </a:r>
            <a:r>
              <a:rPr lang="en-US" sz="2800" dirty="0" err="1">
                <a:solidFill>
                  <a:schemeClr val="bg1"/>
                </a:solidFill>
              </a:rPr>
              <a:t>csatlakozik</a:t>
            </a:r>
            <a:r>
              <a:rPr lang="en-US" sz="2800" dirty="0">
                <a:solidFill>
                  <a:schemeClr val="bg1"/>
                </a:solidFill>
              </a:rPr>
              <a:t> a </a:t>
            </a:r>
            <a:r>
              <a:rPr lang="en-US" sz="2800" dirty="0" err="1">
                <a:solidFill>
                  <a:schemeClr val="bg1"/>
                </a:solidFill>
              </a:rPr>
              <a:t>hálózatra</a:t>
            </a:r>
          </a:p>
        </p:txBody>
      </p:sp>
      <p:cxnSp>
        <p:nvCxnSpPr>
          <p:cNvPr id="400" name="Straight Connector 45">
            <a:extLst>
              <a:ext uri="{FF2B5EF4-FFF2-40B4-BE49-F238E27FC236}">
                <a16:creationId xmlns:a16="http://schemas.microsoft.com/office/drawing/2014/main" id="{F11AD06B-AB20-4097-8606-5DA00DBAC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4027" y="5707672"/>
            <a:ext cx="4713997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 descr="A képen szöveg, diagram, képernyőkép, sor látható&#10;&#10;Lehet, hogy az AI által létrehozott tartalom helytelen.">
            <a:extLst>
              <a:ext uri="{FF2B5EF4-FFF2-40B4-BE49-F238E27FC236}">
                <a16:creationId xmlns:a16="http://schemas.microsoft.com/office/drawing/2014/main" id="{78F485B5-40B4-A59A-4017-A113D7DE9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28" y="1953479"/>
            <a:ext cx="5666547" cy="3541592"/>
          </a:xfrm>
          <a:prstGeom prst="rect">
            <a:avLst/>
          </a:pr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1FDBCBD8-E825-1982-EE85-1B51062E5F52}"/>
              </a:ext>
            </a:extLst>
          </p:cNvPr>
          <p:cNvSpPr txBox="1"/>
          <p:nvPr/>
        </p:nvSpPr>
        <p:spPr>
          <a:xfrm>
            <a:off x="412511" y="1684421"/>
            <a:ext cx="2743199" cy="3657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6344912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EA1DAFF-CECA-492F-BFA1-22C64956B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D3D3744-142C-4653-90AB-546FE6B84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BC69CAC-820B-41BA-BFCA-79B45576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3D205E7A-88AB-4C4B-B8D1-5A76AA878B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D4286E9-8501-4EBF-874C-74897B4B6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5586ADC-910E-45C9-BAB4-CB0EFBEE5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AB594C5-5BB0-49AE-8AAC-AE40A6F8A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Tartalom helye 3" descr="A képen szöveg, képernyőkép, diagram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2D1374CE-E230-578C-70F4-D21B10A632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145" r="1" b="1"/>
          <a:stretch>
            <a:fillRect/>
          </a:stretch>
        </p:blipFill>
        <p:spPr>
          <a:xfrm>
            <a:off x="626590" y="317578"/>
            <a:ext cx="10851111" cy="3508437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482489"/>
            <a:ext cx="304800" cy="429768"/>
            <a:chOff x="215328" y="-46937"/>
            <a:chExt cx="304800" cy="2773841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154C46AF-F4F0-6327-993B-0A063B167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018137"/>
            <a:ext cx="4569060" cy="2129586"/>
          </a:xfrm>
          <a:noFill/>
        </p:spPr>
        <p:txBody>
          <a:bodyPr anchor="t">
            <a:normAutofit/>
          </a:bodyPr>
          <a:lstStyle/>
          <a:p>
            <a:r>
              <a:rPr lang="hu-HU" sz="4800">
                <a:solidFill>
                  <a:schemeClr val="bg1"/>
                </a:solidFill>
              </a:rPr>
              <a:t>JIRA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F147D23-68E3-5F36-E2C5-D90179E3F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4560" y="4719183"/>
            <a:ext cx="5674105" cy="2129599"/>
          </a:xfrm>
          <a:noFill/>
        </p:spPr>
        <p:txBody>
          <a:bodyPr anchor="t">
            <a:norm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Timesheet Tracking extension</a:t>
            </a:r>
          </a:p>
          <a:p>
            <a:r>
              <a:rPr lang="en-US" sz="1800" dirty="0" err="1">
                <a:solidFill>
                  <a:schemeClr val="bg1"/>
                </a:solidFill>
              </a:rPr>
              <a:t>Feladatok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kiosztása</a:t>
            </a:r>
          </a:p>
          <a:p>
            <a:r>
              <a:rPr lang="en-US" sz="1800" dirty="0" err="1">
                <a:solidFill>
                  <a:schemeClr val="bg1"/>
                </a:solidFill>
              </a:rPr>
              <a:t>Idő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naplózása</a:t>
            </a:r>
          </a:p>
          <a:p>
            <a:endParaRPr lang="en-US" sz="1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9980054"/>
      </p:ext>
    </p:extLst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Tartalom helye 3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90C6672E-F401-8B85-48E8-87FB85799E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950" b="1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C61A669-1A02-1E2E-0FE5-90E0B9D4D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Github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FFDCE727-9E64-ACCB-1160-A526BE508E16}"/>
              </a:ext>
            </a:extLst>
          </p:cNvPr>
          <p:cNvSpPr txBox="1"/>
          <p:nvPr/>
        </p:nvSpPr>
        <p:spPr>
          <a:xfrm>
            <a:off x="7531610" y="2434201"/>
            <a:ext cx="3822189" cy="3742762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Projekt fájlok tárolása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Biztonsági mentések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Naplózások</a:t>
            </a:r>
          </a:p>
        </p:txBody>
      </p:sp>
    </p:spTree>
    <p:extLst>
      <p:ext uri="{BB962C8B-B14F-4D97-AF65-F5344CB8AC3E}">
        <p14:creationId xmlns:p14="http://schemas.microsoft.com/office/powerpoint/2010/main" val="3488461204"/>
      </p:ext>
    </p:ext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5D49E39B-4112-2A89-6B41-1B9559A6A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895" y="5217017"/>
            <a:ext cx="5071221" cy="2129586"/>
          </a:xfrm>
          <a:noFill/>
        </p:spPr>
        <p:txBody>
          <a:bodyPr anchor="t">
            <a:normAutofit/>
          </a:bodyPr>
          <a:lstStyle/>
          <a:p>
            <a:r>
              <a:rPr lang="hu-HU" sz="4800">
                <a:solidFill>
                  <a:schemeClr val="bg1"/>
                </a:solidFill>
              </a:rPr>
              <a:t>Tesztelés</a:t>
            </a:r>
          </a:p>
        </p:txBody>
      </p:sp>
      <p:pic>
        <p:nvPicPr>
          <p:cNvPr id="4" name="Tartalom helye 3" descr="A képen szöveg, képernyőkép, szám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40C4308E-8098-A41D-CAF2-B56D89FB0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951" y="709219"/>
            <a:ext cx="11676920" cy="4159328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Oval 44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F88BA44-36E1-16B8-ECE5-78492DD577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0824" y="5450703"/>
            <a:ext cx="5549111" cy="2129599"/>
          </a:xfrm>
          <a:noFill/>
        </p:spPr>
        <p:txBody>
          <a:bodyPr anchor="t">
            <a:normAutofit/>
          </a:bodyPr>
          <a:lstStyle/>
          <a:p>
            <a:r>
              <a:rPr lang="en-US" sz="1800" err="1">
                <a:solidFill>
                  <a:schemeClr val="bg1"/>
                </a:solidFill>
                <a:latin typeface="Aptos"/>
                <a:ea typeface="Roboto"/>
                <a:cs typeface="Roboto"/>
              </a:rPr>
              <a:t>Öszessen</a:t>
            </a:r>
            <a:r>
              <a:rPr lang="en-US" sz="1800">
                <a:solidFill>
                  <a:schemeClr val="bg1"/>
                </a:solidFill>
                <a:latin typeface="Aptos"/>
                <a:ea typeface="Roboto"/>
                <a:cs typeface="Roboto"/>
              </a:rPr>
              <a:t> </a:t>
            </a:r>
            <a:r>
              <a:rPr lang="en-US" sz="1800">
                <a:solidFill>
                  <a:schemeClr val="bg1"/>
                </a:solidFill>
                <a:ea typeface="Roboto"/>
                <a:cs typeface="Roboto"/>
              </a:rPr>
              <a:t>10</a:t>
            </a:r>
            <a:r>
              <a:rPr lang="en-US" sz="1800">
                <a:solidFill>
                  <a:schemeClr val="bg1"/>
                </a:solidFill>
              </a:rPr>
              <a:t>0 </a:t>
            </a:r>
            <a:r>
              <a:rPr lang="en-US" sz="1800" err="1">
                <a:solidFill>
                  <a:schemeClr val="bg1"/>
                </a:solidFill>
              </a:rPr>
              <a:t>teszt</a:t>
            </a:r>
            <a:endParaRPr lang="en-US" sz="1800">
              <a:solidFill>
                <a:schemeClr val="bg1"/>
              </a:solidFill>
            </a:endParaRPr>
          </a:p>
          <a:p>
            <a:r>
              <a:rPr lang="en-US" sz="1800" err="1">
                <a:solidFill>
                  <a:schemeClr val="bg1"/>
                </a:solidFill>
              </a:rPr>
              <a:t>Sikertelen</a:t>
            </a:r>
            <a:r>
              <a:rPr lang="en-US" sz="1800">
                <a:solidFill>
                  <a:schemeClr val="bg1"/>
                </a:solidFill>
              </a:rPr>
              <a:t> </a:t>
            </a:r>
            <a:r>
              <a:rPr lang="en-US" sz="1800" err="1">
                <a:solidFill>
                  <a:schemeClr val="bg1"/>
                </a:solidFill>
              </a:rPr>
              <a:t>teszt</a:t>
            </a:r>
            <a:r>
              <a:rPr lang="en-US" sz="1800">
                <a:solidFill>
                  <a:schemeClr val="bg1"/>
                </a:solidFill>
              </a:rPr>
              <a:t> </a:t>
            </a:r>
            <a:r>
              <a:rPr lang="en-US" sz="1800" err="1">
                <a:solidFill>
                  <a:schemeClr val="bg1"/>
                </a:solidFill>
              </a:rPr>
              <a:t>esetén</a:t>
            </a:r>
            <a:r>
              <a:rPr lang="en-US" sz="1800">
                <a:solidFill>
                  <a:schemeClr val="bg1"/>
                </a:solidFill>
              </a:rPr>
              <a:t> </a:t>
            </a:r>
            <a:r>
              <a:rPr lang="en-US" sz="1800" err="1">
                <a:solidFill>
                  <a:schemeClr val="bg1"/>
                </a:solidFill>
              </a:rPr>
              <a:t>javított</a:t>
            </a:r>
            <a:r>
              <a:rPr lang="en-US" sz="1800">
                <a:solidFill>
                  <a:schemeClr val="bg1"/>
                </a:solidFill>
              </a:rPr>
              <a:t> </a:t>
            </a:r>
            <a:r>
              <a:rPr lang="en-US" sz="1800" err="1">
                <a:solidFill>
                  <a:schemeClr val="bg1"/>
                </a:solidFill>
              </a:rPr>
              <a:t>tesztelés</a:t>
            </a:r>
            <a:endParaRPr lang="en-US" sz="1800">
              <a:solidFill>
                <a:schemeClr val="bg1"/>
              </a:solidFill>
            </a:endParaRPr>
          </a:p>
          <a:p>
            <a:r>
              <a:rPr lang="en-US" sz="1800" err="1">
                <a:solidFill>
                  <a:schemeClr val="bg1"/>
                </a:solidFill>
              </a:rPr>
              <a:t>Egész</a:t>
            </a:r>
            <a:r>
              <a:rPr lang="en-US" sz="1800">
                <a:solidFill>
                  <a:schemeClr val="bg1"/>
                </a:solidFill>
              </a:rPr>
              <a:t> </a:t>
            </a:r>
            <a:r>
              <a:rPr lang="en-US" sz="1800" err="1">
                <a:solidFill>
                  <a:schemeClr val="bg1"/>
                </a:solidFill>
              </a:rPr>
              <a:t>hálózat</a:t>
            </a:r>
            <a:r>
              <a:rPr lang="en-US" sz="1800">
                <a:solidFill>
                  <a:schemeClr val="bg1"/>
                </a:solidFill>
              </a:rPr>
              <a:t> </a:t>
            </a:r>
            <a:r>
              <a:rPr lang="en-US" sz="1800" err="1">
                <a:solidFill>
                  <a:schemeClr val="bg1"/>
                </a:solidFill>
              </a:rPr>
              <a:t>ellenőrzése</a:t>
            </a:r>
            <a:endParaRPr lang="en-US" sz="1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9054194"/>
      </p:ext>
    </p:extLst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77BAFB-3BD3-41BB-9107-FAE224AE2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823A9B-C188-42D4-847C-3AD928DB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42784" y="253140"/>
            <a:ext cx="6184555" cy="6184555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4B557F3-1A0C-4749-A6DB-EAC082DF3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4848" y="253140"/>
            <a:ext cx="6184555" cy="6184555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3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5D55AA6-3751-494F-868A-DCEDC5CE8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03723" y="136525"/>
            <a:ext cx="6184555" cy="6184555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114E63B-0AC0-402F-E84A-0FA3B0E0F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400" y="965580"/>
            <a:ext cx="5204489" cy="316059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Köszönjük a figyelmet</a:t>
            </a:r>
          </a:p>
        </p:txBody>
      </p:sp>
      <p:sp>
        <p:nvSpPr>
          <p:cNvPr id="15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7" name="Graphic 212">
            <a:extLst>
              <a:ext uri="{FF2B5EF4-FFF2-40B4-BE49-F238E27FC236}">
                <a16:creationId xmlns:a16="http://schemas.microsoft.com/office/drawing/2014/main" id="{D82AB1B2-7970-42CF-8BF5-567C69E9F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19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80947" y="1755501"/>
            <a:ext cx="1598829" cy="531293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C10FB9CA-E7FA-462C-B537-F1224ED1A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8469AE7-A75B-4F37-850B-EF5974ABE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7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97506" y="4175798"/>
            <a:ext cx="1861486" cy="1861665"/>
            <a:chOff x="5734053" y="3067000"/>
            <a:chExt cx="724484" cy="724549"/>
          </a:xfrm>
          <a:solidFill>
            <a:schemeClr val="bg1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067000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2624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2624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12624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85393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244637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24463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2446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03786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63031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6302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63031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22181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2624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2624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2624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8539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85391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244634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24463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0378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63028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6302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63029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4221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42217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4221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81330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4057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997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3" y="365896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99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49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0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71811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7" y="3777362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1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3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701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54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102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50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481330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48132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4057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405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405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40588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997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9973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6589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1" y="36589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9" y="371813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92" y="371812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0" y="37181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77737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6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55" y="377735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314" y="377745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83977595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Szélesvásznú</PresentationFormat>
  <Slides>18</Slides>
  <Notes>0</Notes>
  <HiddenSlides>0</HiddenSlide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18</vt:i4>
      </vt:variant>
    </vt:vector>
  </HeadingPairs>
  <TitlesOfParts>
    <vt:vector size="19" baseType="lpstr">
      <vt:lpstr>Office-téma</vt:lpstr>
      <vt:lpstr>Randoms Vizsgaremek bemutató -  Innotech Kft.</vt:lpstr>
      <vt:lpstr>Jenei Dávid munkái és elvégzett feladatai</vt:lpstr>
      <vt:lpstr>Bálint Zsolt munkái és elvégzett feladatai </vt:lpstr>
      <vt:lpstr>Hálózat felépítése</vt:lpstr>
      <vt:lpstr>Fiktív cégünk - Innotech Kft.</vt:lpstr>
      <vt:lpstr>Központi szerverszoba</vt:lpstr>
      <vt:lpstr>Amerikai központi telephely</vt:lpstr>
      <vt:lpstr>Telephelyek felépítése</vt:lpstr>
      <vt:lpstr>NAT</vt:lpstr>
      <vt:lpstr>Access List</vt:lpstr>
      <vt:lpstr>VPN – GRE Tunnel megoldás </vt:lpstr>
      <vt:lpstr>Internet szimuláció (Cloud)</vt:lpstr>
      <vt:lpstr>Dinamikus forgalomirányítás (RIP V2)</vt:lpstr>
      <vt:lpstr>Amerikai központ telephely - Porta</vt:lpstr>
      <vt:lpstr>JIRA</vt:lpstr>
      <vt:lpstr>Github</vt:lpstr>
      <vt:lpstr>Tesztelés</vt:lpstr>
      <vt:lpstr>Köszönjük a figyelmet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28</cp:revision>
  <dcterms:created xsi:type="dcterms:W3CDTF">2026-01-06T09:08:38Z</dcterms:created>
  <dcterms:modified xsi:type="dcterms:W3CDTF">2026-01-27T09:29:08Z</dcterms:modified>
</cp:coreProperties>
</file>